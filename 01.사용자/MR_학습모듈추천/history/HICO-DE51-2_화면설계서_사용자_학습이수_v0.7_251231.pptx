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94" r:id="rId2"/>
    <p:sldMasterId id="2147483669" r:id="rId3"/>
    <p:sldMasterId id="2147483693" r:id="rId4"/>
  </p:sldMasterIdLst>
  <p:notesMasterIdLst>
    <p:notesMasterId r:id="rId18"/>
  </p:notesMasterIdLst>
  <p:sldIdLst>
    <p:sldId id="256" r:id="rId5"/>
    <p:sldId id="583" r:id="rId6"/>
    <p:sldId id="586" r:id="rId7"/>
    <p:sldId id="617" r:id="rId8"/>
    <p:sldId id="618" r:id="rId9"/>
    <p:sldId id="619" r:id="rId10"/>
    <p:sldId id="620" r:id="rId11"/>
    <p:sldId id="621" r:id="rId12"/>
    <p:sldId id="622" r:id="rId13"/>
    <p:sldId id="623" r:id="rId14"/>
    <p:sldId id="624" r:id="rId15"/>
    <p:sldId id="625" r:id="rId16"/>
    <p:sldId id="296" r:id="rId17"/>
  </p:sldIdLst>
  <p:sldSz cx="12192000" cy="6858000"/>
  <p:notesSz cx="6858000" cy="9144000"/>
  <p:embeddedFontLst>
    <p:embeddedFont>
      <p:font typeface="Segoe UI" panose="020B0502040204020203" pitchFamily="34" charset="0"/>
      <p:regular r:id="rId19"/>
      <p:bold r:id="rId20"/>
      <p:italic r:id="rId21"/>
      <p:boldItalic r:id="rId22"/>
    </p:embeddedFont>
    <p:embeddedFont>
      <p:font typeface="나눔고딕" pitchFamily="2" charset="-127"/>
      <p:regular r:id="rId23"/>
      <p:bold r:id="rId24"/>
    </p:embeddedFont>
    <p:embeddedFont>
      <p:font typeface="맑은 고딕" panose="020B0503020000020004" pitchFamily="50" charset="-127"/>
      <p:regular r:id="rId25"/>
      <p:bold r:id="rId26"/>
    </p:embeddedFont>
    <p:embeddedFont>
      <p:font typeface="맑은 고딕" panose="020B0503020000020004" pitchFamily="50" charset="-127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31" userDrawn="1">
          <p15:clr>
            <a:srgbClr val="A4A3A4"/>
          </p15:clr>
        </p15:guide>
        <p15:guide id="2" pos="3033" userDrawn="1">
          <p15:clr>
            <a:srgbClr val="A4A3A4"/>
          </p15:clr>
        </p15:guide>
        <p15:guide id="4" pos="7673" userDrawn="1">
          <p15:clr>
            <a:srgbClr val="A4A3A4"/>
          </p15:clr>
        </p15:guide>
        <p15:guide id="7" orient="horz" pos="4269" userDrawn="1">
          <p15:clr>
            <a:srgbClr val="A4A3A4"/>
          </p15:clr>
        </p15:guide>
        <p15:guide id="9" pos="6040" userDrawn="1">
          <p15:clr>
            <a:srgbClr val="A4A3A4"/>
          </p15:clr>
        </p15:guide>
        <p15:guide id="11" pos="892">
          <p15:clr>
            <a:srgbClr val="A4A3A4"/>
          </p15:clr>
        </p15:guide>
        <p15:guide id="14" pos="30" userDrawn="1">
          <p15:clr>
            <a:srgbClr val="A4A3A4"/>
          </p15:clr>
        </p15:guide>
        <p15:guide id="17" pos="6075" userDrawn="1">
          <p15:clr>
            <a:srgbClr val="A4A3A4"/>
          </p15:clr>
        </p15:guide>
        <p15:guide id="20" orient="horz" pos="550" userDrawn="1">
          <p15:clr>
            <a:srgbClr val="A4A3A4"/>
          </p15:clr>
        </p15:guide>
        <p15:guide id="21" orient="horz" pos="346">
          <p15:clr>
            <a:srgbClr val="A4A3A4"/>
          </p15:clr>
        </p15:guide>
        <p15:guide id="23" orient="horz" pos="164">
          <p15:clr>
            <a:srgbClr val="A4A3A4"/>
          </p15:clr>
        </p15:guide>
        <p15:guide id="24" orient="horz" pos="2500" userDrawn="1">
          <p15:clr>
            <a:srgbClr val="A4A3A4"/>
          </p15:clr>
        </p15:guide>
        <p15:guide id="30" pos="846" userDrawn="1">
          <p15:clr>
            <a:srgbClr val="A4A3A4"/>
          </p15:clr>
        </p15:guide>
        <p15:guide id="31" orient="horz" pos="777" userDrawn="1">
          <p15:clr>
            <a:srgbClr val="A4A3A4"/>
          </p15:clr>
        </p15:guide>
        <p15:guide id="33" pos="5949" userDrawn="1">
          <p15:clr>
            <a:srgbClr val="A4A3A4"/>
          </p15:clr>
        </p15:guide>
        <p15:guide id="34" orient="horz" pos="323" userDrawn="1">
          <p15:clr>
            <a:srgbClr val="A4A3A4"/>
          </p15:clr>
        </p15:guide>
        <p15:guide id="35" pos="3485" userDrawn="1">
          <p15:clr>
            <a:srgbClr val="A4A3A4"/>
          </p15:clr>
        </p15:guide>
        <p15:guide id="36" pos="982" userDrawn="1">
          <p15:clr>
            <a:srgbClr val="A4A3A4"/>
          </p15:clr>
        </p15:guide>
        <p15:guide id="37" pos="5995" userDrawn="1">
          <p15:clr>
            <a:srgbClr val="A4A3A4"/>
          </p15:clr>
        </p15:guide>
        <p15:guide id="38" orient="horz" pos="504" userDrawn="1">
          <p15:clr>
            <a:srgbClr val="A4A3A4"/>
          </p15:clr>
        </p15:guide>
        <p15:guide id="39" pos="1028" userDrawn="1">
          <p15:clr>
            <a:srgbClr val="A4A3A4"/>
          </p15:clr>
        </p15:guide>
        <p15:guide id="40" orient="horz" pos="3521" userDrawn="1">
          <p15:clr>
            <a:srgbClr val="A4A3A4"/>
          </p15:clr>
        </p15:guide>
        <p15:guide id="41" orient="horz" pos="754" userDrawn="1">
          <p15:clr>
            <a:srgbClr val="A4A3A4"/>
          </p15:clr>
        </p15:guide>
        <p15:guide id="43" pos="2343" userDrawn="1">
          <p15:clr>
            <a:srgbClr val="A4A3A4"/>
          </p15:clr>
        </p15:guide>
        <p15:guide id="44" pos="4543" userDrawn="1">
          <p15:clr>
            <a:srgbClr val="A4A3A4"/>
          </p15:clr>
        </p15:guide>
        <p15:guide id="45" pos="3999" userDrawn="1">
          <p15:clr>
            <a:srgbClr val="A4A3A4"/>
          </p15:clr>
        </p15:guide>
        <p15:guide id="46" pos="3908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9" roundtripDataSignature="AMtx7mjkD+vjKOz0PbxUdii/TEt7verz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2F2F2"/>
    <a:srgbClr val="000000"/>
    <a:srgbClr val="FDF3ED"/>
    <a:srgbClr val="F7F7F7"/>
    <a:srgbClr val="F0F4FA"/>
    <a:srgbClr val="F9F9F9"/>
    <a:srgbClr val="7F7F7F"/>
    <a:srgbClr val="D9D9D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2BC16E-299E-4C3D-80B9-536EA04BB99F}">
  <a:tblStyle styleId="{3F2BC16E-299E-4C3D-80B9-536EA04BB99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CD90A08-D52D-47AC-88A3-E14AF0BBB47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76" autoAdjust="0"/>
    <p:restoredTop sz="96170" autoAdjust="0"/>
  </p:normalViewPr>
  <p:slideViewPr>
    <p:cSldViewPr snapToGrid="0">
      <p:cViewPr varScale="1">
        <p:scale>
          <a:sx n="113" d="100"/>
          <a:sy n="113" d="100"/>
        </p:scale>
        <p:origin x="738" y="108"/>
      </p:cViewPr>
      <p:guideLst>
        <p:guide orient="horz" pos="2931"/>
        <p:guide pos="3033"/>
        <p:guide pos="7673"/>
        <p:guide orient="horz" pos="4269"/>
        <p:guide pos="6040"/>
        <p:guide pos="892"/>
        <p:guide pos="30"/>
        <p:guide pos="6075"/>
        <p:guide orient="horz" pos="550"/>
        <p:guide orient="horz" pos="346"/>
        <p:guide orient="horz" pos="164"/>
        <p:guide orient="horz" pos="2500"/>
        <p:guide pos="846"/>
        <p:guide orient="horz" pos="777"/>
        <p:guide pos="5949"/>
        <p:guide orient="horz" pos="323"/>
        <p:guide pos="3485"/>
        <p:guide pos="982"/>
        <p:guide pos="5995"/>
        <p:guide orient="horz" pos="504"/>
        <p:guide pos="1028"/>
        <p:guide orient="horz" pos="3521"/>
        <p:guide orient="horz" pos="754"/>
        <p:guide pos="2343"/>
        <p:guide pos="4543"/>
        <p:guide pos="3999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10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10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99" Type="http://customschemas.google.com/relationships/presentationmetadata" Target="metadata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10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AB8D09C-CE40-F3BD-8643-5834058B5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6EEEE095-D02C-8EEB-6CA5-7FACA3C6A9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33AFE1D4-969C-8E41-A5F1-BF9DBEDE97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1599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8768A49-1D3F-BE88-3E04-2CDB30DC1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5311FDE9-3005-890F-D271-C92595E960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17058C1E-0164-8FB1-DB0F-1162910824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2844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64EDB47-9E1A-5B09-C59B-167673825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FBA1852B-FF0F-5C5B-19DD-C46CBBE695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479D53C4-F0F8-E727-5B4D-1788E13096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94509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EF1919C-DAF7-87A2-5DBE-5F048CC24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5F2D8A78-E2AE-6684-AB95-9A4755805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E38E2F5B-691A-F9B4-A855-821A346D41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93883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350677F-910A-23D4-7FA3-D712CDD6B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C1338FA0-51C9-9380-6DC4-709823F8D7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F556A2D1-54E3-B62F-230D-BF457D3020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7897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A15A5C33-B976-8097-3E06-7604831D1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FE3CE8D2-D5D2-9770-6064-9FA54B535C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268F46C3-0F03-6401-8628-EFD2CEDAB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4967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9997066-067E-F109-2B28-FA348548C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441DD1C1-B451-7EE8-FC7D-82A249A7BD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7D6794A7-5814-5351-D931-4FD4E6502B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43686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879EBEE1-88A4-3FA5-0ED0-3430F3FA4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29374910-D6B0-83B5-45B9-A18D4D95E8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4C139643-B182-7203-D501-E76601AD00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7788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2BF2E5E-A8AA-8FB2-40EA-07E8A7C9F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46AEEA02-6F41-4DF3-E905-923208AF40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7A999CC3-F0DD-E82B-5C09-376929B66C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06186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924F60CD-E226-4F57-B850-3CDE78AA9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DBCA3D8B-C5D2-4D40-1EE9-3A4EF58221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0183022C-FF86-FEFE-3659-9F4872ED90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000693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0" name="Google Shape;199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3931C1E-DBB6-B574-5141-0CEEBFF879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  <p:pic>
        <p:nvPicPr>
          <p:cNvPr id="5" name="Picture 10" descr="그레이바탕">
            <a:extLst>
              <a:ext uri="{FF2B5EF4-FFF2-40B4-BE49-F238E27FC236}">
                <a16:creationId xmlns:a16="http://schemas.microsoft.com/office/drawing/2014/main" id="{A290F568-ECEA-E351-A0A4-2ECBC02C8E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5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443CFF6-B68F-46FF-B422-A9E0E00495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709" y="5545455"/>
            <a:ext cx="1882303" cy="403895"/>
          </a:xfrm>
          <a:prstGeom prst="rect">
            <a:avLst/>
          </a:prstGeom>
          <a:solidFill>
            <a:srgbClr val="DFDFDF"/>
          </a:solidFill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_상세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67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nput">
            <a:extLst>
              <a:ext uri="{FF2B5EF4-FFF2-40B4-BE49-F238E27FC236}">
                <a16:creationId xmlns:a16="http://schemas.microsoft.com/office/drawing/2014/main" id="{45F8FF5A-BD55-392F-146C-2BFF187C30F2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46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Input">
            <a:extLst>
              <a:ext uri="{FF2B5EF4-FFF2-40B4-BE49-F238E27FC236}">
                <a16:creationId xmlns:a16="http://schemas.microsoft.com/office/drawing/2014/main" id="{4DDDA1E2-F6DC-04CB-BE6E-538C2432DC7F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03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끝">
  <p:cSld name="끝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7"/>
          <p:cNvSpPr txBox="1"/>
          <p:nvPr/>
        </p:nvSpPr>
        <p:spPr>
          <a:xfrm>
            <a:off x="1256306" y="3118410"/>
            <a:ext cx="930302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nd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ocument</a:t>
            </a:r>
            <a:endParaRPr sz="54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D111F5-3956-6721-34EB-F7816AC21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>
  <p:cSld name="설계_프론트 화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페이지 화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050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33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59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2B0E4E-150E-4B79-9E11-B2803B0400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>
                <a:latin typeface="나눔고딕" pitchFamily="2" charset="-127"/>
                <a:ea typeface="나눔고딕" pitchFamily="2" charset="-127"/>
              </a:defRPr>
            </a:lvl1pPr>
          </a:lstStyle>
          <a:p>
            <a:pPr lvl="0"/>
            <a:r>
              <a:rPr lang="ko-KR" altLang="en-US" dirty="0"/>
              <a:t>간지 제목</a:t>
            </a:r>
            <a:r>
              <a:rPr lang="en-US" altLang="ko-KR" dirty="0"/>
              <a:t>(</a:t>
            </a:r>
            <a:r>
              <a:rPr lang="ko-KR" altLang="en-US" dirty="0"/>
              <a:t>맑은 고딕</a:t>
            </a:r>
            <a:r>
              <a:rPr lang="en-US" altLang="ko-KR" dirty="0"/>
              <a:t>/32pt/Bold/</a:t>
            </a:r>
            <a:r>
              <a:rPr lang="ko-KR" altLang="en-US" dirty="0"/>
              <a:t>행간</a:t>
            </a:r>
            <a:r>
              <a:rPr lang="en-US" altLang="ko-KR" dirty="0"/>
              <a:t>1)</a:t>
            </a:r>
          </a:p>
          <a:p>
            <a:pPr lvl="0"/>
            <a:r>
              <a:rPr lang="ko-KR" altLang="en-US" dirty="0"/>
              <a:t>부제목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/20pt/Bold)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8990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2.xml"/><Relationship Id="rId4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3.xml"/><Relationship Id="rId4" Type="http://schemas.microsoft.com/office/2007/relationships/hdphoto" Target="../media/hdphoto1.wdp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5" r:id="rId3"/>
    <p:sldLayoutId id="2147483663" r:id="rId4"/>
    <p:sldLayoutId id="2147483664" r:id="rId5"/>
    <p:sldLayoutId id="2147483654" r:id="rId6"/>
    <p:sldLayoutId id="2147483656" r:id="rId7"/>
    <p:sldLayoutId id="2147483666" r:id="rId8"/>
    <p:sldLayoutId id="2147483667" r:id="rId9"/>
    <p:sldLayoutId id="2147483668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33846359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923057916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721AA77D-3327-7B1E-E0D9-161BEA6DB8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85340" y="6497638"/>
            <a:ext cx="62132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fld id="{81B4C87D-EE0F-440A-B2D0-1DE60DC2D75A}" type="slidenum"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988207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BEDA7F-4737-C300-A978-685176EEF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139583"/>
              </p:ext>
            </p:extLst>
          </p:nvPr>
        </p:nvGraphicFramePr>
        <p:xfrm>
          <a:off x="631728" y="1556740"/>
          <a:ext cx="4464000" cy="1289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4000">
                  <a:extLst>
                    <a:ext uri="{9D8B030D-6E8A-4147-A177-3AD203B41FA5}">
                      <a16:colId xmlns:a16="http://schemas.microsoft.com/office/drawing/2014/main" val="3279077267"/>
                    </a:ext>
                  </a:extLst>
                </a:gridCol>
              </a:tblGrid>
              <a:tr h="12895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endParaRPr lang="en-US" altLang="ko-KR" sz="3200" b="1" dirty="0">
                        <a:solidFill>
                          <a:schemeClr val="tx1"/>
                        </a:solidFill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(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학습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/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이수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809506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9AB23E-7587-7C36-6D00-2C5174D6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985215"/>
              </p:ext>
            </p:extLst>
          </p:nvPr>
        </p:nvGraphicFramePr>
        <p:xfrm>
          <a:off x="629683" y="3573020"/>
          <a:ext cx="2592050" cy="9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664">
                  <a:extLst>
                    <a:ext uri="{9D8B030D-6E8A-4147-A177-3AD203B41FA5}">
                      <a16:colId xmlns:a16="http://schemas.microsoft.com/office/drawing/2014/main" val="3095663425"/>
                    </a:ext>
                  </a:extLst>
                </a:gridCol>
                <a:gridCol w="1535386">
                  <a:extLst>
                    <a:ext uri="{9D8B030D-6E8A-4147-A177-3AD203B41FA5}">
                      <a16:colId xmlns:a16="http://schemas.microsoft.com/office/drawing/2014/main" val="28683952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단 계 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설계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65166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버    전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0.70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41853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작 성 일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2025.12.31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9128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58">
            <a:extLst>
              <a:ext uri="{FF2B5EF4-FFF2-40B4-BE49-F238E27FC236}">
                <a16:creationId xmlns:a16="http://schemas.microsoft.com/office/drawing/2014/main" id="{7454424F-3052-4E3A-89DE-4924957B9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7727" y="312912"/>
            <a:ext cx="57193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43925"/>
            <a:r>
              <a:rPr lang="ko-KR" altLang="en-US" b="1" dirty="0">
                <a:ln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95000"/>
                    <a:lumOff val="5000"/>
                  </a:srgbClr>
                </a:solidFill>
                <a:latin typeface="나눔고딕" pitchFamily="2" charset="-127"/>
                <a:ea typeface="나눔고딕" pitchFamily="2" charset="-127"/>
              </a:rPr>
              <a:t>개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AF8497AD-2590-43B7-A078-B39343446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015947"/>
              </p:ext>
            </p:extLst>
          </p:nvPr>
        </p:nvGraphicFramePr>
        <p:xfrm>
          <a:off x="278296" y="620689"/>
          <a:ext cx="11561195" cy="4845960"/>
        </p:xfrm>
        <a:graphic>
          <a:graphicData uri="http://schemas.openxmlformats.org/drawingml/2006/table">
            <a:tbl>
              <a:tblPr/>
              <a:tblGrid>
                <a:gridCol w="1019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962">
                  <a:extLst>
                    <a:ext uri="{9D8B030D-6E8A-4147-A177-3AD203B41FA5}">
                      <a16:colId xmlns:a16="http://schemas.microsoft.com/office/drawing/2014/main" val="834403738"/>
                    </a:ext>
                  </a:extLst>
                </a:gridCol>
                <a:gridCol w="6893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4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문서명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HICO-DE51-2_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화면설계서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사용자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학습이수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_v0.7_251231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1603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버전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변경일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변경사유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¹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 내용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²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작성자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0.10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2025.12.26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 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최영효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0.70</a:t>
                      </a:r>
                      <a:endParaRPr lang="ko-KR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2025.12.30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설계단계 산출물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화면설계 수정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보완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baseline="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DA04456D-64D3-4C1B-83A9-A08816268C9C}"/>
              </a:ext>
            </a:extLst>
          </p:cNvPr>
          <p:cNvSpPr/>
          <p:nvPr/>
        </p:nvSpPr>
        <p:spPr>
          <a:xfrm>
            <a:off x="145502" y="6441785"/>
            <a:ext cx="4487008" cy="3770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¹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변경사유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내용이 이전 문서에 대해 추가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수정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삭제 여부 선택 기입</a:t>
            </a:r>
            <a:endParaRPr lang="en-US" altLang="ko-KR" sz="800" dirty="0">
              <a:latin typeface="나눔고딕" pitchFamily="2" charset="-127"/>
              <a:ea typeface="나눔고딕" pitchFamily="2" charset="-127"/>
            </a:endParaRPr>
          </a:p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²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변경이 발생되는 위치와 변경 내용을 자세히 기록 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장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절과 변경 내용을 기술한다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.)</a:t>
            </a:r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461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1F13721-26C5-DA1C-78AA-2399E3FA6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3DFC7F2B-E6A9-1377-C953-F99147788571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F77C2DBC-110E-A441-A65B-6C20FD1B8F70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DBE14F8D-B66B-1590-341D-37A40CA687D3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8043502B-3024-07A6-EE7F-E5C9EE2103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0880723"/>
              </p:ext>
            </p:extLst>
          </p:nvPr>
        </p:nvGraphicFramePr>
        <p:xfrm>
          <a:off x="9655174" y="276226"/>
          <a:ext cx="2532687" cy="4994125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Arial"/>
                          <a:cs typeface="Arial"/>
                          <a:sym typeface="Arial"/>
                        </a:rPr>
                        <a:t>조회 필터 영역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분야 선택 영역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교육과정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생활교육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학교공동체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자기개발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문제해결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키워드 검색 영역</a:t>
                      </a:r>
                      <a:b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키워드 입력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‘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검색’ 버튼 클릭 시 결과 값이 아래 목록에 출력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내 모듈 만들기 클릭 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등록 화면으로 이동 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 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추후정의</a:t>
                      </a:r>
                      <a:r>
                        <a:rPr lang="en-US" altLang="ko-KR" sz="800" dirty="0"/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Arial"/>
                          <a:cs typeface="Arial"/>
                          <a:sym typeface="Arial"/>
                        </a:rPr>
                        <a:t>내가 담은 모듈 영역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 err="1"/>
                        <a:t>학습모듈</a:t>
                      </a:r>
                      <a:r>
                        <a:rPr lang="ko-KR" altLang="en-US" sz="800" dirty="0"/>
                        <a:t> 목록 출력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제목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작성자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평점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학습수</a:t>
                      </a:r>
                      <a:r>
                        <a:rPr lang="ko-KR" altLang="en-US" sz="800" dirty="0"/>
                        <a:t>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3-1 </a:t>
                      </a:r>
                      <a:r>
                        <a:rPr lang="ko-KR" altLang="en-US" sz="800" dirty="0"/>
                        <a:t>수정 모듈 클릭 시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수정 화면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3-2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삭제 버튼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클릭시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모듈 삭제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모듈 클릭 시 상세화면 이동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추후정의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 err="1"/>
                        <a:t>더보기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추가 목록 노출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Arial"/>
                          <a:cs typeface="Arial"/>
                          <a:sym typeface="Arial"/>
                        </a:rPr>
                        <a:t>내가 만든 모듈 영역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 err="1"/>
                        <a:t>학습모듈</a:t>
                      </a:r>
                      <a:r>
                        <a:rPr lang="ko-KR" altLang="en-US" sz="800" dirty="0"/>
                        <a:t> 목록 출력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제목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작성자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평점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학습수</a:t>
                      </a:r>
                      <a:r>
                        <a:rPr lang="ko-KR" altLang="en-US" sz="800" dirty="0"/>
                        <a:t>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4-1 </a:t>
                      </a:r>
                      <a:r>
                        <a:rPr lang="ko-KR" altLang="en-US" sz="800" dirty="0"/>
                        <a:t>수정 모듈 클릭 시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수정 화면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4-2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삭제 버튼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클릭시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모듈 삭제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모듈 클릭 시 상세화면 이동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화면</a:t>
                      </a:r>
                      <a:r>
                        <a:rPr lang="en-US" altLang="ko-KR" sz="800" dirty="0"/>
                        <a:t>ID: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추후정의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 err="1"/>
                        <a:t>더보기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클릭 시 추가 목록 노출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90DBC3A-80EE-3A70-A6D5-928543DBDC71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학습모듈구성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6DB0D-FC03-966D-4F29-6B6CD8FBC5CD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구성 목록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31571-F4D7-6D5F-33CA-B58A445CA10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63955A-8B43-FF16-4FBF-50885FEF8853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184EB942-21F5-8844-E20B-CDBF0BEFC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942939"/>
              </p:ext>
            </p:extLst>
          </p:nvPr>
        </p:nvGraphicFramePr>
        <p:xfrm>
          <a:off x="47625" y="549274"/>
          <a:ext cx="1368425" cy="96388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11425CFF-A539-C5E1-CE00-EC9C0CB25A86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모듈구성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A9503E8-581E-75A5-A36D-6EE5D0D039A9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4A615C-1A17-1B65-A736-D85CABA06AD0}"/>
              </a:ext>
            </a:extLst>
          </p:cNvPr>
          <p:cNvSpPr txBox="1"/>
          <p:nvPr/>
        </p:nvSpPr>
        <p:spPr>
          <a:xfrm>
            <a:off x="1478277" y="2728009"/>
            <a:ext cx="1988878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 err="1">
                <a:latin typeface="+mn-ea"/>
                <a:ea typeface="+mn-ea"/>
              </a:rPr>
              <a:t>번아웃</a:t>
            </a:r>
            <a:r>
              <a:rPr lang="ko-KR" altLang="en-US" sz="900" b="1" dirty="0">
                <a:latin typeface="+mn-ea"/>
                <a:ea typeface="+mn-ea"/>
              </a:rPr>
              <a:t> 없이 지속 가능한 교직 생활을 위한 마음 건강 관리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김교육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★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4.8 | 156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명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4F9CA3E-DD6D-E0FF-E6E4-75ECBC389A7C}"/>
              </a:ext>
            </a:extLst>
          </p:cNvPr>
          <p:cNvGrpSpPr/>
          <p:nvPr/>
        </p:nvGrpSpPr>
        <p:grpSpPr>
          <a:xfrm>
            <a:off x="1562694" y="1832908"/>
            <a:ext cx="1865081" cy="889093"/>
            <a:chOff x="5617382" y="4110731"/>
            <a:chExt cx="1926053" cy="883141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046E421D-F968-5147-2014-C3C427C6DE79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58B9A048-D06B-C709-29C8-95625C5B19D8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CCE25D6A-E6A0-7943-E61B-B546DCDFB3E1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DFA83D6D-8EA7-174F-53D3-342D86E14225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60" name="직선 연결선 59">
                  <a:extLst>
                    <a:ext uri="{FF2B5EF4-FFF2-40B4-BE49-F238E27FC236}">
                      <a16:creationId xmlns:a16="http://schemas.microsoft.com/office/drawing/2014/main" id="{DF421790-58EF-8720-ADEA-61C4D691CBE2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1" name="직선 연결선 60">
                  <a:extLst>
                    <a:ext uri="{FF2B5EF4-FFF2-40B4-BE49-F238E27FC236}">
                      <a16:creationId xmlns:a16="http://schemas.microsoft.com/office/drawing/2014/main" id="{4054E73A-B61E-E2DA-9B28-265138C0D266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287360AB-E250-D665-44FD-B2B02FCA4850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21A3E48D-C204-7399-3272-80CC9BF6F1E0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9A9B0F00-C9CF-63D9-9995-0D08B2CE464B}"/>
              </a:ext>
            </a:extLst>
          </p:cNvPr>
          <p:cNvGrpSpPr/>
          <p:nvPr/>
        </p:nvGrpSpPr>
        <p:grpSpPr>
          <a:xfrm>
            <a:off x="3508055" y="1832908"/>
            <a:ext cx="1988878" cy="1572209"/>
            <a:chOff x="3504985" y="4372478"/>
            <a:chExt cx="1988878" cy="1572209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3A38FEB-B5BC-BEFC-CC01-7F7171A52F8E}"/>
                </a:ext>
              </a:extLst>
            </p:cNvPr>
            <p:cNvSpPr txBox="1"/>
            <p:nvPr/>
          </p:nvSpPr>
          <p:spPr>
            <a:xfrm>
              <a:off x="3504985" y="5267579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프로젝트 수업의 </a:t>
              </a:r>
              <a:r>
                <a:rPr lang="en-US" altLang="ko-KR" sz="900" b="1" dirty="0">
                  <a:latin typeface="+mn-ea"/>
                  <a:ea typeface="+mn-ea"/>
                </a:rPr>
                <a:t>A to Z, </a:t>
              </a:r>
              <a:r>
                <a:rPr lang="ko-KR" altLang="en-US" sz="900" b="1" dirty="0">
                  <a:latin typeface="+mn-ea"/>
                  <a:ea typeface="+mn-ea"/>
                </a:rPr>
                <a:t>기획부터 평가까지 완벽 가이드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박수업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5565AA57-884A-65F9-963E-6A2161508D61}"/>
                </a:ext>
              </a:extLst>
            </p:cNvPr>
            <p:cNvGrpSpPr/>
            <p:nvPr/>
          </p:nvGrpSpPr>
          <p:grpSpPr>
            <a:xfrm>
              <a:off x="3589402" y="4372478"/>
              <a:ext cx="1865081" cy="889093"/>
              <a:chOff x="5617382" y="4110731"/>
              <a:chExt cx="1926053" cy="883141"/>
            </a:xfrm>
          </p:grpSpPr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2431AC2D-DD13-C60B-A34F-2F490433F1F8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AB9DFE30-74A0-E6FD-255E-1E79CA526337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101" name="직사각형 100">
                  <a:extLst>
                    <a:ext uri="{FF2B5EF4-FFF2-40B4-BE49-F238E27FC236}">
                      <a16:creationId xmlns:a16="http://schemas.microsoft.com/office/drawing/2014/main" id="{041D1011-2736-4A0D-7A3B-A7BF6A288E64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102" name="그룹 101">
                  <a:extLst>
                    <a:ext uri="{FF2B5EF4-FFF2-40B4-BE49-F238E27FC236}">
                      <a16:creationId xmlns:a16="http://schemas.microsoft.com/office/drawing/2014/main" id="{73BA4F5F-7CBA-3903-9392-103867AB5711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104" name="직선 연결선 103">
                    <a:extLst>
                      <a:ext uri="{FF2B5EF4-FFF2-40B4-BE49-F238E27FC236}">
                        <a16:creationId xmlns:a16="http://schemas.microsoft.com/office/drawing/2014/main" id="{2E70EAD9-7DA0-DC50-D80A-7FF26B16D68A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05" name="직선 연결선 104">
                    <a:extLst>
                      <a:ext uri="{FF2B5EF4-FFF2-40B4-BE49-F238E27FC236}">
                        <a16:creationId xmlns:a16="http://schemas.microsoft.com/office/drawing/2014/main" id="{17CA6A6B-D861-285A-2C70-5A59A315CFDD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07343FFB-A9B5-404C-4D31-0BD5D75FD34B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5EA12582-FDB3-28BA-5C83-BA61F9FBF5E4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B812654F-A09A-C804-125B-5AB7C3A79894}"/>
              </a:ext>
            </a:extLst>
          </p:cNvPr>
          <p:cNvGrpSpPr/>
          <p:nvPr/>
        </p:nvGrpSpPr>
        <p:grpSpPr>
          <a:xfrm>
            <a:off x="5537833" y="1832908"/>
            <a:ext cx="1988878" cy="1572209"/>
            <a:chOff x="3504985" y="4372478"/>
            <a:chExt cx="1988878" cy="1572209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4081313C-3B13-7C6A-5195-59321C8B7C76}"/>
                </a:ext>
              </a:extLst>
            </p:cNvPr>
            <p:cNvSpPr txBox="1"/>
            <p:nvPr/>
          </p:nvSpPr>
          <p:spPr>
            <a:xfrm>
              <a:off x="3504985" y="5267579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학교 문화 혁신을 위한 교사 협력과 전문적 학습공동체 운영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최협력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17768577-6266-4B3F-4B52-A17AAA0A49A4}"/>
                </a:ext>
              </a:extLst>
            </p:cNvPr>
            <p:cNvGrpSpPr/>
            <p:nvPr/>
          </p:nvGrpSpPr>
          <p:grpSpPr>
            <a:xfrm>
              <a:off x="3589402" y="4372478"/>
              <a:ext cx="1865081" cy="889093"/>
              <a:chOff x="5617382" y="4110731"/>
              <a:chExt cx="1926053" cy="883141"/>
            </a:xfrm>
          </p:grpSpPr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765BC4E0-2601-E0AF-DFB1-B810FE416574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FB83218B-4D33-D4FF-C28A-2002FEF48616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005D2B26-9812-DE6E-9314-60011B31BAEE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116" name="그룹 115">
                  <a:extLst>
                    <a:ext uri="{FF2B5EF4-FFF2-40B4-BE49-F238E27FC236}">
                      <a16:creationId xmlns:a16="http://schemas.microsoft.com/office/drawing/2014/main" id="{7B4EDC4D-F255-8499-1D9A-3373CF61196D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118" name="직선 연결선 117">
                    <a:extLst>
                      <a:ext uri="{FF2B5EF4-FFF2-40B4-BE49-F238E27FC236}">
                        <a16:creationId xmlns:a16="http://schemas.microsoft.com/office/drawing/2014/main" id="{D98C597A-985F-2CDB-53B8-9AAEBC03577D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19" name="직선 연결선 118">
                    <a:extLst>
                      <a:ext uri="{FF2B5EF4-FFF2-40B4-BE49-F238E27FC236}">
                        <a16:creationId xmlns:a16="http://schemas.microsoft.com/office/drawing/2014/main" id="{DB7D9252-8585-10A0-3D47-534A1BC922EF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C33542FB-E151-A042-8BE7-A70230445A9F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117" name="사각형: 둥근 모서리 116">
                  <a:extLst>
                    <a:ext uri="{FF2B5EF4-FFF2-40B4-BE49-F238E27FC236}">
                      <a16:creationId xmlns:a16="http://schemas.microsoft.com/office/drawing/2014/main" id="{9C1BF75D-AA27-EA3C-D368-A8B7A945BB51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8634BD75-C280-224F-EEE5-EB09CB33037D}"/>
              </a:ext>
            </a:extLst>
          </p:cNvPr>
          <p:cNvSpPr txBox="1"/>
          <p:nvPr/>
        </p:nvSpPr>
        <p:spPr>
          <a:xfrm>
            <a:off x="7569993" y="2728009"/>
            <a:ext cx="1988878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  <a:ea typeface="+mn-ea"/>
              </a:rPr>
              <a:t>교육 현장의 갈등 상황 해결을 위한 문제해결 전략과 실제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박힐링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★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4.8 | 156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명</a:t>
            </a:r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A2A0DD11-D374-7111-35EF-9AA542B54BF2}"/>
              </a:ext>
            </a:extLst>
          </p:cNvPr>
          <p:cNvGrpSpPr/>
          <p:nvPr/>
        </p:nvGrpSpPr>
        <p:grpSpPr>
          <a:xfrm>
            <a:off x="7652029" y="1832908"/>
            <a:ext cx="1865081" cy="889093"/>
            <a:chOff x="5617382" y="4110731"/>
            <a:chExt cx="1926053" cy="883141"/>
          </a:xfrm>
        </p:grpSpPr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104DD3FF-F003-8FCB-3281-D9819F709B95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D4DECC43-3F1B-5246-8FD1-0B9A44E8DB6C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92A4E6C9-7110-8942-2E7E-2576052DDC78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126" name="그룹 125">
                <a:extLst>
                  <a:ext uri="{FF2B5EF4-FFF2-40B4-BE49-F238E27FC236}">
                    <a16:creationId xmlns:a16="http://schemas.microsoft.com/office/drawing/2014/main" id="{00E51664-5CCE-B75A-4DA0-DAA67BE6976B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128" name="직선 연결선 127">
                  <a:extLst>
                    <a:ext uri="{FF2B5EF4-FFF2-40B4-BE49-F238E27FC236}">
                      <a16:creationId xmlns:a16="http://schemas.microsoft.com/office/drawing/2014/main" id="{B263ECD5-083F-87DE-5094-F8B6F49FD081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29" name="직선 연결선 128">
                  <a:extLst>
                    <a:ext uri="{FF2B5EF4-FFF2-40B4-BE49-F238E27FC236}">
                      <a16:creationId xmlns:a16="http://schemas.microsoft.com/office/drawing/2014/main" id="{4B0DF46B-5100-9A86-4A71-E99C9FF97281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DBB3CC2B-1059-E143-8ADC-14B7272D8EF8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27" name="사각형: 둥근 모서리 126">
                <a:extLst>
                  <a:ext uri="{FF2B5EF4-FFF2-40B4-BE49-F238E27FC236}">
                    <a16:creationId xmlns:a16="http://schemas.microsoft.com/office/drawing/2014/main" id="{8742082C-FC20-FE9D-D0B8-61BD64A73259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948C23A0-E464-7693-9EA7-9B0A099E0FE0}"/>
              </a:ext>
            </a:extLst>
          </p:cNvPr>
          <p:cNvGrpSpPr/>
          <p:nvPr/>
        </p:nvGrpSpPr>
        <p:grpSpPr>
          <a:xfrm>
            <a:off x="2888341" y="3094773"/>
            <a:ext cx="542786" cy="248085"/>
            <a:chOff x="2874055" y="3220778"/>
            <a:chExt cx="542786" cy="248085"/>
          </a:xfrm>
        </p:grpSpPr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05D43DDD-F87D-ED2E-60E5-E791EB8C7CEF}"/>
                </a:ext>
              </a:extLst>
            </p:cNvPr>
            <p:cNvGrpSpPr/>
            <p:nvPr/>
          </p:nvGrpSpPr>
          <p:grpSpPr>
            <a:xfrm>
              <a:off x="3168756" y="3220778"/>
              <a:ext cx="248085" cy="248085"/>
              <a:chOff x="3168756" y="3220778"/>
              <a:chExt cx="248085" cy="248085"/>
            </a:xfrm>
          </p:grpSpPr>
          <p:sp>
            <p:nvSpPr>
              <p:cNvPr id="136" name="타원 135">
                <a:extLst>
                  <a:ext uri="{FF2B5EF4-FFF2-40B4-BE49-F238E27FC236}">
                    <a16:creationId xmlns:a16="http://schemas.microsoft.com/office/drawing/2014/main" id="{22CED2CD-A37A-08A6-DED6-70CCC6DC95BD}"/>
                  </a:ext>
                </a:extLst>
              </p:cNvPr>
              <p:cNvSpPr/>
              <p:nvPr/>
            </p:nvSpPr>
            <p:spPr>
              <a:xfrm>
                <a:off x="3168756" y="3220778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37" name="그림 136">
                <a:extLst>
                  <a:ext uri="{FF2B5EF4-FFF2-40B4-BE49-F238E27FC236}">
                    <a16:creationId xmlns:a16="http://schemas.microsoft.com/office/drawing/2014/main" id="{6783E7F3-3BBA-026E-8C6E-3706381C41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2384" y="3279638"/>
                <a:ext cx="140829" cy="130365"/>
              </a:xfrm>
              <a:prstGeom prst="rect">
                <a:avLst/>
              </a:prstGeom>
            </p:spPr>
          </p:pic>
        </p:grp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3E42AE5C-9F65-A536-D65C-70359BAD638E}"/>
                </a:ext>
              </a:extLst>
            </p:cNvPr>
            <p:cNvGrpSpPr/>
            <p:nvPr/>
          </p:nvGrpSpPr>
          <p:grpSpPr>
            <a:xfrm>
              <a:off x="2874055" y="3220778"/>
              <a:ext cx="248085" cy="248085"/>
              <a:chOff x="2874055" y="3220778"/>
              <a:chExt cx="248085" cy="248085"/>
            </a:xfrm>
          </p:grpSpPr>
          <p:sp>
            <p:nvSpPr>
              <p:cNvPr id="134" name="타원 133">
                <a:extLst>
                  <a:ext uri="{FF2B5EF4-FFF2-40B4-BE49-F238E27FC236}">
                    <a16:creationId xmlns:a16="http://schemas.microsoft.com/office/drawing/2014/main" id="{010A3642-AB02-0BE6-B30F-B1BEC7B6EF0A}"/>
                  </a:ext>
                </a:extLst>
              </p:cNvPr>
              <p:cNvSpPr/>
              <p:nvPr/>
            </p:nvSpPr>
            <p:spPr>
              <a:xfrm>
                <a:off x="2874055" y="3220778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35" name="그림 134">
                <a:extLst>
                  <a:ext uri="{FF2B5EF4-FFF2-40B4-BE49-F238E27FC236}">
                    <a16:creationId xmlns:a16="http://schemas.microsoft.com/office/drawing/2014/main" id="{D4CD2A9C-21A2-253D-1AB5-752AB1D290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26388" y="3273111"/>
                <a:ext cx="143418" cy="143418"/>
              </a:xfrm>
              <a:prstGeom prst="rect">
                <a:avLst/>
              </a:prstGeom>
            </p:spPr>
          </p:pic>
        </p:grp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FFFD2346-9F0C-DFE2-F183-4CF1B6EE0B68}"/>
              </a:ext>
            </a:extLst>
          </p:cNvPr>
          <p:cNvGrpSpPr/>
          <p:nvPr/>
        </p:nvGrpSpPr>
        <p:grpSpPr>
          <a:xfrm>
            <a:off x="4920023" y="3094773"/>
            <a:ext cx="542786" cy="248085"/>
            <a:chOff x="4900975" y="3220778"/>
            <a:chExt cx="542786" cy="248085"/>
          </a:xfrm>
        </p:grpSpPr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19EDC0E9-4B2C-E5F6-1623-A696055A91D3}"/>
                </a:ext>
              </a:extLst>
            </p:cNvPr>
            <p:cNvGrpSpPr/>
            <p:nvPr/>
          </p:nvGrpSpPr>
          <p:grpSpPr>
            <a:xfrm>
              <a:off x="5195676" y="3220778"/>
              <a:ext cx="248085" cy="248085"/>
              <a:chOff x="3168756" y="3220778"/>
              <a:chExt cx="248085" cy="248085"/>
            </a:xfrm>
          </p:grpSpPr>
          <p:sp>
            <p:nvSpPr>
              <p:cNvPr id="143" name="타원 142">
                <a:extLst>
                  <a:ext uri="{FF2B5EF4-FFF2-40B4-BE49-F238E27FC236}">
                    <a16:creationId xmlns:a16="http://schemas.microsoft.com/office/drawing/2014/main" id="{B9C92077-FB4E-7F18-5057-9B34889461FC}"/>
                  </a:ext>
                </a:extLst>
              </p:cNvPr>
              <p:cNvSpPr/>
              <p:nvPr/>
            </p:nvSpPr>
            <p:spPr>
              <a:xfrm>
                <a:off x="3168756" y="3220778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44" name="그림 143">
                <a:extLst>
                  <a:ext uri="{FF2B5EF4-FFF2-40B4-BE49-F238E27FC236}">
                    <a16:creationId xmlns:a16="http://schemas.microsoft.com/office/drawing/2014/main" id="{40DF7E48-EFCE-ED56-6753-0AF46CFB39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2384" y="3279638"/>
                <a:ext cx="140829" cy="130365"/>
              </a:xfrm>
              <a:prstGeom prst="rect">
                <a:avLst/>
              </a:prstGeom>
            </p:spPr>
          </p:pic>
        </p:grp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9F685143-E819-3983-8ECE-726894D45038}"/>
                </a:ext>
              </a:extLst>
            </p:cNvPr>
            <p:cNvGrpSpPr/>
            <p:nvPr/>
          </p:nvGrpSpPr>
          <p:grpSpPr>
            <a:xfrm>
              <a:off x="4900975" y="3220778"/>
              <a:ext cx="248085" cy="248085"/>
              <a:chOff x="2874055" y="3220778"/>
              <a:chExt cx="248085" cy="248085"/>
            </a:xfrm>
          </p:grpSpPr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A07A993A-1542-E14E-7779-31858CFA0F46}"/>
                  </a:ext>
                </a:extLst>
              </p:cNvPr>
              <p:cNvSpPr/>
              <p:nvPr/>
            </p:nvSpPr>
            <p:spPr>
              <a:xfrm>
                <a:off x="2874055" y="3220778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42" name="그림 141">
                <a:extLst>
                  <a:ext uri="{FF2B5EF4-FFF2-40B4-BE49-F238E27FC236}">
                    <a16:creationId xmlns:a16="http://schemas.microsoft.com/office/drawing/2014/main" id="{80E86B08-B7F4-8A8E-4C9E-637F449439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26388" y="3273111"/>
                <a:ext cx="143418" cy="143418"/>
              </a:xfrm>
              <a:prstGeom prst="rect">
                <a:avLst/>
              </a:prstGeom>
            </p:spPr>
          </p:pic>
        </p:grpSp>
      </p:grp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216C0913-E354-624D-3456-22AE1CC61EBD}"/>
              </a:ext>
            </a:extLst>
          </p:cNvPr>
          <p:cNvGrpSpPr/>
          <p:nvPr/>
        </p:nvGrpSpPr>
        <p:grpSpPr>
          <a:xfrm>
            <a:off x="6945673" y="3094773"/>
            <a:ext cx="542786" cy="248085"/>
            <a:chOff x="4900975" y="3220778"/>
            <a:chExt cx="542786" cy="248085"/>
          </a:xfrm>
        </p:grpSpPr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334E63C8-4B07-EC28-AADB-7BA43C1C7523}"/>
                </a:ext>
              </a:extLst>
            </p:cNvPr>
            <p:cNvGrpSpPr/>
            <p:nvPr/>
          </p:nvGrpSpPr>
          <p:grpSpPr>
            <a:xfrm>
              <a:off x="5195676" y="3220778"/>
              <a:ext cx="248085" cy="248085"/>
              <a:chOff x="3168756" y="3220778"/>
              <a:chExt cx="248085" cy="248085"/>
            </a:xfrm>
          </p:grpSpPr>
          <p:sp>
            <p:nvSpPr>
              <p:cNvPr id="150" name="타원 149">
                <a:extLst>
                  <a:ext uri="{FF2B5EF4-FFF2-40B4-BE49-F238E27FC236}">
                    <a16:creationId xmlns:a16="http://schemas.microsoft.com/office/drawing/2014/main" id="{1BA100BD-AE5A-E497-3CC6-D611550A6C64}"/>
                  </a:ext>
                </a:extLst>
              </p:cNvPr>
              <p:cNvSpPr/>
              <p:nvPr/>
            </p:nvSpPr>
            <p:spPr>
              <a:xfrm>
                <a:off x="3168756" y="3220778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51" name="그림 150">
                <a:extLst>
                  <a:ext uri="{FF2B5EF4-FFF2-40B4-BE49-F238E27FC236}">
                    <a16:creationId xmlns:a16="http://schemas.microsoft.com/office/drawing/2014/main" id="{842B8C8E-8616-43FB-09C0-DE6562DA18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2384" y="3279638"/>
                <a:ext cx="140829" cy="130365"/>
              </a:xfrm>
              <a:prstGeom prst="rect">
                <a:avLst/>
              </a:prstGeom>
            </p:spPr>
          </p:pic>
        </p:grpSp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3974D7D4-3C2E-FA26-2329-86A0B2C72D7E}"/>
                </a:ext>
              </a:extLst>
            </p:cNvPr>
            <p:cNvGrpSpPr/>
            <p:nvPr/>
          </p:nvGrpSpPr>
          <p:grpSpPr>
            <a:xfrm>
              <a:off x="4900975" y="3220778"/>
              <a:ext cx="248085" cy="248085"/>
              <a:chOff x="2874055" y="3220778"/>
              <a:chExt cx="248085" cy="248085"/>
            </a:xfrm>
          </p:grpSpPr>
          <p:sp>
            <p:nvSpPr>
              <p:cNvPr id="148" name="타원 147">
                <a:extLst>
                  <a:ext uri="{FF2B5EF4-FFF2-40B4-BE49-F238E27FC236}">
                    <a16:creationId xmlns:a16="http://schemas.microsoft.com/office/drawing/2014/main" id="{89A3E25D-1DC1-7E35-AB99-DA10C963CCB6}"/>
                  </a:ext>
                </a:extLst>
              </p:cNvPr>
              <p:cNvSpPr/>
              <p:nvPr/>
            </p:nvSpPr>
            <p:spPr>
              <a:xfrm>
                <a:off x="2874055" y="3220778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49" name="그림 148">
                <a:extLst>
                  <a:ext uri="{FF2B5EF4-FFF2-40B4-BE49-F238E27FC236}">
                    <a16:creationId xmlns:a16="http://schemas.microsoft.com/office/drawing/2014/main" id="{9413A261-956D-AC7B-49CD-B4B6F61482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26388" y="3273111"/>
                <a:ext cx="143418" cy="143418"/>
              </a:xfrm>
              <a:prstGeom prst="rect">
                <a:avLst/>
              </a:prstGeom>
            </p:spPr>
          </p:pic>
        </p:grp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22970727-99B3-7DC9-F687-0A44E5BD6ABF}"/>
              </a:ext>
            </a:extLst>
          </p:cNvPr>
          <p:cNvGrpSpPr/>
          <p:nvPr/>
        </p:nvGrpSpPr>
        <p:grpSpPr>
          <a:xfrm>
            <a:off x="8976880" y="3094773"/>
            <a:ext cx="542786" cy="248085"/>
            <a:chOff x="4900975" y="3220778"/>
            <a:chExt cx="542786" cy="248085"/>
          </a:xfrm>
        </p:grpSpPr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F346257A-CB82-7D3A-9F03-682C1FDC2CB4}"/>
                </a:ext>
              </a:extLst>
            </p:cNvPr>
            <p:cNvGrpSpPr/>
            <p:nvPr/>
          </p:nvGrpSpPr>
          <p:grpSpPr>
            <a:xfrm>
              <a:off x="5195676" y="3220778"/>
              <a:ext cx="248085" cy="248085"/>
              <a:chOff x="3168756" y="3220778"/>
              <a:chExt cx="248085" cy="248085"/>
            </a:xfrm>
          </p:grpSpPr>
          <p:sp>
            <p:nvSpPr>
              <p:cNvPr id="157" name="타원 156">
                <a:extLst>
                  <a:ext uri="{FF2B5EF4-FFF2-40B4-BE49-F238E27FC236}">
                    <a16:creationId xmlns:a16="http://schemas.microsoft.com/office/drawing/2014/main" id="{7DC78609-96E1-4E55-E30C-8B4F8F227F0B}"/>
                  </a:ext>
                </a:extLst>
              </p:cNvPr>
              <p:cNvSpPr/>
              <p:nvPr/>
            </p:nvSpPr>
            <p:spPr>
              <a:xfrm>
                <a:off x="3168756" y="3220778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58" name="그림 157">
                <a:extLst>
                  <a:ext uri="{FF2B5EF4-FFF2-40B4-BE49-F238E27FC236}">
                    <a16:creationId xmlns:a16="http://schemas.microsoft.com/office/drawing/2014/main" id="{AF783119-8B90-4CCA-1BE0-60006C8A6D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2384" y="3279638"/>
                <a:ext cx="140829" cy="130365"/>
              </a:xfrm>
              <a:prstGeom prst="rect">
                <a:avLst/>
              </a:prstGeom>
            </p:spPr>
          </p:pic>
        </p:grp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D4909214-57C2-0DAB-CB20-BF2F42BF046C}"/>
                </a:ext>
              </a:extLst>
            </p:cNvPr>
            <p:cNvGrpSpPr/>
            <p:nvPr/>
          </p:nvGrpSpPr>
          <p:grpSpPr>
            <a:xfrm>
              <a:off x="4900975" y="3220778"/>
              <a:ext cx="248085" cy="248085"/>
              <a:chOff x="2874055" y="3220778"/>
              <a:chExt cx="248085" cy="248085"/>
            </a:xfrm>
          </p:grpSpPr>
          <p:sp>
            <p:nvSpPr>
              <p:cNvPr id="155" name="타원 154">
                <a:extLst>
                  <a:ext uri="{FF2B5EF4-FFF2-40B4-BE49-F238E27FC236}">
                    <a16:creationId xmlns:a16="http://schemas.microsoft.com/office/drawing/2014/main" id="{C53CA3AC-E5E7-733C-31A5-241A6104DEAE}"/>
                  </a:ext>
                </a:extLst>
              </p:cNvPr>
              <p:cNvSpPr/>
              <p:nvPr/>
            </p:nvSpPr>
            <p:spPr>
              <a:xfrm>
                <a:off x="2874055" y="3220778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56" name="그림 155">
                <a:extLst>
                  <a:ext uri="{FF2B5EF4-FFF2-40B4-BE49-F238E27FC236}">
                    <a16:creationId xmlns:a16="http://schemas.microsoft.com/office/drawing/2014/main" id="{828FDE03-61CB-3395-25B8-3F58FCB2B4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26388" y="3273111"/>
                <a:ext cx="143418" cy="143418"/>
              </a:xfrm>
              <a:prstGeom prst="rect">
                <a:avLst/>
              </a:prstGeom>
            </p:spPr>
          </p:pic>
        </p:grp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56B5C2BA-4ECC-6BA6-18D0-5CACE9D56C2D}"/>
              </a:ext>
            </a:extLst>
          </p:cNvPr>
          <p:cNvGrpSpPr/>
          <p:nvPr/>
        </p:nvGrpSpPr>
        <p:grpSpPr>
          <a:xfrm>
            <a:off x="1555479" y="3572387"/>
            <a:ext cx="7956000" cy="308244"/>
            <a:chOff x="1409337" y="3497166"/>
            <a:chExt cx="7452000" cy="308244"/>
          </a:xfrm>
        </p:grpSpPr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7FD23846-3A6F-3F4D-377C-6B3D3390EC2E}"/>
                </a:ext>
              </a:extLst>
            </p:cNvPr>
            <p:cNvCxnSpPr>
              <a:cxnSpLocks/>
            </p:cNvCxnSpPr>
            <p:nvPr/>
          </p:nvCxnSpPr>
          <p:spPr>
            <a:xfrm>
              <a:off x="1409337" y="3620733"/>
              <a:ext cx="745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사각형: 둥근 모서리 160">
              <a:extLst>
                <a:ext uri="{FF2B5EF4-FFF2-40B4-BE49-F238E27FC236}">
                  <a16:creationId xmlns:a16="http://schemas.microsoft.com/office/drawing/2014/main" id="{F4664B4A-6C1B-4654-A854-E91A19DAC75A}"/>
                </a:ext>
              </a:extLst>
            </p:cNvPr>
            <p:cNvSpPr/>
            <p:nvPr/>
          </p:nvSpPr>
          <p:spPr>
            <a:xfrm>
              <a:off x="4228736" y="3497166"/>
              <a:ext cx="1415444" cy="24713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더보기</a:t>
              </a:r>
              <a:endPara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71308311-9CF0-80EB-50D8-F94B847DA433}"/>
                </a:ext>
              </a:extLst>
            </p:cNvPr>
            <p:cNvSpPr txBox="1"/>
            <p:nvPr/>
          </p:nvSpPr>
          <p:spPr>
            <a:xfrm>
              <a:off x="5252268" y="3543800"/>
              <a:ext cx="38258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﹀</a:t>
              </a:r>
              <a:endParaRPr lang="ko-KR" altLang="en-US" dirty="0"/>
            </a:p>
          </p:txBody>
        </p:sp>
      </p:grpSp>
      <p:sp>
        <p:nvSpPr>
          <p:cNvPr id="163" name="타원 162">
            <a:extLst>
              <a:ext uri="{FF2B5EF4-FFF2-40B4-BE49-F238E27FC236}">
                <a16:creationId xmlns:a16="http://schemas.microsoft.com/office/drawing/2014/main" id="{319D14E7-643C-4651-1379-8DCC3559F33E}"/>
              </a:ext>
            </a:extLst>
          </p:cNvPr>
          <p:cNvSpPr/>
          <p:nvPr/>
        </p:nvSpPr>
        <p:spPr>
          <a:xfrm>
            <a:off x="2767910" y="302679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" name="타원 163">
            <a:extLst>
              <a:ext uri="{FF2B5EF4-FFF2-40B4-BE49-F238E27FC236}">
                <a16:creationId xmlns:a16="http://schemas.microsoft.com/office/drawing/2014/main" id="{F5F9B896-0DAC-9E3C-6605-0AE4D81F4A90}"/>
              </a:ext>
            </a:extLst>
          </p:cNvPr>
          <p:cNvSpPr/>
          <p:nvPr/>
        </p:nvSpPr>
        <p:spPr>
          <a:xfrm>
            <a:off x="3102594" y="302321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2CA37026-53FE-783E-9911-EF0BBEBE8A21}"/>
              </a:ext>
            </a:extLst>
          </p:cNvPr>
          <p:cNvSpPr/>
          <p:nvPr/>
        </p:nvSpPr>
        <p:spPr>
          <a:xfrm>
            <a:off x="1420189" y="181082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402E866E-9623-900C-7049-A42ECA705CAC}"/>
              </a:ext>
            </a:extLst>
          </p:cNvPr>
          <p:cNvSpPr txBox="1"/>
          <p:nvPr/>
        </p:nvSpPr>
        <p:spPr>
          <a:xfrm>
            <a:off x="1467484" y="1519378"/>
            <a:ext cx="1467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내가 담은 모듈</a:t>
            </a:r>
            <a:endParaRPr lang="en-US" altLang="ko-KR" sz="10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9DD1F2F-23E4-720B-E9F9-52A5E9CDFA7A}"/>
              </a:ext>
            </a:extLst>
          </p:cNvPr>
          <p:cNvSpPr txBox="1"/>
          <p:nvPr/>
        </p:nvSpPr>
        <p:spPr>
          <a:xfrm>
            <a:off x="1467484" y="3945256"/>
            <a:ext cx="1467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내가 만든 모듈</a:t>
            </a:r>
            <a:endParaRPr lang="en-US" altLang="ko-KR" sz="10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D0748A6D-AB91-A0C2-10D9-CA33DCFBB9D0}"/>
              </a:ext>
            </a:extLst>
          </p:cNvPr>
          <p:cNvSpPr/>
          <p:nvPr/>
        </p:nvSpPr>
        <p:spPr>
          <a:xfrm>
            <a:off x="8247759" y="1462637"/>
            <a:ext cx="1344342" cy="276999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72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00" b="1" spc="-90" dirty="0">
                <a:solidFill>
                  <a:schemeClr val="bg1"/>
                </a:solidFill>
                <a:latin typeface="+mn-ea"/>
              </a:rPr>
              <a:t>내 모듈 만들기</a:t>
            </a:r>
          </a:p>
        </p:txBody>
      </p:sp>
      <p:sp>
        <p:nvSpPr>
          <p:cNvPr id="169" name="타원 168">
            <a:extLst>
              <a:ext uri="{FF2B5EF4-FFF2-40B4-BE49-F238E27FC236}">
                <a16:creationId xmlns:a16="http://schemas.microsoft.com/office/drawing/2014/main" id="{3B242C66-857A-D742-989C-BF1D3D696137}"/>
              </a:ext>
            </a:extLst>
          </p:cNvPr>
          <p:cNvSpPr/>
          <p:nvPr/>
        </p:nvSpPr>
        <p:spPr>
          <a:xfrm>
            <a:off x="8113034" y="145140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525B10D-B68C-FEC3-8570-2101ECF3E793}"/>
              </a:ext>
            </a:extLst>
          </p:cNvPr>
          <p:cNvSpPr txBox="1"/>
          <p:nvPr/>
        </p:nvSpPr>
        <p:spPr>
          <a:xfrm>
            <a:off x="3511227" y="5181385"/>
            <a:ext cx="1988878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  <a:ea typeface="+mn-ea"/>
              </a:rPr>
              <a:t>학생 개별 맞춤형 상담 기법과 실제 사례로 배우는 상담 기초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박수업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★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4.8 | 156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명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D2904CC-AF34-15A8-9AEF-05B7298FF86C}"/>
              </a:ext>
            </a:extLst>
          </p:cNvPr>
          <p:cNvSpPr txBox="1"/>
          <p:nvPr/>
        </p:nvSpPr>
        <p:spPr>
          <a:xfrm>
            <a:off x="1480658" y="5181385"/>
            <a:ext cx="1988878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en-US" altLang="ko-KR" sz="900" b="1" dirty="0">
                <a:latin typeface="+mn-ea"/>
                <a:ea typeface="+mn-ea"/>
              </a:rPr>
              <a:t>2022 </a:t>
            </a:r>
            <a:r>
              <a:rPr lang="ko-KR" altLang="en-US" sz="900" b="1" dirty="0">
                <a:latin typeface="+mn-ea"/>
                <a:ea typeface="+mn-ea"/>
              </a:rPr>
              <a:t>개정 교육과정 기반 프로젝트 수업 설계와 실제 적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김교육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★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4.8 | 156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명</a:t>
            </a:r>
          </a:p>
        </p:txBody>
      </p: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D5B4A5E2-B9D4-61D7-BF2E-E17E9A346212}"/>
              </a:ext>
            </a:extLst>
          </p:cNvPr>
          <p:cNvGrpSpPr/>
          <p:nvPr/>
        </p:nvGrpSpPr>
        <p:grpSpPr>
          <a:xfrm>
            <a:off x="1562694" y="4286284"/>
            <a:ext cx="1865081" cy="889093"/>
            <a:chOff x="5617382" y="4110731"/>
            <a:chExt cx="1926053" cy="883141"/>
          </a:xfrm>
        </p:grpSpPr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D03E55B1-9776-CC0C-4623-A88DE5A9917A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CED43474-5511-F5D7-AB80-8553349C5CF1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175" name="직사각형 174">
                <a:extLst>
                  <a:ext uri="{FF2B5EF4-FFF2-40B4-BE49-F238E27FC236}">
                    <a16:creationId xmlns:a16="http://schemas.microsoft.com/office/drawing/2014/main" id="{385A0B16-E6C0-7971-FAE0-27CC4644FBC2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176" name="그룹 175">
                <a:extLst>
                  <a:ext uri="{FF2B5EF4-FFF2-40B4-BE49-F238E27FC236}">
                    <a16:creationId xmlns:a16="http://schemas.microsoft.com/office/drawing/2014/main" id="{A7ADE451-A997-7F2E-6A5C-DAABFE91F79D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178" name="직선 연결선 177">
                  <a:extLst>
                    <a:ext uri="{FF2B5EF4-FFF2-40B4-BE49-F238E27FC236}">
                      <a16:creationId xmlns:a16="http://schemas.microsoft.com/office/drawing/2014/main" id="{91BCEA35-D2EF-3DCD-3982-915E71B7594F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9" name="직선 연결선 178">
                  <a:extLst>
                    <a:ext uri="{FF2B5EF4-FFF2-40B4-BE49-F238E27FC236}">
                      <a16:creationId xmlns:a16="http://schemas.microsoft.com/office/drawing/2014/main" id="{0406B51A-997A-CF02-C8B3-ECD00247A176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43694730-BA10-2517-100B-26BD3F044DB0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77" name="사각형: 둥근 모서리 176">
                <a:extLst>
                  <a:ext uri="{FF2B5EF4-FFF2-40B4-BE49-F238E27FC236}">
                    <a16:creationId xmlns:a16="http://schemas.microsoft.com/office/drawing/2014/main" id="{BE2F0E88-5F1D-BC03-6615-373936B002CA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45B510E9-72A8-8F00-FF6F-6313CA1A97FD}"/>
              </a:ext>
            </a:extLst>
          </p:cNvPr>
          <p:cNvGrpSpPr/>
          <p:nvPr/>
        </p:nvGrpSpPr>
        <p:grpSpPr>
          <a:xfrm>
            <a:off x="2888341" y="5548149"/>
            <a:ext cx="542786" cy="248085"/>
            <a:chOff x="2888341" y="3515523"/>
            <a:chExt cx="542786" cy="248085"/>
          </a:xfrm>
        </p:grpSpPr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376FB0A1-FB41-1F41-A15F-B1FF23A32A34}"/>
                </a:ext>
              </a:extLst>
            </p:cNvPr>
            <p:cNvGrpSpPr/>
            <p:nvPr/>
          </p:nvGrpSpPr>
          <p:grpSpPr>
            <a:xfrm>
              <a:off x="3183042" y="3515523"/>
              <a:ext cx="248085" cy="248085"/>
              <a:chOff x="3168756" y="3515523"/>
              <a:chExt cx="248085" cy="248085"/>
            </a:xfrm>
          </p:grpSpPr>
          <p:sp>
            <p:nvSpPr>
              <p:cNvPr id="186" name="타원 185">
                <a:extLst>
                  <a:ext uri="{FF2B5EF4-FFF2-40B4-BE49-F238E27FC236}">
                    <a16:creationId xmlns:a16="http://schemas.microsoft.com/office/drawing/2014/main" id="{AE6F5A64-38E6-2528-C2D9-034DAE86D884}"/>
                  </a:ext>
                </a:extLst>
              </p:cNvPr>
              <p:cNvSpPr/>
              <p:nvPr/>
            </p:nvSpPr>
            <p:spPr>
              <a:xfrm>
                <a:off x="3168756" y="3515523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87" name="그림 186">
                <a:extLst>
                  <a:ext uri="{FF2B5EF4-FFF2-40B4-BE49-F238E27FC236}">
                    <a16:creationId xmlns:a16="http://schemas.microsoft.com/office/drawing/2014/main" id="{EDF5636B-8757-A6A4-76F2-43FAEF43E2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2384" y="3574383"/>
                <a:ext cx="140829" cy="130365"/>
              </a:xfrm>
              <a:prstGeom prst="rect">
                <a:avLst/>
              </a:prstGeom>
            </p:spPr>
          </p:pic>
        </p:grp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BFC3CE2D-DC98-0F38-6D3F-A7A548820DD4}"/>
                </a:ext>
              </a:extLst>
            </p:cNvPr>
            <p:cNvGrpSpPr/>
            <p:nvPr/>
          </p:nvGrpSpPr>
          <p:grpSpPr>
            <a:xfrm>
              <a:off x="2888341" y="3515523"/>
              <a:ext cx="248085" cy="248085"/>
              <a:chOff x="2874055" y="3515523"/>
              <a:chExt cx="248085" cy="248085"/>
            </a:xfrm>
          </p:grpSpPr>
          <p:sp>
            <p:nvSpPr>
              <p:cNvPr id="184" name="타원 183">
                <a:extLst>
                  <a:ext uri="{FF2B5EF4-FFF2-40B4-BE49-F238E27FC236}">
                    <a16:creationId xmlns:a16="http://schemas.microsoft.com/office/drawing/2014/main" id="{0943828A-E6AB-7302-C725-B05A736149CD}"/>
                  </a:ext>
                </a:extLst>
              </p:cNvPr>
              <p:cNvSpPr/>
              <p:nvPr/>
            </p:nvSpPr>
            <p:spPr>
              <a:xfrm>
                <a:off x="2874055" y="3515523"/>
                <a:ext cx="248085" cy="24808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85" name="그림 184">
                <a:extLst>
                  <a:ext uri="{FF2B5EF4-FFF2-40B4-BE49-F238E27FC236}">
                    <a16:creationId xmlns:a16="http://schemas.microsoft.com/office/drawing/2014/main" id="{AE93D28E-5BC0-4958-FC1D-7F1B6DECBF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16092" y="3548034"/>
                <a:ext cx="173536" cy="173536"/>
              </a:xfrm>
              <a:prstGeom prst="rect">
                <a:avLst/>
              </a:prstGeom>
            </p:spPr>
          </p:pic>
        </p:grpSp>
      </p:grp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EEA5C0A8-7970-1792-4AF3-A15C8765C73D}"/>
              </a:ext>
            </a:extLst>
          </p:cNvPr>
          <p:cNvGrpSpPr/>
          <p:nvPr/>
        </p:nvGrpSpPr>
        <p:grpSpPr>
          <a:xfrm>
            <a:off x="3592472" y="4286284"/>
            <a:ext cx="1865081" cy="889093"/>
            <a:chOff x="5617382" y="4110731"/>
            <a:chExt cx="1926053" cy="883141"/>
          </a:xfrm>
        </p:grpSpPr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B7F5FA51-1480-359F-C1C0-8A25BB4F1058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190" name="그룹 189">
              <a:extLst>
                <a:ext uri="{FF2B5EF4-FFF2-40B4-BE49-F238E27FC236}">
                  <a16:creationId xmlns:a16="http://schemas.microsoft.com/office/drawing/2014/main" id="{6A050B20-217A-5DF1-5D43-EE905D412F01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530F9A27-A0DC-DA27-9283-56BBD6A90E15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192" name="그룹 191">
                <a:extLst>
                  <a:ext uri="{FF2B5EF4-FFF2-40B4-BE49-F238E27FC236}">
                    <a16:creationId xmlns:a16="http://schemas.microsoft.com/office/drawing/2014/main" id="{3A7C8F16-6C66-B303-BBB3-2550AB27C34C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EBE0F2E3-87B7-2BB9-0133-5339A92B1067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95" name="직선 연결선 194">
                  <a:extLst>
                    <a:ext uri="{FF2B5EF4-FFF2-40B4-BE49-F238E27FC236}">
                      <a16:creationId xmlns:a16="http://schemas.microsoft.com/office/drawing/2014/main" id="{368E3309-0E6A-2914-3957-9EFDFEAE1497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AF413BBE-32BC-E3E6-7108-3E272481335E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93" name="사각형: 둥근 모서리 192">
                <a:extLst>
                  <a:ext uri="{FF2B5EF4-FFF2-40B4-BE49-F238E27FC236}">
                    <a16:creationId xmlns:a16="http://schemas.microsoft.com/office/drawing/2014/main" id="{3FCA8BA7-524C-D723-A86C-4FB6E73CCAD1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6160A7A7-A36E-ED69-C848-FEDB6080B9B0}"/>
              </a:ext>
            </a:extLst>
          </p:cNvPr>
          <p:cNvGrpSpPr/>
          <p:nvPr/>
        </p:nvGrpSpPr>
        <p:grpSpPr>
          <a:xfrm>
            <a:off x="5208376" y="5548149"/>
            <a:ext cx="248085" cy="248085"/>
            <a:chOff x="3168756" y="3220778"/>
            <a:chExt cx="248085" cy="248085"/>
          </a:xfrm>
        </p:grpSpPr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021D92ED-45F7-4D04-465C-3F6656568544}"/>
                </a:ext>
              </a:extLst>
            </p:cNvPr>
            <p:cNvSpPr/>
            <p:nvPr/>
          </p:nvSpPr>
          <p:spPr>
            <a:xfrm>
              <a:off x="3168756" y="3220778"/>
              <a:ext cx="248085" cy="24808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9" name="그림 198">
              <a:extLst>
                <a:ext uri="{FF2B5EF4-FFF2-40B4-BE49-F238E27FC236}">
                  <a16:creationId xmlns:a16="http://schemas.microsoft.com/office/drawing/2014/main" id="{360067D7-EEBB-36B4-17FB-EF3CF3FD2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22384" y="3279638"/>
              <a:ext cx="140829" cy="130365"/>
            </a:xfrm>
            <a:prstGeom prst="rect">
              <a:avLst/>
            </a:prstGeom>
          </p:spPr>
        </p:pic>
      </p:grp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1FF4FE5B-2E88-986C-91CD-018BDCBD334E}"/>
              </a:ext>
            </a:extLst>
          </p:cNvPr>
          <p:cNvGrpSpPr/>
          <p:nvPr/>
        </p:nvGrpSpPr>
        <p:grpSpPr>
          <a:xfrm>
            <a:off x="4914522" y="5548149"/>
            <a:ext cx="248085" cy="248085"/>
            <a:chOff x="2874055" y="3515523"/>
            <a:chExt cx="248085" cy="248085"/>
          </a:xfrm>
        </p:grpSpPr>
        <p:sp>
          <p:nvSpPr>
            <p:cNvPr id="201" name="타원 200">
              <a:extLst>
                <a:ext uri="{FF2B5EF4-FFF2-40B4-BE49-F238E27FC236}">
                  <a16:creationId xmlns:a16="http://schemas.microsoft.com/office/drawing/2014/main" id="{28D5B8E5-11C3-0A23-06CB-107EAE626C43}"/>
                </a:ext>
              </a:extLst>
            </p:cNvPr>
            <p:cNvSpPr/>
            <p:nvPr/>
          </p:nvSpPr>
          <p:spPr>
            <a:xfrm>
              <a:off x="2874055" y="3515523"/>
              <a:ext cx="248085" cy="24808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2" name="그림 201">
              <a:extLst>
                <a:ext uri="{FF2B5EF4-FFF2-40B4-BE49-F238E27FC236}">
                  <a16:creationId xmlns:a16="http://schemas.microsoft.com/office/drawing/2014/main" id="{44E8E0F3-628F-7AFC-4400-186E79950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16092" y="3548034"/>
              <a:ext cx="173536" cy="173536"/>
            </a:xfrm>
            <a:prstGeom prst="rect">
              <a:avLst/>
            </a:prstGeom>
          </p:spPr>
        </p:pic>
      </p:grpSp>
      <p:sp>
        <p:nvSpPr>
          <p:cNvPr id="203" name="TextBox 202">
            <a:extLst>
              <a:ext uri="{FF2B5EF4-FFF2-40B4-BE49-F238E27FC236}">
                <a16:creationId xmlns:a16="http://schemas.microsoft.com/office/drawing/2014/main" id="{010CD21A-E538-E17C-4C5D-EF831A61EFA0}"/>
              </a:ext>
            </a:extLst>
          </p:cNvPr>
          <p:cNvSpPr txBox="1"/>
          <p:nvPr/>
        </p:nvSpPr>
        <p:spPr>
          <a:xfrm>
            <a:off x="5540214" y="5181385"/>
            <a:ext cx="1988878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 err="1">
                <a:latin typeface="+mn-ea"/>
                <a:ea typeface="+mn-ea"/>
              </a:rPr>
              <a:t>번아웃</a:t>
            </a:r>
            <a:r>
              <a:rPr lang="ko-KR" altLang="en-US" sz="900" b="1" dirty="0">
                <a:latin typeface="+mn-ea"/>
                <a:ea typeface="+mn-ea"/>
              </a:rPr>
              <a:t> 예방과 교사 마음 건강을 위한 </a:t>
            </a:r>
            <a:r>
              <a:rPr lang="ko-KR" altLang="en-US" sz="900" b="1" dirty="0" err="1">
                <a:latin typeface="+mn-ea"/>
                <a:ea typeface="+mn-ea"/>
              </a:rPr>
              <a:t>셀프케어</a:t>
            </a:r>
            <a:r>
              <a:rPr lang="ko-KR" altLang="en-US" sz="900" b="1" dirty="0">
                <a:latin typeface="+mn-ea"/>
                <a:ea typeface="+mn-ea"/>
              </a:rPr>
              <a:t> 실천 가이드 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최협력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★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4.8 | 156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명</a:t>
            </a:r>
          </a:p>
        </p:txBody>
      </p: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5E4D6A37-2E87-E4CA-4E4C-A2F315054D06}"/>
              </a:ext>
            </a:extLst>
          </p:cNvPr>
          <p:cNvGrpSpPr/>
          <p:nvPr/>
        </p:nvGrpSpPr>
        <p:grpSpPr>
          <a:xfrm>
            <a:off x="5622250" y="4286284"/>
            <a:ext cx="1865081" cy="889093"/>
            <a:chOff x="5617382" y="4110731"/>
            <a:chExt cx="1926053" cy="883141"/>
          </a:xfrm>
        </p:grpSpPr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B0D2773A-1630-E7DC-6A2D-CA6E71E2DB0B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CB35CA86-DCE1-54E0-A7B1-F0BF6626C717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987FF214-4B09-11DE-ADD0-24A5C2E64CC8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08" name="그룹 207">
                <a:extLst>
                  <a:ext uri="{FF2B5EF4-FFF2-40B4-BE49-F238E27FC236}">
                    <a16:creationId xmlns:a16="http://schemas.microsoft.com/office/drawing/2014/main" id="{0283095D-B175-55E4-5A3F-0FE1B426CF30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210" name="직선 연결선 209">
                  <a:extLst>
                    <a:ext uri="{FF2B5EF4-FFF2-40B4-BE49-F238E27FC236}">
                      <a16:creationId xmlns:a16="http://schemas.microsoft.com/office/drawing/2014/main" id="{FE0F751C-844B-15DC-C310-3A2C4FCCF99F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11" name="직선 연결선 210">
                  <a:extLst>
                    <a:ext uri="{FF2B5EF4-FFF2-40B4-BE49-F238E27FC236}">
                      <a16:creationId xmlns:a16="http://schemas.microsoft.com/office/drawing/2014/main" id="{A2945561-B186-7CE8-84E0-00D46A70E5DE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83C16FB6-3BCB-12A5-BA83-B8FC7F63C198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09" name="사각형: 둥근 모서리 208">
                <a:extLst>
                  <a:ext uri="{FF2B5EF4-FFF2-40B4-BE49-F238E27FC236}">
                    <a16:creationId xmlns:a16="http://schemas.microsoft.com/office/drawing/2014/main" id="{D562998F-EAF4-2D81-FDDE-9F3A67308FA5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B30141FC-FA47-93DB-87C1-1F87FD376985}"/>
              </a:ext>
            </a:extLst>
          </p:cNvPr>
          <p:cNvGrpSpPr/>
          <p:nvPr/>
        </p:nvGrpSpPr>
        <p:grpSpPr>
          <a:xfrm>
            <a:off x="7241169" y="5548149"/>
            <a:ext cx="248085" cy="248085"/>
            <a:chOff x="3168756" y="3220778"/>
            <a:chExt cx="248085" cy="248085"/>
          </a:xfrm>
        </p:grpSpPr>
        <p:sp>
          <p:nvSpPr>
            <p:cNvPr id="214" name="타원 213">
              <a:extLst>
                <a:ext uri="{FF2B5EF4-FFF2-40B4-BE49-F238E27FC236}">
                  <a16:creationId xmlns:a16="http://schemas.microsoft.com/office/drawing/2014/main" id="{4E77FB01-029D-DF17-9B4C-C5D6D52689DE}"/>
                </a:ext>
              </a:extLst>
            </p:cNvPr>
            <p:cNvSpPr/>
            <p:nvPr/>
          </p:nvSpPr>
          <p:spPr>
            <a:xfrm>
              <a:off x="3168756" y="3220778"/>
              <a:ext cx="248085" cy="24808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15" name="그림 214">
              <a:extLst>
                <a:ext uri="{FF2B5EF4-FFF2-40B4-BE49-F238E27FC236}">
                  <a16:creationId xmlns:a16="http://schemas.microsoft.com/office/drawing/2014/main" id="{62F15B0C-837E-8129-7F7B-4F8D80587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22384" y="3279638"/>
              <a:ext cx="140829" cy="130365"/>
            </a:xfrm>
            <a:prstGeom prst="rect">
              <a:avLst/>
            </a:prstGeom>
          </p:spPr>
        </p:pic>
      </p:grp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D8589BD4-D2BF-A88B-288A-08A065CD04F1}"/>
              </a:ext>
            </a:extLst>
          </p:cNvPr>
          <p:cNvGrpSpPr/>
          <p:nvPr/>
        </p:nvGrpSpPr>
        <p:grpSpPr>
          <a:xfrm>
            <a:off x="6946522" y="5548149"/>
            <a:ext cx="248085" cy="248085"/>
            <a:chOff x="2874055" y="3515523"/>
            <a:chExt cx="248085" cy="248085"/>
          </a:xfrm>
        </p:grpSpPr>
        <p:sp>
          <p:nvSpPr>
            <p:cNvPr id="217" name="타원 216">
              <a:extLst>
                <a:ext uri="{FF2B5EF4-FFF2-40B4-BE49-F238E27FC236}">
                  <a16:creationId xmlns:a16="http://schemas.microsoft.com/office/drawing/2014/main" id="{9C729983-781A-0985-F135-9A28AFEE01D2}"/>
                </a:ext>
              </a:extLst>
            </p:cNvPr>
            <p:cNvSpPr/>
            <p:nvPr/>
          </p:nvSpPr>
          <p:spPr>
            <a:xfrm>
              <a:off x="2874055" y="3515523"/>
              <a:ext cx="248085" cy="24808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18" name="그림 217">
              <a:extLst>
                <a:ext uri="{FF2B5EF4-FFF2-40B4-BE49-F238E27FC236}">
                  <a16:creationId xmlns:a16="http://schemas.microsoft.com/office/drawing/2014/main" id="{BC6CFEAA-D62A-C09D-7547-99668EBAB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16092" y="3548034"/>
              <a:ext cx="173536" cy="173536"/>
            </a:xfrm>
            <a:prstGeom prst="rect">
              <a:avLst/>
            </a:prstGeom>
          </p:spPr>
        </p:pic>
      </p:grpSp>
      <p:sp>
        <p:nvSpPr>
          <p:cNvPr id="219" name="TextBox 218">
            <a:extLst>
              <a:ext uri="{FF2B5EF4-FFF2-40B4-BE49-F238E27FC236}">
                <a16:creationId xmlns:a16="http://schemas.microsoft.com/office/drawing/2014/main" id="{3F2CAF7E-291B-3B91-DD75-76B12789CDAE}"/>
              </a:ext>
            </a:extLst>
          </p:cNvPr>
          <p:cNvSpPr txBox="1"/>
          <p:nvPr/>
        </p:nvSpPr>
        <p:spPr>
          <a:xfrm>
            <a:off x="7573959" y="5181385"/>
            <a:ext cx="1988878" cy="67710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  <a:ea typeface="+mn-ea"/>
              </a:rPr>
              <a:t>초등학교 저학년 대상 프로젝트 수업 입문과 실전 적용 사례 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박힐링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★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4.8 | 156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명</a:t>
            </a:r>
          </a:p>
        </p:txBody>
      </p: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91A736FF-D020-A940-2AC8-EB232EBEC75B}"/>
              </a:ext>
            </a:extLst>
          </p:cNvPr>
          <p:cNvGrpSpPr/>
          <p:nvPr/>
        </p:nvGrpSpPr>
        <p:grpSpPr>
          <a:xfrm>
            <a:off x="7652029" y="4286284"/>
            <a:ext cx="1865081" cy="889093"/>
            <a:chOff x="5617382" y="4110731"/>
            <a:chExt cx="1926053" cy="883141"/>
          </a:xfrm>
        </p:grpSpPr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C4796763-C6A1-4FF6-9B1E-40132F291BAF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222" name="그룹 221">
              <a:extLst>
                <a:ext uri="{FF2B5EF4-FFF2-40B4-BE49-F238E27FC236}">
                  <a16:creationId xmlns:a16="http://schemas.microsoft.com/office/drawing/2014/main" id="{2FCB2740-42E4-0E26-D46C-2F661275189D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223" name="직사각형 222">
                <a:extLst>
                  <a:ext uri="{FF2B5EF4-FFF2-40B4-BE49-F238E27FC236}">
                    <a16:creationId xmlns:a16="http://schemas.microsoft.com/office/drawing/2014/main" id="{6DC64EE5-A36B-0901-818C-5B41459B0A93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24" name="그룹 223">
                <a:extLst>
                  <a:ext uri="{FF2B5EF4-FFF2-40B4-BE49-F238E27FC236}">
                    <a16:creationId xmlns:a16="http://schemas.microsoft.com/office/drawing/2014/main" id="{7CBAFB01-7380-9721-44D8-14309E3DF6CF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226" name="직선 연결선 225">
                  <a:extLst>
                    <a:ext uri="{FF2B5EF4-FFF2-40B4-BE49-F238E27FC236}">
                      <a16:creationId xmlns:a16="http://schemas.microsoft.com/office/drawing/2014/main" id="{F6212536-5267-65E6-BA16-6083DC58AB48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27" name="직선 연결선 226">
                  <a:extLst>
                    <a:ext uri="{FF2B5EF4-FFF2-40B4-BE49-F238E27FC236}">
                      <a16:creationId xmlns:a16="http://schemas.microsoft.com/office/drawing/2014/main" id="{AB359051-D2E0-BBB6-25C8-DD2B2EF6251B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FB63E164-DED2-7ABD-F0E3-AE06B2CEC9CA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25" name="사각형: 둥근 모서리 224">
                <a:extLst>
                  <a:ext uri="{FF2B5EF4-FFF2-40B4-BE49-F238E27FC236}">
                    <a16:creationId xmlns:a16="http://schemas.microsoft.com/office/drawing/2014/main" id="{C8D74E07-793A-DC39-90C8-D7504879450A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C609ED65-4DAD-8F49-00C5-E95A3D0692D7}"/>
              </a:ext>
            </a:extLst>
          </p:cNvPr>
          <p:cNvGrpSpPr/>
          <p:nvPr/>
        </p:nvGrpSpPr>
        <p:grpSpPr>
          <a:xfrm>
            <a:off x="9273170" y="5548149"/>
            <a:ext cx="248085" cy="248085"/>
            <a:chOff x="3168756" y="3220778"/>
            <a:chExt cx="248085" cy="248085"/>
          </a:xfrm>
        </p:grpSpPr>
        <p:sp>
          <p:nvSpPr>
            <p:cNvPr id="230" name="타원 229">
              <a:extLst>
                <a:ext uri="{FF2B5EF4-FFF2-40B4-BE49-F238E27FC236}">
                  <a16:creationId xmlns:a16="http://schemas.microsoft.com/office/drawing/2014/main" id="{98DDF0B1-6A73-6B88-7317-8BCB956F0A2A}"/>
                </a:ext>
              </a:extLst>
            </p:cNvPr>
            <p:cNvSpPr/>
            <p:nvPr/>
          </p:nvSpPr>
          <p:spPr>
            <a:xfrm>
              <a:off x="3168756" y="3220778"/>
              <a:ext cx="248085" cy="24808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31" name="그림 230">
              <a:extLst>
                <a:ext uri="{FF2B5EF4-FFF2-40B4-BE49-F238E27FC236}">
                  <a16:creationId xmlns:a16="http://schemas.microsoft.com/office/drawing/2014/main" id="{92948BEE-B58B-E00D-5186-E5B5FC0A1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22384" y="3279638"/>
              <a:ext cx="140829" cy="130365"/>
            </a:xfrm>
            <a:prstGeom prst="rect">
              <a:avLst/>
            </a:prstGeom>
          </p:spPr>
        </p:pic>
      </p:grpSp>
      <p:grpSp>
        <p:nvGrpSpPr>
          <p:cNvPr id="232" name="그룹 231">
            <a:extLst>
              <a:ext uri="{FF2B5EF4-FFF2-40B4-BE49-F238E27FC236}">
                <a16:creationId xmlns:a16="http://schemas.microsoft.com/office/drawing/2014/main" id="{8E434913-DC58-4D9C-24DA-CFF588CB3CB5}"/>
              </a:ext>
            </a:extLst>
          </p:cNvPr>
          <p:cNvGrpSpPr/>
          <p:nvPr/>
        </p:nvGrpSpPr>
        <p:grpSpPr>
          <a:xfrm>
            <a:off x="8978522" y="5548149"/>
            <a:ext cx="248085" cy="248085"/>
            <a:chOff x="2874055" y="3515523"/>
            <a:chExt cx="248085" cy="248085"/>
          </a:xfrm>
        </p:grpSpPr>
        <p:sp>
          <p:nvSpPr>
            <p:cNvPr id="233" name="타원 232">
              <a:extLst>
                <a:ext uri="{FF2B5EF4-FFF2-40B4-BE49-F238E27FC236}">
                  <a16:creationId xmlns:a16="http://schemas.microsoft.com/office/drawing/2014/main" id="{A5886EA7-2A94-75FD-A5D1-A934AAC596D7}"/>
                </a:ext>
              </a:extLst>
            </p:cNvPr>
            <p:cNvSpPr/>
            <p:nvPr/>
          </p:nvSpPr>
          <p:spPr>
            <a:xfrm>
              <a:off x="2874055" y="3515523"/>
              <a:ext cx="248085" cy="24808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34" name="그림 233">
              <a:extLst>
                <a:ext uri="{FF2B5EF4-FFF2-40B4-BE49-F238E27FC236}">
                  <a16:creationId xmlns:a16="http://schemas.microsoft.com/office/drawing/2014/main" id="{F3A3B8E4-B087-C058-C329-3BD569AFA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16092" y="3548034"/>
              <a:ext cx="173536" cy="173536"/>
            </a:xfrm>
            <a:prstGeom prst="rect">
              <a:avLst/>
            </a:prstGeom>
          </p:spPr>
        </p:pic>
      </p:grpSp>
      <p:grpSp>
        <p:nvGrpSpPr>
          <p:cNvPr id="235" name="그룹 234">
            <a:extLst>
              <a:ext uri="{FF2B5EF4-FFF2-40B4-BE49-F238E27FC236}">
                <a16:creationId xmlns:a16="http://schemas.microsoft.com/office/drawing/2014/main" id="{B2CBAD7C-EA7C-A6C0-AB9D-BE7A00221CBD}"/>
              </a:ext>
            </a:extLst>
          </p:cNvPr>
          <p:cNvGrpSpPr/>
          <p:nvPr/>
        </p:nvGrpSpPr>
        <p:grpSpPr>
          <a:xfrm>
            <a:off x="1553796" y="866062"/>
            <a:ext cx="8034704" cy="462553"/>
            <a:chOff x="1553796" y="866062"/>
            <a:chExt cx="8034704" cy="462553"/>
          </a:xfrm>
        </p:grpSpPr>
        <p:sp>
          <p:nvSpPr>
            <p:cNvPr id="236" name="사각형: 둥근 모서리 235">
              <a:extLst>
                <a:ext uri="{FF2B5EF4-FFF2-40B4-BE49-F238E27FC236}">
                  <a16:creationId xmlns:a16="http://schemas.microsoft.com/office/drawing/2014/main" id="{4CF9A032-267C-E392-A59F-175DE2879255}"/>
                </a:ext>
              </a:extLst>
            </p:cNvPr>
            <p:cNvSpPr/>
            <p:nvPr/>
          </p:nvSpPr>
          <p:spPr>
            <a:xfrm>
              <a:off x="1558925" y="866062"/>
              <a:ext cx="8029575" cy="46255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FF0000"/>
                </a:solidFill>
              </a:endParaRPr>
            </a:p>
          </p:txBody>
        </p:sp>
        <p:grpSp>
          <p:nvGrpSpPr>
            <p:cNvPr id="237" name="그룹 236">
              <a:extLst>
                <a:ext uri="{FF2B5EF4-FFF2-40B4-BE49-F238E27FC236}">
                  <a16:creationId xmlns:a16="http://schemas.microsoft.com/office/drawing/2014/main" id="{9799721E-1A9A-70ED-0897-1876F2D4E149}"/>
                </a:ext>
              </a:extLst>
            </p:cNvPr>
            <p:cNvGrpSpPr/>
            <p:nvPr/>
          </p:nvGrpSpPr>
          <p:grpSpPr>
            <a:xfrm>
              <a:off x="1553796" y="986782"/>
              <a:ext cx="1880090" cy="251620"/>
              <a:chOff x="1553796" y="986782"/>
              <a:chExt cx="1880090" cy="251620"/>
            </a:xfrm>
          </p:grpSpPr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95179E9C-2BC1-81A7-739B-C275F4E5B352}"/>
                  </a:ext>
                </a:extLst>
              </p:cNvPr>
              <p:cNvSpPr txBox="1"/>
              <p:nvPr/>
            </p:nvSpPr>
            <p:spPr>
              <a:xfrm>
                <a:off x="1553796" y="992181"/>
                <a:ext cx="44114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 b="1" dirty="0"/>
                  <a:t>분야</a:t>
                </a:r>
                <a:endParaRPr lang="en-US" altLang="ko-KR" sz="1200" b="1" dirty="0"/>
              </a:p>
            </p:txBody>
          </p:sp>
          <p:grpSp>
            <p:nvGrpSpPr>
              <p:cNvPr id="240" name="그룹 239">
                <a:extLst>
                  <a:ext uri="{FF2B5EF4-FFF2-40B4-BE49-F238E27FC236}">
                    <a16:creationId xmlns:a16="http://schemas.microsoft.com/office/drawing/2014/main" id="{EFC70FE0-DE66-A73B-2405-9BCF4196CEE9}"/>
                  </a:ext>
                </a:extLst>
              </p:cNvPr>
              <p:cNvGrpSpPr/>
              <p:nvPr/>
            </p:nvGrpSpPr>
            <p:grpSpPr>
              <a:xfrm>
                <a:off x="1977044" y="986782"/>
                <a:ext cx="1456842" cy="250711"/>
                <a:chOff x="4011039" y="2223936"/>
                <a:chExt cx="1059173" cy="250711"/>
              </a:xfrm>
            </p:grpSpPr>
            <p:sp>
              <p:nvSpPr>
                <p:cNvPr id="241" name="Input">
                  <a:extLst>
                    <a:ext uri="{FF2B5EF4-FFF2-40B4-BE49-F238E27FC236}">
                      <a16:creationId xmlns:a16="http://schemas.microsoft.com/office/drawing/2014/main" id="{945755FD-5FA6-5F67-0AE8-7F749933FE61}"/>
                    </a:ext>
                  </a:extLst>
                </p:cNvPr>
                <p:cNvSpPr/>
                <p:nvPr/>
              </p:nvSpPr>
              <p:spPr>
                <a:xfrm>
                  <a:off x="4011039" y="2223936"/>
                  <a:ext cx="1059173" cy="250711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latinLnBrk="1">
                    <a:lnSpc>
                      <a:spcPct val="120000"/>
                    </a:lnSpc>
                    <a:defRPr/>
                  </a:pPr>
                  <a:r>
                    <a:rPr lang="ko-KR" altLang="en-US" sz="10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선택 하세요</a:t>
                  </a:r>
                  <a:endParaRPr lang="en-US" altLang="ko-KR" sz="1000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  <p:sp>
              <p:nvSpPr>
                <p:cNvPr id="242" name="Chevron Right">
                  <a:extLst>
                    <a:ext uri="{FF2B5EF4-FFF2-40B4-BE49-F238E27FC236}">
                      <a16:creationId xmlns:a16="http://schemas.microsoft.com/office/drawing/2014/main" id="{FFA97098-E9A2-0861-AB08-A83788C8892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rot="5400000">
                  <a:off x="4931341" y="2317854"/>
                  <a:ext cx="39561" cy="72000"/>
                </a:xfrm>
                <a:custGeom>
                  <a:avLst/>
                  <a:gdLst>
                    <a:gd name="T0" fmla="*/ 28 w 325"/>
                    <a:gd name="T1" fmla="*/ 0 h 594"/>
                    <a:gd name="T2" fmla="*/ 0 w 325"/>
                    <a:gd name="T3" fmla="*/ 28 h 594"/>
                    <a:gd name="T4" fmla="*/ 269 w 325"/>
                    <a:gd name="T5" fmla="*/ 297 h 594"/>
                    <a:gd name="T6" fmla="*/ 0 w 325"/>
                    <a:gd name="T7" fmla="*/ 566 h 594"/>
                    <a:gd name="T8" fmla="*/ 28 w 325"/>
                    <a:gd name="T9" fmla="*/ 594 h 594"/>
                    <a:gd name="T10" fmla="*/ 325 w 325"/>
                    <a:gd name="T11" fmla="*/ 297 h 594"/>
                    <a:gd name="T12" fmla="*/ 28 w 325"/>
                    <a:gd name="T13" fmla="*/ 0 h 5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5" h="594">
                      <a:moveTo>
                        <a:pt x="28" y="0"/>
                      </a:moveTo>
                      <a:lnTo>
                        <a:pt x="0" y="28"/>
                      </a:lnTo>
                      <a:lnTo>
                        <a:pt x="269" y="297"/>
                      </a:lnTo>
                      <a:lnTo>
                        <a:pt x="0" y="566"/>
                      </a:lnTo>
                      <a:lnTo>
                        <a:pt x="28" y="594"/>
                      </a:lnTo>
                      <a:lnTo>
                        <a:pt x="325" y="297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9525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sp>
          <p:nvSpPr>
            <p:cNvPr id="238" name="Chevron Right">
              <a:extLst>
                <a:ext uri="{FF2B5EF4-FFF2-40B4-BE49-F238E27FC236}">
                  <a16:creationId xmlns:a16="http://schemas.microsoft.com/office/drawing/2014/main" id="{C7E5B97B-589A-97A9-BBE0-C4AA6ADE95AC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598874" y="1061308"/>
              <a:ext cx="39561" cy="99033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43" name="타원 242">
            <a:extLst>
              <a:ext uri="{FF2B5EF4-FFF2-40B4-BE49-F238E27FC236}">
                <a16:creationId xmlns:a16="http://schemas.microsoft.com/office/drawing/2014/main" id="{876AFEE1-A6F4-500C-8F29-B85326585DD5}"/>
              </a:ext>
            </a:extLst>
          </p:cNvPr>
          <p:cNvSpPr/>
          <p:nvPr/>
        </p:nvSpPr>
        <p:spPr>
          <a:xfrm>
            <a:off x="1441493" y="93390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B4E55986-F1CD-1113-44A0-DE4C9C37A4EE}"/>
              </a:ext>
            </a:extLst>
          </p:cNvPr>
          <p:cNvGrpSpPr/>
          <p:nvPr/>
        </p:nvGrpSpPr>
        <p:grpSpPr>
          <a:xfrm>
            <a:off x="3500560" y="993200"/>
            <a:ext cx="6013744" cy="246220"/>
            <a:chOff x="-3869134" y="928991"/>
            <a:chExt cx="6013744" cy="226043"/>
          </a:xfrm>
        </p:grpSpPr>
        <p:sp>
          <p:nvSpPr>
            <p:cNvPr id="245" name="Input">
              <a:extLst>
                <a:ext uri="{FF2B5EF4-FFF2-40B4-BE49-F238E27FC236}">
                  <a16:creationId xmlns:a16="http://schemas.microsoft.com/office/drawing/2014/main" id="{77DE1181-70E6-727F-2B56-F93AF3A0A57F}"/>
                </a:ext>
              </a:extLst>
            </p:cNvPr>
            <p:cNvSpPr/>
            <p:nvPr/>
          </p:nvSpPr>
          <p:spPr>
            <a:xfrm>
              <a:off x="-3869134" y="928991"/>
              <a:ext cx="5474291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46" name="Input">
              <a:extLst>
                <a:ext uri="{FF2B5EF4-FFF2-40B4-BE49-F238E27FC236}">
                  <a16:creationId xmlns:a16="http://schemas.microsoft.com/office/drawing/2014/main" id="{9924B56A-B86F-1F55-DB79-24CB52BBED05}"/>
                </a:ext>
              </a:extLst>
            </p:cNvPr>
            <p:cNvSpPr/>
            <p:nvPr/>
          </p:nvSpPr>
          <p:spPr>
            <a:xfrm>
              <a:off x="1676610" y="928991"/>
              <a:ext cx="468000" cy="226043"/>
            </a:xfrm>
            <a:prstGeom prst="roundRect">
              <a:avLst>
                <a:gd name="adj" fmla="val 7932"/>
              </a:avLst>
            </a:prstGeom>
            <a:solidFill>
              <a:schemeClr val="tx1">
                <a:lumMod val="75000"/>
                <a:lumOff val="25000"/>
              </a:schemeClr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검색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DFE6C0F8-438C-43D5-1926-EECC3ECE3B9C}"/>
              </a:ext>
            </a:extLst>
          </p:cNvPr>
          <p:cNvGrpSpPr/>
          <p:nvPr/>
        </p:nvGrpSpPr>
        <p:grpSpPr>
          <a:xfrm>
            <a:off x="1555479" y="5983663"/>
            <a:ext cx="7956000" cy="308244"/>
            <a:chOff x="1409337" y="3497166"/>
            <a:chExt cx="7452000" cy="308244"/>
          </a:xfrm>
        </p:grpSpPr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E53A1FB1-046B-6EBC-CCC8-76B20DE19407}"/>
                </a:ext>
              </a:extLst>
            </p:cNvPr>
            <p:cNvCxnSpPr>
              <a:cxnSpLocks/>
            </p:cNvCxnSpPr>
            <p:nvPr/>
          </p:nvCxnSpPr>
          <p:spPr>
            <a:xfrm>
              <a:off x="1409337" y="3620733"/>
              <a:ext cx="745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사각형: 둥근 모서리 248">
              <a:extLst>
                <a:ext uri="{FF2B5EF4-FFF2-40B4-BE49-F238E27FC236}">
                  <a16:creationId xmlns:a16="http://schemas.microsoft.com/office/drawing/2014/main" id="{03124DAA-B83D-EDD1-BC39-E0239315707B}"/>
                </a:ext>
              </a:extLst>
            </p:cNvPr>
            <p:cNvSpPr/>
            <p:nvPr/>
          </p:nvSpPr>
          <p:spPr>
            <a:xfrm>
              <a:off x="4228736" y="3497166"/>
              <a:ext cx="1415444" cy="24713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더보기</a:t>
              </a:r>
              <a:endPara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668B9435-16A1-44B7-78F5-BE06C4452999}"/>
                </a:ext>
              </a:extLst>
            </p:cNvPr>
            <p:cNvSpPr txBox="1"/>
            <p:nvPr/>
          </p:nvSpPr>
          <p:spPr>
            <a:xfrm>
              <a:off x="5252268" y="3543800"/>
              <a:ext cx="38258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﹀</a:t>
              </a:r>
              <a:endParaRPr lang="ko-KR" altLang="en-US" dirty="0"/>
            </a:p>
          </p:txBody>
        </p:sp>
      </p:grpSp>
      <p:sp>
        <p:nvSpPr>
          <p:cNvPr id="251" name="타원 250">
            <a:extLst>
              <a:ext uri="{FF2B5EF4-FFF2-40B4-BE49-F238E27FC236}">
                <a16:creationId xmlns:a16="http://schemas.microsoft.com/office/drawing/2014/main" id="{C559917E-F68D-3072-FB1F-0B4B5546A9DF}"/>
              </a:ext>
            </a:extLst>
          </p:cNvPr>
          <p:cNvSpPr/>
          <p:nvPr/>
        </p:nvSpPr>
        <p:spPr>
          <a:xfrm>
            <a:off x="1392743" y="428602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2" name="타원 251">
            <a:extLst>
              <a:ext uri="{FF2B5EF4-FFF2-40B4-BE49-F238E27FC236}">
                <a16:creationId xmlns:a16="http://schemas.microsoft.com/office/drawing/2014/main" id="{62C5AD34-7FFE-DF81-82D0-0C3C9979839E}"/>
              </a:ext>
            </a:extLst>
          </p:cNvPr>
          <p:cNvSpPr/>
          <p:nvPr/>
        </p:nvSpPr>
        <p:spPr>
          <a:xfrm>
            <a:off x="2767910" y="550946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3" name="타원 252">
            <a:extLst>
              <a:ext uri="{FF2B5EF4-FFF2-40B4-BE49-F238E27FC236}">
                <a16:creationId xmlns:a16="http://schemas.microsoft.com/office/drawing/2014/main" id="{A56FC2F0-AFAB-1B0C-3272-FCE23D4B1CCD}"/>
              </a:ext>
            </a:extLst>
          </p:cNvPr>
          <p:cNvSpPr/>
          <p:nvPr/>
        </p:nvSpPr>
        <p:spPr>
          <a:xfrm>
            <a:off x="3102594" y="550589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7977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CA84EAD-6092-7685-2091-123D89D33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07731BF9-5C4C-21EE-8007-C87795408E4E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7150C6F2-A1E5-F13D-52DC-B70432ABDADB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E4AE93D7-6EE1-E639-75B0-10032D7496EE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0BE1607B-883E-90DC-DF7D-332B2AB5E2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513940"/>
              </p:ext>
            </p:extLst>
          </p:nvPr>
        </p:nvGraphicFramePr>
        <p:xfrm>
          <a:off x="9655174" y="276226"/>
          <a:ext cx="2532687" cy="353573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수정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중일때</a:t>
                      </a:r>
                      <a:endParaRPr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구성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 err="1"/>
                        <a:t>모듈명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필수</a:t>
                      </a:r>
                      <a:r>
                        <a:rPr lang="en-US" altLang="ko-KR" sz="800" dirty="0"/>
                        <a:t>), </a:t>
                      </a:r>
                      <a:r>
                        <a:rPr lang="ko-KR" altLang="en-US" sz="800" dirty="0"/>
                        <a:t>모듈 설명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역량 구분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필수</a:t>
                      </a:r>
                      <a:r>
                        <a:rPr lang="en-US" altLang="ko-KR" sz="800" dirty="0"/>
                        <a:t>), </a:t>
                      </a:r>
                      <a:r>
                        <a:rPr lang="ko-KR" altLang="en-US" sz="800" dirty="0"/>
                        <a:t>공개 설정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콘텐츠 구성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콘텐츠 목록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총 학습시간 자동 계산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콘텐츠 추가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버튼 클릭 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모듈 커스터마이징 팝업 호출</a:t>
                      </a:r>
                      <a:endParaRPr lang="en-US" altLang="ko-KR" sz="800" b="1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삭제 버튼 클릭 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삭제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구성 목록</a:t>
                      </a:r>
                      <a:r>
                        <a:rPr lang="ko-KR" altLang="en-US" sz="800" dirty="0"/>
                        <a:t> 화면으로 이동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취소 버튼 클릭 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구성 목록</a:t>
                      </a:r>
                      <a:r>
                        <a:rPr lang="ko-KR" altLang="en-US" sz="800" dirty="0"/>
                        <a:t> 화면으로 이동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수정 버튼 클릭 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구성 목록 </a:t>
                      </a:r>
                      <a:r>
                        <a:rPr lang="ko-KR" altLang="en-US" sz="800" dirty="0"/>
                        <a:t>화면으로 이동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56B610A-CC85-E34B-C65D-FBB923F4B592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학습모듈구성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수정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E9CA40-891C-D9BD-0379-ACD46B241179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구성 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수정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867F48-8BBE-7A35-9926-3BC12FC3A241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V-HMR-04-002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45F2B7-001C-1FC9-0A5A-66F32B3491AB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90CCA9E-FD34-6980-5C64-F41348FCDB6C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E734907-C674-87CD-44E5-2075A003F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581826"/>
              </p:ext>
            </p:extLst>
          </p:nvPr>
        </p:nvGraphicFramePr>
        <p:xfrm>
          <a:off x="47625" y="549274"/>
          <a:ext cx="1368425" cy="1128476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r>
                        <a:rPr kumimoji="1" lang="en-US" altLang="ko-KR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콘텐츠추가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A58C367-0233-2E9A-5D44-7B3551E15A94}"/>
              </a:ext>
            </a:extLst>
          </p:cNvPr>
          <p:cNvSpPr/>
          <p:nvPr/>
        </p:nvSpPr>
        <p:spPr>
          <a:xfrm>
            <a:off x="1567132" y="873125"/>
            <a:ext cx="7949932" cy="5691701"/>
          </a:xfrm>
          <a:prstGeom prst="roundRect">
            <a:avLst>
              <a:gd name="adj" fmla="val 2858"/>
            </a:avLst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891944-00A0-14EB-A7F1-2C77F8E6A862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모듈구성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F68594-2347-6546-FA17-AFCBEDC9DF19}"/>
              </a:ext>
            </a:extLst>
          </p:cNvPr>
          <p:cNvSpPr txBox="1"/>
          <p:nvPr/>
        </p:nvSpPr>
        <p:spPr>
          <a:xfrm>
            <a:off x="1567129" y="964676"/>
            <a:ext cx="6676829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 err="1">
                <a:solidFill>
                  <a:srgbClr val="000000"/>
                </a:solidFill>
                <a:latin typeface="+mn-ea"/>
                <a:ea typeface="+mn-ea"/>
              </a:rPr>
              <a:t>모듈명</a:t>
            </a: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+mn-ea"/>
                <a:ea typeface="+mn-ea"/>
              </a:rPr>
              <a:t>*</a:t>
            </a:r>
            <a:endParaRPr lang="ko-KR" altLang="en-US" sz="9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1179316-2D8A-7AB9-6D59-A186B0C8C176}"/>
              </a:ext>
            </a:extLst>
          </p:cNvPr>
          <p:cNvSpPr/>
          <p:nvPr/>
        </p:nvSpPr>
        <p:spPr>
          <a:xfrm>
            <a:off x="1753187" y="1195508"/>
            <a:ext cx="7577823" cy="297749"/>
          </a:xfrm>
          <a:prstGeom prst="roundRect">
            <a:avLst>
              <a:gd name="adj" fmla="val 2178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번아웃</a:t>
            </a:r>
            <a:r>
              <a:rPr lang="ko-KR" altLang="en-US" sz="1000" dirty="0">
                <a:solidFill>
                  <a:schemeClr val="tx1"/>
                </a:solidFill>
              </a:rPr>
              <a:t> 없이 지속 가능한 교직 생활을 위한 마음 건강 관리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C5991-7778-9FDA-7808-9A3C7519DF60}"/>
              </a:ext>
            </a:extLst>
          </p:cNvPr>
          <p:cNvSpPr txBox="1"/>
          <p:nvPr/>
        </p:nvSpPr>
        <p:spPr>
          <a:xfrm>
            <a:off x="1567129" y="2191042"/>
            <a:ext cx="7949935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모듈 소개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D863C0-456E-D110-1EF2-A797971552BF}"/>
              </a:ext>
            </a:extLst>
          </p:cNvPr>
          <p:cNvSpPr txBox="1"/>
          <p:nvPr/>
        </p:nvSpPr>
        <p:spPr>
          <a:xfrm>
            <a:off x="8225272" y="966971"/>
            <a:ext cx="1107807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algn="r" defTabSz="940826" latinLnBrk="1">
              <a:spcAft>
                <a:spcPts val="400"/>
              </a:spcAft>
              <a:buClrTx/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0/100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E578775-FF05-F39B-E3C8-9AA0FDBC43FC}"/>
              </a:ext>
            </a:extLst>
          </p:cNvPr>
          <p:cNvSpPr/>
          <p:nvPr/>
        </p:nvSpPr>
        <p:spPr>
          <a:xfrm>
            <a:off x="1746701" y="1797759"/>
            <a:ext cx="7577823" cy="297749"/>
          </a:xfrm>
          <a:prstGeom prst="roundRect">
            <a:avLst>
              <a:gd name="adj" fmla="val 2178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E68E93B7-63D1-2D18-E1A5-E961C9738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54688"/>
              </p:ext>
            </p:extLst>
          </p:nvPr>
        </p:nvGraphicFramePr>
        <p:xfrm>
          <a:off x="1753672" y="1836746"/>
          <a:ext cx="7756910" cy="22860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551382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교육과정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생활교육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학교공동체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자기개발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문제해결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EA3CE6E-47B7-61C3-A3A5-2D4B39BF4C52}"/>
              </a:ext>
            </a:extLst>
          </p:cNvPr>
          <p:cNvSpPr txBox="1"/>
          <p:nvPr/>
        </p:nvSpPr>
        <p:spPr>
          <a:xfrm>
            <a:off x="1560643" y="1597407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역량 </a:t>
            </a:r>
            <a:r>
              <a:rPr lang="ko-KR" altLang="en-US" sz="900" dirty="0">
                <a:latin typeface="+mn-ea"/>
                <a:ea typeface="+mn-ea"/>
              </a:rPr>
              <a:t>구분</a:t>
            </a:r>
            <a:r>
              <a:rPr lang="en-US" altLang="ko-KR" sz="900" dirty="0">
                <a:solidFill>
                  <a:srgbClr val="000000"/>
                </a:solidFill>
                <a:latin typeface="+mn-ea"/>
                <a:ea typeface="+mn-ea"/>
              </a:rPr>
              <a:t> *</a:t>
            </a:r>
            <a:endParaRPr lang="ko-KR" altLang="en-US" sz="9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E0EB02F-04F2-206E-5604-63C05AFC8A98}"/>
              </a:ext>
            </a:extLst>
          </p:cNvPr>
          <p:cNvSpPr/>
          <p:nvPr/>
        </p:nvSpPr>
        <p:spPr>
          <a:xfrm>
            <a:off x="1753187" y="2415776"/>
            <a:ext cx="7577823" cy="1171669"/>
          </a:xfrm>
          <a:prstGeom prst="roundRect">
            <a:avLst>
              <a:gd name="adj" fmla="val 4876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00" dirty="0">
                <a:solidFill>
                  <a:schemeClr val="tx1"/>
                </a:solidFill>
              </a:rPr>
              <a:t>교사로서 지치지 않고 오래 행복하게 일하기 위한 마음 건강 관리법을 배웁니다</a:t>
            </a:r>
            <a:r>
              <a:rPr lang="en-US" altLang="ko-KR" sz="1000" dirty="0">
                <a:solidFill>
                  <a:schemeClr val="tx1"/>
                </a:solidFill>
              </a:rPr>
              <a:t>. 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번아웃의 원인을 이해하고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제로 적용할 수 있는 </a:t>
            </a:r>
            <a:r>
              <a:rPr lang="ko-KR" altLang="en-US" sz="1000" dirty="0" err="1">
                <a:solidFill>
                  <a:schemeClr val="tx1"/>
                </a:solidFill>
              </a:rPr>
              <a:t>셀프케어</a:t>
            </a:r>
            <a:r>
              <a:rPr lang="ko-KR" altLang="en-US" sz="1000" dirty="0">
                <a:solidFill>
                  <a:schemeClr val="tx1"/>
                </a:solidFill>
              </a:rPr>
              <a:t> 전략을 익힐 수 있습니다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2BAAEDB-49AB-D31F-EB25-55DD16AC1CC3}"/>
              </a:ext>
            </a:extLst>
          </p:cNvPr>
          <p:cNvSpPr/>
          <p:nvPr/>
        </p:nvSpPr>
        <p:spPr>
          <a:xfrm>
            <a:off x="1746701" y="3888648"/>
            <a:ext cx="7577823" cy="297749"/>
          </a:xfrm>
          <a:prstGeom prst="roundRect">
            <a:avLst>
              <a:gd name="adj" fmla="val 2178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9FC524-9999-3F7F-CB75-4BCA81BAB97A}"/>
              </a:ext>
            </a:extLst>
          </p:cNvPr>
          <p:cNvSpPr txBox="1"/>
          <p:nvPr/>
        </p:nvSpPr>
        <p:spPr>
          <a:xfrm>
            <a:off x="1560643" y="3688296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공개 설정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54031F37-7E5A-6F12-30D7-05587869C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916354"/>
              </p:ext>
            </p:extLst>
          </p:nvPr>
        </p:nvGraphicFramePr>
        <p:xfrm>
          <a:off x="1753672" y="3937160"/>
          <a:ext cx="3102764" cy="22860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551382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비공개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00C1F85D-ABF9-C769-9663-2C074D64826A}"/>
              </a:ext>
            </a:extLst>
          </p:cNvPr>
          <p:cNvSpPr txBox="1"/>
          <p:nvPr/>
        </p:nvSpPr>
        <p:spPr>
          <a:xfrm>
            <a:off x="1560643" y="4310538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콘텐츠 </a:t>
            </a:r>
            <a:r>
              <a:rPr lang="ko-KR" altLang="en-US" sz="900" dirty="0">
                <a:latin typeface="+mn-ea"/>
                <a:ea typeface="+mn-ea"/>
              </a:rPr>
              <a:t>구성</a:t>
            </a:r>
            <a:endParaRPr lang="ko-KR" altLang="en-US" sz="9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430FB62-5D76-1FC7-6B64-10279430EB2D}"/>
              </a:ext>
            </a:extLst>
          </p:cNvPr>
          <p:cNvSpPr/>
          <p:nvPr/>
        </p:nvSpPr>
        <p:spPr>
          <a:xfrm>
            <a:off x="1753187" y="4557170"/>
            <a:ext cx="7577823" cy="1615190"/>
          </a:xfrm>
          <a:prstGeom prst="roundRect">
            <a:avLst>
              <a:gd name="adj" fmla="val 4876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822E81B-45F3-F625-F837-8EB2F585BBC7}"/>
              </a:ext>
            </a:extLst>
          </p:cNvPr>
          <p:cNvGrpSpPr/>
          <p:nvPr/>
        </p:nvGrpSpPr>
        <p:grpSpPr>
          <a:xfrm>
            <a:off x="1799068" y="4608852"/>
            <a:ext cx="3716831" cy="590550"/>
            <a:chOff x="1799068" y="4650479"/>
            <a:chExt cx="3716831" cy="590550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D50709FB-1B91-6619-ACF8-F5ADD2041057}"/>
                </a:ext>
              </a:extLst>
            </p:cNvPr>
            <p:cNvSpPr/>
            <p:nvPr/>
          </p:nvSpPr>
          <p:spPr>
            <a:xfrm>
              <a:off x="1799068" y="4650479"/>
              <a:ext cx="3716830" cy="590550"/>
            </a:xfrm>
            <a:prstGeom prst="roundRect">
              <a:avLst>
                <a:gd name="adj" fmla="val 10215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F8EAB73C-86F3-7117-2432-206BABDEEE8E}"/>
                </a:ext>
              </a:extLst>
            </p:cNvPr>
            <p:cNvGrpSpPr/>
            <p:nvPr/>
          </p:nvGrpSpPr>
          <p:grpSpPr>
            <a:xfrm>
              <a:off x="1903434" y="4719847"/>
              <a:ext cx="852583" cy="451814"/>
              <a:chOff x="3881483" y="978229"/>
              <a:chExt cx="2403430" cy="623266"/>
            </a:xfrm>
          </p:grpSpPr>
          <p:grpSp>
            <p:nvGrpSpPr>
              <p:cNvPr id="254" name="그룹 253">
                <a:extLst>
                  <a:ext uri="{FF2B5EF4-FFF2-40B4-BE49-F238E27FC236}">
                    <a16:creationId xmlns:a16="http://schemas.microsoft.com/office/drawing/2014/main" id="{D3514B07-EDF5-DD03-24AA-082F8FFA5277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3" name="직사각형 32">
                  <a:extLst>
                    <a:ext uri="{FF2B5EF4-FFF2-40B4-BE49-F238E27FC236}">
                      <a16:creationId xmlns:a16="http://schemas.microsoft.com/office/drawing/2014/main" id="{E10B2633-A0CC-064A-1588-E21515C300D2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4" name="직선 연결선 33">
                  <a:extLst>
                    <a:ext uri="{FF2B5EF4-FFF2-40B4-BE49-F238E27FC236}">
                      <a16:creationId xmlns:a16="http://schemas.microsoft.com/office/drawing/2014/main" id="{D84C4F5B-A419-ED2E-75CA-8C62C79E1D7D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5" name="직선 연결선 34">
                  <a:extLst>
                    <a:ext uri="{FF2B5EF4-FFF2-40B4-BE49-F238E27FC236}">
                      <a16:creationId xmlns:a16="http://schemas.microsoft.com/office/drawing/2014/main" id="{8A65A782-9DA6-7A2D-BDF1-61464EA2508B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7252A21D-14EC-3457-B59A-5D22C041BF1D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A6647F8-A3E6-1377-260B-426FE9177FF3}"/>
                </a:ext>
              </a:extLst>
            </p:cNvPr>
            <p:cNvSpPr txBox="1"/>
            <p:nvPr/>
          </p:nvSpPr>
          <p:spPr>
            <a:xfrm>
              <a:off x="2811423" y="4719607"/>
              <a:ext cx="2704476" cy="452294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ko-KR" altLang="en-US" sz="900" dirty="0"/>
                <a:t>번아웃의 이해와 원인 분석</a:t>
              </a:r>
              <a:r>
                <a:rPr lang="en-US" altLang="ko-KR" sz="900" dirty="0"/>
                <a:t>, </a:t>
              </a:r>
              <a:r>
                <a:rPr lang="ko-KR" altLang="en-US" sz="900" dirty="0"/>
                <a:t>교사가 알아야 할</a:t>
              </a:r>
              <a:r>
                <a:rPr lang="en-US" altLang="ko-KR" sz="1000" dirty="0">
                  <a:latin typeface="+mn-ea"/>
                  <a:ea typeface="+mn-ea"/>
                </a:rPr>
                <a:t>…</a:t>
              </a:r>
            </a:p>
            <a:p>
              <a:pPr>
                <a:spcAft>
                  <a:spcPts val="200"/>
                </a:spcAft>
              </a:pPr>
              <a:r>
                <a:rPr lang="en-US" altLang="ko-KR" sz="1000" dirty="0">
                  <a:latin typeface="+mn-ea"/>
                  <a:ea typeface="+mn-ea"/>
                </a:rPr>
                <a:t>YouTube</a:t>
              </a:r>
              <a:r>
                <a:rPr lang="ko-KR" altLang="en-US" sz="1000" dirty="0">
                  <a:latin typeface="+mn-ea"/>
                  <a:ea typeface="+mn-ea"/>
                </a:rPr>
                <a:t> </a:t>
              </a:r>
              <a:r>
                <a:rPr lang="en-US" altLang="ko-KR" sz="1000" dirty="0">
                  <a:latin typeface="+mn-ea"/>
                  <a:ea typeface="+mn-ea"/>
                </a:rPr>
                <a:t>| 23</a:t>
              </a:r>
              <a:r>
                <a:rPr lang="ko-KR" altLang="en-US" sz="1000" dirty="0">
                  <a:latin typeface="+mn-ea"/>
                  <a:ea typeface="+mn-ea"/>
                </a:rPr>
                <a:t>분 </a:t>
              </a: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0E1D7F9B-2A4B-BC74-AE3F-8529F2B58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5060" y="4851290"/>
              <a:ext cx="188928" cy="188928"/>
            </a:xfrm>
            <a:prstGeom prst="rect">
              <a:avLst/>
            </a:prstGeom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2BAECA1E-FB16-C7AE-191C-6C9E4A647841}"/>
              </a:ext>
            </a:extLst>
          </p:cNvPr>
          <p:cNvSpPr txBox="1"/>
          <p:nvPr/>
        </p:nvSpPr>
        <p:spPr>
          <a:xfrm>
            <a:off x="8388481" y="4330146"/>
            <a:ext cx="1017456" cy="215444"/>
          </a:xfrm>
          <a:prstGeom prst="rect">
            <a:avLst/>
          </a:prstGeom>
          <a:noFill/>
        </p:spPr>
        <p:txBody>
          <a:bodyPr wrap="square" rIns="144000" rtlCol="0" anchor="ctr">
            <a:spAutoFit/>
          </a:bodyPr>
          <a:lstStyle/>
          <a:p>
            <a:pPr algn="r"/>
            <a:r>
              <a:rPr lang="ko-KR" altLang="en-US" sz="800" b="1" u="sng" dirty="0">
                <a:latin typeface="+mn-ea"/>
              </a:rPr>
              <a:t>콘텐츠 추가</a:t>
            </a:r>
            <a:endParaRPr lang="ko-KR" altLang="en-US" sz="800" b="1" u="sng" dirty="0">
              <a:latin typeface="+mn-ea"/>
              <a:ea typeface="+mn-ea"/>
            </a:endParaRPr>
          </a:p>
        </p:txBody>
      </p:sp>
      <p:sp>
        <p:nvSpPr>
          <p:cNvPr id="37" name="Input">
            <a:extLst>
              <a:ext uri="{FF2B5EF4-FFF2-40B4-BE49-F238E27FC236}">
                <a16:creationId xmlns:a16="http://schemas.microsoft.com/office/drawing/2014/main" id="{E791C2F8-3537-FFDC-3E08-AC1F2A691A33}"/>
              </a:ext>
            </a:extLst>
          </p:cNvPr>
          <p:cNvSpPr/>
          <p:nvPr/>
        </p:nvSpPr>
        <p:spPr>
          <a:xfrm>
            <a:off x="8556891" y="6260351"/>
            <a:ext cx="766547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수정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8" name="Input">
            <a:extLst>
              <a:ext uri="{FF2B5EF4-FFF2-40B4-BE49-F238E27FC236}">
                <a16:creationId xmlns:a16="http://schemas.microsoft.com/office/drawing/2014/main" id="{90135A97-268A-7881-459D-6B3A4048A134}"/>
              </a:ext>
            </a:extLst>
          </p:cNvPr>
          <p:cNvSpPr/>
          <p:nvPr/>
        </p:nvSpPr>
        <p:spPr>
          <a:xfrm>
            <a:off x="7762731" y="6260351"/>
            <a:ext cx="766547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취소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084D283-AF3F-9A22-C2D9-FE1C0BF87591}"/>
              </a:ext>
            </a:extLst>
          </p:cNvPr>
          <p:cNvGrpSpPr/>
          <p:nvPr/>
        </p:nvGrpSpPr>
        <p:grpSpPr>
          <a:xfrm>
            <a:off x="5574655" y="4608852"/>
            <a:ext cx="3716831" cy="590550"/>
            <a:chOff x="1799068" y="4650479"/>
            <a:chExt cx="3716831" cy="590550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F65B3BE7-A0EC-946C-9F9C-7750FCCCB0FA}"/>
                </a:ext>
              </a:extLst>
            </p:cNvPr>
            <p:cNvSpPr/>
            <p:nvPr/>
          </p:nvSpPr>
          <p:spPr>
            <a:xfrm>
              <a:off x="1799068" y="4650479"/>
              <a:ext cx="3716830" cy="590550"/>
            </a:xfrm>
            <a:prstGeom prst="roundRect">
              <a:avLst>
                <a:gd name="adj" fmla="val 10215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641469DF-D187-C770-460A-DBC8391241C5}"/>
                </a:ext>
              </a:extLst>
            </p:cNvPr>
            <p:cNvGrpSpPr/>
            <p:nvPr/>
          </p:nvGrpSpPr>
          <p:grpSpPr>
            <a:xfrm>
              <a:off x="1903434" y="4719847"/>
              <a:ext cx="852583" cy="451814"/>
              <a:chOff x="3881483" y="978229"/>
              <a:chExt cx="2403430" cy="623266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564401EB-CC83-442C-6AA8-E7400F1F3571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548A12BC-10DE-B4F1-7C6B-922756C2D521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48" name="직선 연결선 47">
                  <a:extLst>
                    <a:ext uri="{FF2B5EF4-FFF2-40B4-BE49-F238E27FC236}">
                      <a16:creationId xmlns:a16="http://schemas.microsoft.com/office/drawing/2014/main" id="{D2A1B7B7-9E42-3E4B-46C0-0F91B8400AD2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D6BDC9E4-CDAA-FCC3-D3B7-85F414083D49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5673548-1542-77FE-C50F-D4F16EE5BC26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C8068C3-1777-CD84-3B46-08B2657C01EC}"/>
                </a:ext>
              </a:extLst>
            </p:cNvPr>
            <p:cNvSpPr txBox="1"/>
            <p:nvPr/>
          </p:nvSpPr>
          <p:spPr>
            <a:xfrm>
              <a:off x="2811423" y="4719607"/>
              <a:ext cx="2704476" cy="452294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ko-KR" altLang="en-US" sz="900" dirty="0"/>
                <a:t>스트레스 관리 실천 전략과 일상에서 적용하</a:t>
              </a:r>
              <a:r>
                <a:rPr lang="en-US" altLang="ko-KR" sz="1000" dirty="0">
                  <a:latin typeface="+mn-ea"/>
                  <a:ea typeface="+mn-ea"/>
                </a:rPr>
                <a:t>…</a:t>
              </a:r>
            </a:p>
            <a:p>
              <a:pPr>
                <a:spcAft>
                  <a:spcPts val="200"/>
                </a:spcAft>
              </a:pPr>
              <a:r>
                <a:rPr lang="ko-KR" altLang="en-US" sz="1000" dirty="0">
                  <a:latin typeface="+mn-ea"/>
                  <a:ea typeface="+mn-ea"/>
                </a:rPr>
                <a:t>경기도교육청 </a:t>
              </a:r>
              <a:r>
                <a:rPr lang="en-US" altLang="ko-KR" sz="1000" dirty="0">
                  <a:latin typeface="+mn-ea"/>
                  <a:ea typeface="+mn-ea"/>
                </a:rPr>
                <a:t>| 18</a:t>
              </a:r>
              <a:r>
                <a:rPr lang="ko-KR" altLang="en-US" sz="1000" dirty="0">
                  <a:latin typeface="+mn-ea"/>
                  <a:ea typeface="+mn-ea"/>
                </a:rPr>
                <a:t>분 </a:t>
              </a:r>
            </a:p>
          </p:txBody>
        </p:sp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E6FB9D5D-95CC-503A-658A-8D9F187FD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5060" y="4851290"/>
              <a:ext cx="188928" cy="188928"/>
            </a:xfrm>
            <a:prstGeom prst="rect">
              <a:avLst/>
            </a:prstGeom>
          </p:spPr>
        </p:pic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23200CC-C52C-0148-4EF3-11E72972102A}"/>
              </a:ext>
            </a:extLst>
          </p:cNvPr>
          <p:cNvGrpSpPr/>
          <p:nvPr/>
        </p:nvGrpSpPr>
        <p:grpSpPr>
          <a:xfrm>
            <a:off x="1799068" y="5238116"/>
            <a:ext cx="3716831" cy="590550"/>
            <a:chOff x="1799068" y="4650479"/>
            <a:chExt cx="3716831" cy="590550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B1061789-E869-02CB-4B37-E9FF524276BA}"/>
                </a:ext>
              </a:extLst>
            </p:cNvPr>
            <p:cNvSpPr/>
            <p:nvPr/>
          </p:nvSpPr>
          <p:spPr>
            <a:xfrm>
              <a:off x="1799068" y="4650479"/>
              <a:ext cx="3716830" cy="590550"/>
            </a:xfrm>
            <a:prstGeom prst="roundRect">
              <a:avLst>
                <a:gd name="adj" fmla="val 10215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6B57FF10-0622-5839-1624-DC85775DB1B0}"/>
                </a:ext>
              </a:extLst>
            </p:cNvPr>
            <p:cNvGrpSpPr/>
            <p:nvPr/>
          </p:nvGrpSpPr>
          <p:grpSpPr>
            <a:xfrm>
              <a:off x="1903434" y="4719847"/>
              <a:ext cx="852583" cy="451814"/>
              <a:chOff x="3881483" y="978229"/>
              <a:chExt cx="2403430" cy="623266"/>
            </a:xfrm>
          </p:grpSpPr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78D1A5C6-B448-33BF-6109-8B0C4EFA6080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57" name="직사각형 256">
                  <a:extLst>
                    <a:ext uri="{FF2B5EF4-FFF2-40B4-BE49-F238E27FC236}">
                      <a16:creationId xmlns:a16="http://schemas.microsoft.com/office/drawing/2014/main" id="{88CC9198-D8A0-5F3E-100C-1D181EE1807D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58" name="직선 연결선 257">
                  <a:extLst>
                    <a:ext uri="{FF2B5EF4-FFF2-40B4-BE49-F238E27FC236}">
                      <a16:creationId xmlns:a16="http://schemas.microsoft.com/office/drawing/2014/main" id="{687EDB42-9178-C31D-FAB5-B2B1334795E9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59" name="직선 연결선 258">
                  <a:extLst>
                    <a:ext uri="{FF2B5EF4-FFF2-40B4-BE49-F238E27FC236}">
                      <a16:creationId xmlns:a16="http://schemas.microsoft.com/office/drawing/2014/main" id="{8DBA28DD-0C02-5C2E-28E7-C3D0D8F04AEE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826B4AFC-41D1-A859-C2B5-C4EB01D3C3EC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5E4E5E8-4AE5-7F15-80E7-07F5DF7F7037}"/>
                </a:ext>
              </a:extLst>
            </p:cNvPr>
            <p:cNvSpPr txBox="1"/>
            <p:nvPr/>
          </p:nvSpPr>
          <p:spPr>
            <a:xfrm>
              <a:off x="2811423" y="4719607"/>
              <a:ext cx="2704476" cy="452294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ko-KR" altLang="en-US" sz="900" dirty="0"/>
                <a:t>마음 건강 </a:t>
              </a:r>
              <a:r>
                <a:rPr lang="ko-KR" altLang="en-US" sz="900" dirty="0" err="1"/>
                <a:t>셀프케어</a:t>
              </a:r>
              <a:r>
                <a:rPr lang="ko-KR" altLang="en-US" sz="900" dirty="0"/>
                <a:t> 루틴 만들기</a:t>
              </a:r>
              <a:r>
                <a:rPr lang="en-US" altLang="ko-KR" sz="900" dirty="0"/>
                <a:t>, </a:t>
              </a:r>
              <a:r>
                <a:rPr lang="ko-KR" altLang="en-US" sz="900" dirty="0"/>
                <a:t>아침부터 저</a:t>
              </a:r>
              <a:r>
                <a:rPr lang="en-US" altLang="ko-KR" sz="1000" dirty="0">
                  <a:latin typeface="+mn-ea"/>
                  <a:ea typeface="+mn-ea"/>
                </a:rPr>
                <a:t>…</a:t>
              </a:r>
            </a:p>
            <a:p>
              <a:pPr>
                <a:spcAft>
                  <a:spcPts val="200"/>
                </a:spcAft>
              </a:pPr>
              <a:r>
                <a:rPr lang="ko-KR" altLang="en-US" sz="1000" dirty="0">
                  <a:latin typeface="+mn-ea"/>
                  <a:ea typeface="+mn-ea"/>
                </a:rPr>
                <a:t>중앙연수원 </a:t>
              </a:r>
              <a:r>
                <a:rPr lang="en-US" altLang="ko-KR" sz="1000" dirty="0">
                  <a:latin typeface="+mn-ea"/>
                  <a:ea typeface="+mn-ea"/>
                </a:rPr>
                <a:t>| 32</a:t>
              </a:r>
              <a:r>
                <a:rPr lang="ko-KR" altLang="en-US" sz="1000" dirty="0">
                  <a:latin typeface="+mn-ea"/>
                  <a:ea typeface="+mn-ea"/>
                </a:rPr>
                <a:t>분 </a:t>
              </a:r>
            </a:p>
          </p:txBody>
        </p:sp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5B6573D0-A135-BDC3-DDC5-A16C201C5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5060" y="4851290"/>
              <a:ext cx="188928" cy="188928"/>
            </a:xfrm>
            <a:prstGeom prst="rect">
              <a:avLst/>
            </a:prstGeom>
          </p:spPr>
        </p:pic>
      </p:grpSp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4B8B3933-4C08-7B73-F3AC-C9068CFE122E}"/>
              </a:ext>
            </a:extLst>
          </p:cNvPr>
          <p:cNvGrpSpPr/>
          <p:nvPr/>
        </p:nvGrpSpPr>
        <p:grpSpPr>
          <a:xfrm>
            <a:off x="5574655" y="5238116"/>
            <a:ext cx="3716831" cy="590550"/>
            <a:chOff x="1799068" y="4650479"/>
            <a:chExt cx="3716831" cy="590550"/>
          </a:xfrm>
        </p:grpSpPr>
        <p:sp>
          <p:nvSpPr>
            <p:cNvPr id="261" name="사각형: 둥근 모서리 260">
              <a:extLst>
                <a:ext uri="{FF2B5EF4-FFF2-40B4-BE49-F238E27FC236}">
                  <a16:creationId xmlns:a16="http://schemas.microsoft.com/office/drawing/2014/main" id="{2BFDB972-1240-BBFA-FB8C-A9B0FDD4C9D8}"/>
                </a:ext>
              </a:extLst>
            </p:cNvPr>
            <p:cNvSpPr/>
            <p:nvPr/>
          </p:nvSpPr>
          <p:spPr>
            <a:xfrm>
              <a:off x="1799068" y="4650479"/>
              <a:ext cx="3716830" cy="590550"/>
            </a:xfrm>
            <a:prstGeom prst="roundRect">
              <a:avLst>
                <a:gd name="adj" fmla="val 10215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62" name="그룹 261">
              <a:extLst>
                <a:ext uri="{FF2B5EF4-FFF2-40B4-BE49-F238E27FC236}">
                  <a16:creationId xmlns:a16="http://schemas.microsoft.com/office/drawing/2014/main" id="{DC899A97-3F39-A215-7B61-3554762068C7}"/>
                </a:ext>
              </a:extLst>
            </p:cNvPr>
            <p:cNvGrpSpPr/>
            <p:nvPr/>
          </p:nvGrpSpPr>
          <p:grpSpPr>
            <a:xfrm>
              <a:off x="1903434" y="4719847"/>
              <a:ext cx="852583" cy="451814"/>
              <a:chOff x="3881483" y="978229"/>
              <a:chExt cx="2403430" cy="623266"/>
            </a:xfrm>
          </p:grpSpPr>
          <p:grpSp>
            <p:nvGrpSpPr>
              <p:cNvPr id="265" name="그룹 264">
                <a:extLst>
                  <a:ext uri="{FF2B5EF4-FFF2-40B4-BE49-F238E27FC236}">
                    <a16:creationId xmlns:a16="http://schemas.microsoft.com/office/drawing/2014/main" id="{DE5E24C6-376C-BC56-F0EF-B545CC3DA5AB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67" name="직사각형 266">
                  <a:extLst>
                    <a:ext uri="{FF2B5EF4-FFF2-40B4-BE49-F238E27FC236}">
                      <a16:creationId xmlns:a16="http://schemas.microsoft.com/office/drawing/2014/main" id="{00334AB8-AB26-5B0D-2FA0-13AE99CF6D5D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68" name="직선 연결선 267">
                  <a:extLst>
                    <a:ext uri="{FF2B5EF4-FFF2-40B4-BE49-F238E27FC236}">
                      <a16:creationId xmlns:a16="http://schemas.microsoft.com/office/drawing/2014/main" id="{A9A4EB92-01A4-819F-9F78-AB588A275D23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69" name="직선 연결선 268">
                  <a:extLst>
                    <a:ext uri="{FF2B5EF4-FFF2-40B4-BE49-F238E27FC236}">
                      <a16:creationId xmlns:a16="http://schemas.microsoft.com/office/drawing/2014/main" id="{DF94BEF8-30D7-F279-A08D-5ED8460097A8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A9052C43-092B-63EF-2672-29282AFBB937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317DF9EA-C3EA-FE54-896B-4A8C85C58630}"/>
                </a:ext>
              </a:extLst>
            </p:cNvPr>
            <p:cNvSpPr txBox="1"/>
            <p:nvPr/>
          </p:nvSpPr>
          <p:spPr>
            <a:xfrm>
              <a:off x="2811423" y="4719607"/>
              <a:ext cx="2704476" cy="452294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ko-KR" altLang="en-US" sz="900" dirty="0"/>
                <a:t>회복탄력성 기르기</a:t>
              </a:r>
              <a:r>
                <a:rPr lang="en-US" altLang="ko-KR" sz="900" dirty="0"/>
                <a:t>, </a:t>
              </a:r>
              <a:r>
                <a:rPr lang="ko-KR" altLang="en-US" sz="900" dirty="0"/>
                <a:t>어려움을 극복하는 교사</a:t>
              </a:r>
              <a:r>
                <a:rPr lang="en-US" altLang="ko-KR" sz="1000" dirty="0">
                  <a:latin typeface="+mn-ea"/>
                  <a:ea typeface="+mn-ea"/>
                </a:rPr>
                <a:t>…</a:t>
              </a:r>
            </a:p>
            <a:p>
              <a:pPr>
                <a:spcAft>
                  <a:spcPts val="200"/>
                </a:spcAft>
              </a:pPr>
              <a:r>
                <a:rPr lang="en-US" altLang="ko-KR" sz="1000" dirty="0">
                  <a:latin typeface="+mn-ea"/>
                  <a:ea typeface="+mn-ea"/>
                </a:rPr>
                <a:t>YouTube</a:t>
              </a:r>
              <a:r>
                <a:rPr lang="ko-KR" altLang="en-US" sz="1000" dirty="0">
                  <a:latin typeface="+mn-ea"/>
                  <a:ea typeface="+mn-ea"/>
                </a:rPr>
                <a:t> </a:t>
              </a:r>
              <a:r>
                <a:rPr lang="en-US" altLang="ko-KR" sz="1000" dirty="0">
                  <a:latin typeface="+mn-ea"/>
                  <a:ea typeface="+mn-ea"/>
                </a:rPr>
                <a:t>| 26</a:t>
              </a:r>
              <a:r>
                <a:rPr lang="ko-KR" altLang="en-US" sz="1000" dirty="0">
                  <a:latin typeface="+mn-ea"/>
                  <a:ea typeface="+mn-ea"/>
                </a:rPr>
                <a:t>분 </a:t>
              </a:r>
            </a:p>
          </p:txBody>
        </p:sp>
        <p:pic>
          <p:nvPicPr>
            <p:cNvPr id="264" name="그림 263">
              <a:extLst>
                <a:ext uri="{FF2B5EF4-FFF2-40B4-BE49-F238E27FC236}">
                  <a16:creationId xmlns:a16="http://schemas.microsoft.com/office/drawing/2014/main" id="{579B9BA6-8DF2-8872-A8DD-07E7A9261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5060" y="4851290"/>
              <a:ext cx="188928" cy="188928"/>
            </a:xfrm>
            <a:prstGeom prst="rect">
              <a:avLst/>
            </a:prstGeom>
          </p:spPr>
        </p:pic>
      </p:grpSp>
      <p:pic>
        <p:nvPicPr>
          <p:cNvPr id="270" name="그림 269">
            <a:extLst>
              <a:ext uri="{FF2B5EF4-FFF2-40B4-BE49-F238E27FC236}">
                <a16:creationId xmlns:a16="http://schemas.microsoft.com/office/drawing/2014/main" id="{3B4208ED-6BED-8368-4C2E-3F5088D0C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871" y="4671268"/>
            <a:ext cx="135249" cy="135249"/>
          </a:xfrm>
          <a:prstGeom prst="rect">
            <a:avLst/>
          </a:prstGeom>
        </p:spPr>
      </p:pic>
      <p:pic>
        <p:nvPicPr>
          <p:cNvPr id="271" name="그림 270">
            <a:extLst>
              <a:ext uri="{FF2B5EF4-FFF2-40B4-BE49-F238E27FC236}">
                <a16:creationId xmlns:a16="http://schemas.microsoft.com/office/drawing/2014/main" id="{592F690E-9718-C74A-9CDB-A20322394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452" y="4671268"/>
            <a:ext cx="135249" cy="135249"/>
          </a:xfrm>
          <a:prstGeom prst="rect">
            <a:avLst/>
          </a:prstGeom>
        </p:spPr>
      </p:pic>
      <p:pic>
        <p:nvPicPr>
          <p:cNvPr id="272" name="그림 271">
            <a:extLst>
              <a:ext uri="{FF2B5EF4-FFF2-40B4-BE49-F238E27FC236}">
                <a16:creationId xmlns:a16="http://schemas.microsoft.com/office/drawing/2014/main" id="{321E1472-ED01-C46E-7AC3-75F6750A4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871" y="5300533"/>
            <a:ext cx="135249" cy="135249"/>
          </a:xfrm>
          <a:prstGeom prst="rect">
            <a:avLst/>
          </a:prstGeom>
        </p:spPr>
      </p:pic>
      <p:pic>
        <p:nvPicPr>
          <p:cNvPr id="273" name="그림 272">
            <a:extLst>
              <a:ext uri="{FF2B5EF4-FFF2-40B4-BE49-F238E27FC236}">
                <a16:creationId xmlns:a16="http://schemas.microsoft.com/office/drawing/2014/main" id="{924A277B-18B9-D1E1-A6CA-48DE4554C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452" y="5300533"/>
            <a:ext cx="135249" cy="135249"/>
          </a:xfrm>
          <a:prstGeom prst="rect">
            <a:avLst/>
          </a:prstGeom>
        </p:spPr>
      </p:pic>
      <p:sp>
        <p:nvSpPr>
          <p:cNvPr id="274" name="TextBox 273">
            <a:extLst>
              <a:ext uri="{FF2B5EF4-FFF2-40B4-BE49-F238E27FC236}">
                <a16:creationId xmlns:a16="http://schemas.microsoft.com/office/drawing/2014/main" id="{35E2E484-0BD0-BD02-EC7E-06E67499CD75}"/>
              </a:ext>
            </a:extLst>
          </p:cNvPr>
          <p:cNvSpPr txBox="1"/>
          <p:nvPr/>
        </p:nvSpPr>
        <p:spPr>
          <a:xfrm>
            <a:off x="1903434" y="5832619"/>
            <a:ext cx="7420004" cy="293414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+mn-ea"/>
                <a:ea typeface="+mn-ea"/>
              </a:rPr>
              <a:t>총 학습시간 </a:t>
            </a:r>
            <a:r>
              <a:rPr lang="en-US" altLang="ko-KR" sz="1000" dirty="0">
                <a:latin typeface="+mn-ea"/>
                <a:ea typeface="+mn-ea"/>
              </a:rPr>
              <a:t>: 99</a:t>
            </a:r>
            <a:r>
              <a:rPr lang="ko-KR" altLang="en-US" sz="1000" dirty="0">
                <a:latin typeface="+mn-ea"/>
                <a:ea typeface="+mn-ea"/>
              </a:rPr>
              <a:t>분</a:t>
            </a:r>
          </a:p>
        </p:txBody>
      </p:sp>
      <p:sp>
        <p:nvSpPr>
          <p:cNvPr id="275" name="Input">
            <a:extLst>
              <a:ext uri="{FF2B5EF4-FFF2-40B4-BE49-F238E27FC236}">
                <a16:creationId xmlns:a16="http://schemas.microsoft.com/office/drawing/2014/main" id="{9D045989-575E-DB31-1468-9F7723EC64B4}"/>
              </a:ext>
            </a:extLst>
          </p:cNvPr>
          <p:cNvSpPr/>
          <p:nvPr/>
        </p:nvSpPr>
        <p:spPr>
          <a:xfrm>
            <a:off x="6968571" y="6260351"/>
            <a:ext cx="766547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삭제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pic>
        <p:nvPicPr>
          <p:cNvPr id="276" name="그림 275">
            <a:extLst>
              <a:ext uri="{FF2B5EF4-FFF2-40B4-BE49-F238E27FC236}">
                <a16:creationId xmlns:a16="http://schemas.microsoft.com/office/drawing/2014/main" id="{9AEA89B5-1552-4E46-FDB9-31B4C5644A9C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083" y="3963633"/>
            <a:ext cx="165600" cy="165600"/>
          </a:xfrm>
          <a:prstGeom prst="rect">
            <a:avLst/>
          </a:prstGeom>
        </p:spPr>
      </p:pic>
      <p:pic>
        <p:nvPicPr>
          <p:cNvPr id="277" name="그림 276">
            <a:extLst>
              <a:ext uri="{FF2B5EF4-FFF2-40B4-BE49-F238E27FC236}">
                <a16:creationId xmlns:a16="http://schemas.microsoft.com/office/drawing/2014/main" id="{7614E813-3FC4-F4F9-CEC8-862FB0AB9E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369" y="3963633"/>
            <a:ext cx="165600" cy="165600"/>
          </a:xfrm>
          <a:prstGeom prst="rect">
            <a:avLst/>
          </a:prstGeom>
        </p:spPr>
      </p:pic>
      <p:sp>
        <p:nvSpPr>
          <p:cNvPr id="278" name="타원 277">
            <a:extLst>
              <a:ext uri="{FF2B5EF4-FFF2-40B4-BE49-F238E27FC236}">
                <a16:creationId xmlns:a16="http://schemas.microsoft.com/office/drawing/2014/main" id="{BE727E4C-E0DF-E216-AD07-D187DC0F7DF2}"/>
              </a:ext>
            </a:extLst>
          </p:cNvPr>
          <p:cNvSpPr/>
          <p:nvPr/>
        </p:nvSpPr>
        <p:spPr>
          <a:xfrm>
            <a:off x="1441493" y="93390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9" name="타원 278">
            <a:extLst>
              <a:ext uri="{FF2B5EF4-FFF2-40B4-BE49-F238E27FC236}">
                <a16:creationId xmlns:a16="http://schemas.microsoft.com/office/drawing/2014/main" id="{6C1D8C5D-DD24-1D74-6E60-CDDFAC90F7D6}"/>
              </a:ext>
            </a:extLst>
          </p:cNvPr>
          <p:cNvSpPr/>
          <p:nvPr/>
        </p:nvSpPr>
        <p:spPr>
          <a:xfrm>
            <a:off x="8509195" y="436290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0" name="타원 279">
            <a:extLst>
              <a:ext uri="{FF2B5EF4-FFF2-40B4-BE49-F238E27FC236}">
                <a16:creationId xmlns:a16="http://schemas.microsoft.com/office/drawing/2014/main" id="{EAC0ACA2-B282-483E-A317-BDBAF053B5CE}"/>
              </a:ext>
            </a:extLst>
          </p:cNvPr>
          <p:cNvSpPr/>
          <p:nvPr/>
        </p:nvSpPr>
        <p:spPr>
          <a:xfrm>
            <a:off x="6899318" y="622028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1" name="타원 280">
            <a:extLst>
              <a:ext uri="{FF2B5EF4-FFF2-40B4-BE49-F238E27FC236}">
                <a16:creationId xmlns:a16="http://schemas.microsoft.com/office/drawing/2014/main" id="{CD1018BE-248B-DDB6-DC73-6C699177B101}"/>
              </a:ext>
            </a:extLst>
          </p:cNvPr>
          <p:cNvSpPr/>
          <p:nvPr/>
        </p:nvSpPr>
        <p:spPr>
          <a:xfrm>
            <a:off x="7727993" y="622980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2" name="타원 281">
            <a:extLst>
              <a:ext uri="{FF2B5EF4-FFF2-40B4-BE49-F238E27FC236}">
                <a16:creationId xmlns:a16="http://schemas.microsoft.com/office/drawing/2014/main" id="{AD788271-0912-9C04-DC0D-59F228B7D490}"/>
              </a:ext>
            </a:extLst>
          </p:cNvPr>
          <p:cNvSpPr/>
          <p:nvPr/>
        </p:nvSpPr>
        <p:spPr>
          <a:xfrm>
            <a:off x="8518568" y="622028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83" name="그림 282">
            <a:extLst>
              <a:ext uri="{FF2B5EF4-FFF2-40B4-BE49-F238E27FC236}">
                <a16:creationId xmlns:a16="http://schemas.microsoft.com/office/drawing/2014/main" id="{EE4E27F7-B6A3-1FFE-0EC0-B95BB23D2A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263" y="1872051"/>
            <a:ext cx="162000" cy="162000"/>
          </a:xfrm>
          <a:prstGeom prst="rect">
            <a:avLst/>
          </a:prstGeom>
        </p:spPr>
      </p:pic>
      <p:pic>
        <p:nvPicPr>
          <p:cNvPr id="284" name="그림 283">
            <a:extLst>
              <a:ext uri="{FF2B5EF4-FFF2-40B4-BE49-F238E27FC236}">
                <a16:creationId xmlns:a16="http://schemas.microsoft.com/office/drawing/2014/main" id="{4B0DF7DE-C235-5756-FB5F-257810900368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036" y="1872051"/>
            <a:ext cx="162000" cy="162000"/>
          </a:xfrm>
          <a:prstGeom prst="rect">
            <a:avLst/>
          </a:prstGeom>
        </p:spPr>
      </p:pic>
      <p:pic>
        <p:nvPicPr>
          <p:cNvPr id="285" name="그림 284">
            <a:extLst>
              <a:ext uri="{FF2B5EF4-FFF2-40B4-BE49-F238E27FC236}">
                <a16:creationId xmlns:a16="http://schemas.microsoft.com/office/drawing/2014/main" id="{B9FCA73D-A804-FCC7-5339-DA91C25B23BD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361" y="1872051"/>
            <a:ext cx="162000" cy="162000"/>
          </a:xfrm>
          <a:prstGeom prst="rect">
            <a:avLst/>
          </a:prstGeom>
        </p:spPr>
      </p:pic>
      <p:pic>
        <p:nvPicPr>
          <p:cNvPr id="286" name="그림 285">
            <a:extLst>
              <a:ext uri="{FF2B5EF4-FFF2-40B4-BE49-F238E27FC236}">
                <a16:creationId xmlns:a16="http://schemas.microsoft.com/office/drawing/2014/main" id="{55E2EE1D-037A-18F5-CBD7-9D1DC8C029CC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548" y="1872051"/>
            <a:ext cx="162000" cy="162000"/>
          </a:xfrm>
          <a:prstGeom prst="rect">
            <a:avLst/>
          </a:prstGeom>
        </p:spPr>
      </p:pic>
      <p:pic>
        <p:nvPicPr>
          <p:cNvPr id="287" name="그림 286">
            <a:extLst>
              <a:ext uri="{FF2B5EF4-FFF2-40B4-BE49-F238E27FC236}">
                <a16:creationId xmlns:a16="http://schemas.microsoft.com/office/drawing/2014/main" id="{EE27B58D-BEAE-CF56-11B4-FF850D11B6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251" y="1872051"/>
            <a:ext cx="162000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505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D6E8809-AFFA-9FDC-B37D-8660BF362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859E0A1C-D8CC-4292-B877-6634EFB64637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89F8AE1C-82E3-0D19-AEB0-C913BCF253F3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17A70DB1-2F7D-B86C-B3B9-40B3FAEF99F1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FBDB5DB2-C58F-DF73-29B5-9626EF0C02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5583272"/>
              </p:ext>
            </p:extLst>
          </p:nvPr>
        </p:nvGraphicFramePr>
        <p:xfrm>
          <a:off x="9655174" y="276226"/>
          <a:ext cx="2532687" cy="2848333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등록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중일때</a:t>
                      </a:r>
                      <a:endParaRPr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구성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 err="1"/>
                        <a:t>모듈명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필수</a:t>
                      </a:r>
                      <a:r>
                        <a:rPr lang="en-US" altLang="ko-KR" sz="800" dirty="0"/>
                        <a:t>), </a:t>
                      </a:r>
                      <a:r>
                        <a:rPr lang="ko-KR" altLang="en-US" sz="800" dirty="0"/>
                        <a:t>모듈 설명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역량 구분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필수</a:t>
                      </a:r>
                      <a:r>
                        <a:rPr lang="en-US" altLang="ko-KR" sz="800" dirty="0"/>
                        <a:t>), </a:t>
                      </a:r>
                      <a:r>
                        <a:rPr lang="ko-KR" altLang="en-US" sz="800" dirty="0"/>
                        <a:t>공개 설정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콘텐츠 구성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콘텐츠 목록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총 학습시간 자동 계산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콘텐츠 추가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버튼 클릭 시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모듈 커스터마이징 팝업 호출</a:t>
                      </a:r>
                      <a:endParaRPr lang="en-US" altLang="ko-KR" sz="800" b="1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취소 버튼 클릭 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구성 목록</a:t>
                      </a:r>
                      <a:r>
                        <a:rPr lang="ko-KR" altLang="en-US" sz="800" dirty="0"/>
                        <a:t> 화면으로 이동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등록 버튼 클릭 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구성 목록 </a:t>
                      </a:r>
                      <a:r>
                        <a:rPr lang="ko-KR" altLang="en-US" sz="800" dirty="0"/>
                        <a:t>화면으로 이동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744A552-7C6E-DC7C-ED48-6317290C025D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학습모듈구성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수정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068B9D-D9AF-8B06-2EDC-C53A6EB6CB85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구성 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수정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B107A6-2988-D5CF-60B0-4F4820510637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V-HMR-04-003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98801ED-3A21-7FE2-E2C4-91D407C89C51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8A6063B-2FF4-D669-AED4-64DC835F6894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77DB553-2CB4-272A-F133-66F6C56A617B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1128476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r>
                        <a:rPr kumimoji="1" lang="en-US" altLang="ko-KR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콘텐츠추가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07A1C23-4AC9-1062-2858-D79EC90EAF73}"/>
              </a:ext>
            </a:extLst>
          </p:cNvPr>
          <p:cNvSpPr/>
          <p:nvPr/>
        </p:nvSpPr>
        <p:spPr>
          <a:xfrm>
            <a:off x="1567132" y="873125"/>
            <a:ext cx="7949932" cy="5691701"/>
          </a:xfrm>
          <a:prstGeom prst="roundRect">
            <a:avLst>
              <a:gd name="adj" fmla="val 2858"/>
            </a:avLst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DF664D-6570-9997-8741-E306545CFD4B}"/>
              </a:ext>
            </a:extLst>
          </p:cNvPr>
          <p:cNvSpPr txBox="1"/>
          <p:nvPr/>
        </p:nvSpPr>
        <p:spPr>
          <a:xfrm>
            <a:off x="1567129" y="964676"/>
            <a:ext cx="6676829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 err="1">
                <a:solidFill>
                  <a:srgbClr val="000000"/>
                </a:solidFill>
                <a:latin typeface="+mn-ea"/>
                <a:ea typeface="+mn-ea"/>
              </a:rPr>
              <a:t>모듈명</a:t>
            </a: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+mn-ea"/>
                <a:ea typeface="+mn-ea"/>
              </a:rPr>
              <a:t>*</a:t>
            </a:r>
            <a:endParaRPr lang="ko-KR" altLang="en-US" sz="9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717E8CA-8F58-1A5D-5449-BEF5AF16E4FF}"/>
              </a:ext>
            </a:extLst>
          </p:cNvPr>
          <p:cNvSpPr/>
          <p:nvPr/>
        </p:nvSpPr>
        <p:spPr>
          <a:xfrm>
            <a:off x="1753187" y="1195508"/>
            <a:ext cx="7577823" cy="297749"/>
          </a:xfrm>
          <a:prstGeom prst="roundRect">
            <a:avLst>
              <a:gd name="adj" fmla="val 2178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모듈 이름을 입력하세요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 (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최대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100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자 이내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9B612F-DDF2-4EF9-1BC2-DAA26C28B463}"/>
              </a:ext>
            </a:extLst>
          </p:cNvPr>
          <p:cNvSpPr txBox="1"/>
          <p:nvPr/>
        </p:nvSpPr>
        <p:spPr>
          <a:xfrm>
            <a:off x="1567129" y="2191042"/>
            <a:ext cx="7949935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모듈 설명 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FCCDB375-E3CD-C179-6ED3-9CE9C997DD9B}"/>
              </a:ext>
            </a:extLst>
          </p:cNvPr>
          <p:cNvSpPr txBox="1"/>
          <p:nvPr/>
        </p:nvSpPr>
        <p:spPr>
          <a:xfrm>
            <a:off x="8225272" y="966971"/>
            <a:ext cx="1107807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algn="r" defTabSz="940826" latinLnBrk="1">
              <a:spcAft>
                <a:spcPts val="400"/>
              </a:spcAft>
              <a:buClrTx/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0/100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A48C07D9-EF3A-8FC9-A54A-05D16B5B6690}"/>
              </a:ext>
            </a:extLst>
          </p:cNvPr>
          <p:cNvSpPr txBox="1"/>
          <p:nvPr/>
        </p:nvSpPr>
        <p:spPr>
          <a:xfrm>
            <a:off x="1560643" y="1597407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역량 </a:t>
            </a:r>
            <a:r>
              <a:rPr lang="ko-KR" altLang="en-US" sz="900" dirty="0">
                <a:latin typeface="+mn-ea"/>
                <a:ea typeface="+mn-ea"/>
              </a:rPr>
              <a:t>구분</a:t>
            </a:r>
            <a:r>
              <a:rPr lang="en-US" altLang="ko-KR" sz="900" dirty="0">
                <a:solidFill>
                  <a:srgbClr val="000000"/>
                </a:solidFill>
                <a:latin typeface="+mn-ea"/>
                <a:ea typeface="+mn-ea"/>
              </a:rPr>
              <a:t> *</a:t>
            </a:r>
            <a:endParaRPr lang="ko-KR" altLang="en-US" sz="9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26" name="사각형: 둥근 모서리 225">
            <a:extLst>
              <a:ext uri="{FF2B5EF4-FFF2-40B4-BE49-F238E27FC236}">
                <a16:creationId xmlns:a16="http://schemas.microsoft.com/office/drawing/2014/main" id="{AECFE6AF-43DD-2A71-99F8-97DA48497ADA}"/>
              </a:ext>
            </a:extLst>
          </p:cNvPr>
          <p:cNvSpPr/>
          <p:nvPr/>
        </p:nvSpPr>
        <p:spPr>
          <a:xfrm>
            <a:off x="1753187" y="2415776"/>
            <a:ext cx="7577823" cy="1171669"/>
          </a:xfrm>
          <a:prstGeom prst="roundRect">
            <a:avLst>
              <a:gd name="adj" fmla="val 4876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모듈에 대한 설명을 입력하세요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최대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200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7" name="사각형: 둥근 모서리 226">
            <a:extLst>
              <a:ext uri="{FF2B5EF4-FFF2-40B4-BE49-F238E27FC236}">
                <a16:creationId xmlns:a16="http://schemas.microsoft.com/office/drawing/2014/main" id="{BD70009E-A966-31E7-3A69-C919EAA33ED4}"/>
              </a:ext>
            </a:extLst>
          </p:cNvPr>
          <p:cNvSpPr/>
          <p:nvPr/>
        </p:nvSpPr>
        <p:spPr>
          <a:xfrm>
            <a:off x="1746701" y="3888648"/>
            <a:ext cx="7577823" cy="297749"/>
          </a:xfrm>
          <a:prstGeom prst="roundRect">
            <a:avLst>
              <a:gd name="adj" fmla="val 2178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FA872580-72D9-C8B7-21C7-196B9F048071}"/>
              </a:ext>
            </a:extLst>
          </p:cNvPr>
          <p:cNvSpPr txBox="1"/>
          <p:nvPr/>
        </p:nvSpPr>
        <p:spPr>
          <a:xfrm>
            <a:off x="1560643" y="3688296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공개 설정</a:t>
            </a:r>
          </a:p>
        </p:txBody>
      </p:sp>
      <p:graphicFrame>
        <p:nvGraphicFramePr>
          <p:cNvPr id="229" name="표 228">
            <a:extLst>
              <a:ext uri="{FF2B5EF4-FFF2-40B4-BE49-F238E27FC236}">
                <a16:creationId xmlns:a16="http://schemas.microsoft.com/office/drawing/2014/main" id="{0BD59F5A-4DCA-6BF9-EFC4-38E6F951F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212415"/>
              </p:ext>
            </p:extLst>
          </p:nvPr>
        </p:nvGraphicFramePr>
        <p:xfrm>
          <a:off x="1753672" y="3937160"/>
          <a:ext cx="3102764" cy="22860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551382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비공개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sp>
        <p:nvSpPr>
          <p:cNvPr id="230" name="TextBox 229">
            <a:extLst>
              <a:ext uri="{FF2B5EF4-FFF2-40B4-BE49-F238E27FC236}">
                <a16:creationId xmlns:a16="http://schemas.microsoft.com/office/drawing/2014/main" id="{0A6FD2C7-F6FC-485A-CF3C-3CCC8DC0EEE4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모듈구성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5432EA73-F71B-82CA-5D0F-E24B9C0DAFDC}"/>
              </a:ext>
            </a:extLst>
          </p:cNvPr>
          <p:cNvSpPr/>
          <p:nvPr/>
        </p:nvSpPr>
        <p:spPr>
          <a:xfrm>
            <a:off x="1746701" y="3887298"/>
            <a:ext cx="7577823" cy="297749"/>
          </a:xfrm>
          <a:prstGeom prst="roundRect">
            <a:avLst>
              <a:gd name="adj" fmla="val 2178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232" name="표 231">
            <a:extLst>
              <a:ext uri="{FF2B5EF4-FFF2-40B4-BE49-F238E27FC236}">
                <a16:creationId xmlns:a16="http://schemas.microsoft.com/office/drawing/2014/main" id="{52C870C8-93F7-F507-D435-9AB5FBD2F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777116"/>
              </p:ext>
            </p:extLst>
          </p:nvPr>
        </p:nvGraphicFramePr>
        <p:xfrm>
          <a:off x="1753672" y="3935810"/>
          <a:ext cx="3102764" cy="22860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551382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비공개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sp>
        <p:nvSpPr>
          <p:cNvPr id="233" name="TextBox 232">
            <a:extLst>
              <a:ext uri="{FF2B5EF4-FFF2-40B4-BE49-F238E27FC236}">
                <a16:creationId xmlns:a16="http://schemas.microsoft.com/office/drawing/2014/main" id="{06F4A6B7-1EEA-7EC8-9726-9DAD759E9F09}"/>
              </a:ext>
            </a:extLst>
          </p:cNvPr>
          <p:cNvSpPr txBox="1"/>
          <p:nvPr/>
        </p:nvSpPr>
        <p:spPr>
          <a:xfrm>
            <a:off x="1560643" y="4312837"/>
            <a:ext cx="7949932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108000" lvl="0" defTabSz="940826" latinLnBrk="1">
              <a:spcAft>
                <a:spcPts val="400"/>
              </a:spcAft>
              <a:buClrTx/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ea"/>
                <a:ea typeface="+mn-ea"/>
              </a:rPr>
              <a:t>콘텐츠 </a:t>
            </a:r>
            <a:r>
              <a:rPr lang="ko-KR" altLang="en-US" sz="900" dirty="0">
                <a:latin typeface="+mn-ea"/>
                <a:ea typeface="+mn-ea"/>
              </a:rPr>
              <a:t>구성</a:t>
            </a:r>
            <a:endParaRPr lang="ko-KR" altLang="en-US" sz="9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34" name="사각형: 둥근 모서리 233">
            <a:extLst>
              <a:ext uri="{FF2B5EF4-FFF2-40B4-BE49-F238E27FC236}">
                <a16:creationId xmlns:a16="http://schemas.microsoft.com/office/drawing/2014/main" id="{4DF45908-4EE0-B2B3-4BDE-0D15F3A17053}"/>
              </a:ext>
            </a:extLst>
          </p:cNvPr>
          <p:cNvSpPr/>
          <p:nvPr/>
        </p:nvSpPr>
        <p:spPr>
          <a:xfrm>
            <a:off x="1753187" y="4559469"/>
            <a:ext cx="7577823" cy="1615190"/>
          </a:xfrm>
          <a:prstGeom prst="roundRect">
            <a:avLst>
              <a:gd name="adj" fmla="val 4876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5" name="Input">
            <a:extLst>
              <a:ext uri="{FF2B5EF4-FFF2-40B4-BE49-F238E27FC236}">
                <a16:creationId xmlns:a16="http://schemas.microsoft.com/office/drawing/2014/main" id="{17700F6B-7744-1290-AF0B-BB22C4C7B433}"/>
              </a:ext>
            </a:extLst>
          </p:cNvPr>
          <p:cNvSpPr/>
          <p:nvPr/>
        </p:nvSpPr>
        <p:spPr>
          <a:xfrm>
            <a:off x="8556891" y="6243787"/>
            <a:ext cx="766547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36" name="Input">
            <a:extLst>
              <a:ext uri="{FF2B5EF4-FFF2-40B4-BE49-F238E27FC236}">
                <a16:creationId xmlns:a16="http://schemas.microsoft.com/office/drawing/2014/main" id="{7B3A63D3-C040-74A4-D911-E8E2233A8347}"/>
              </a:ext>
            </a:extLst>
          </p:cNvPr>
          <p:cNvSpPr/>
          <p:nvPr/>
        </p:nvSpPr>
        <p:spPr>
          <a:xfrm>
            <a:off x="7764984" y="6243787"/>
            <a:ext cx="766547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취소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pic>
        <p:nvPicPr>
          <p:cNvPr id="237" name="그림 236">
            <a:extLst>
              <a:ext uri="{FF2B5EF4-FFF2-40B4-BE49-F238E27FC236}">
                <a16:creationId xmlns:a16="http://schemas.microsoft.com/office/drawing/2014/main" id="{F0107302-42CB-466F-EFC9-357F1F379E9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083" y="3963633"/>
            <a:ext cx="165600" cy="165600"/>
          </a:xfrm>
          <a:prstGeom prst="rect">
            <a:avLst/>
          </a:prstGeom>
        </p:spPr>
      </p:pic>
      <p:pic>
        <p:nvPicPr>
          <p:cNvPr id="238" name="그림 237">
            <a:extLst>
              <a:ext uri="{FF2B5EF4-FFF2-40B4-BE49-F238E27FC236}">
                <a16:creationId xmlns:a16="http://schemas.microsoft.com/office/drawing/2014/main" id="{E513B61B-70E9-CAF0-B182-75294BE5AE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369" y="3963633"/>
            <a:ext cx="165600" cy="165600"/>
          </a:xfrm>
          <a:prstGeom prst="rect">
            <a:avLst/>
          </a:prstGeom>
        </p:spPr>
      </p:pic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9A1B459C-8E90-725D-2875-AF1BBF2EEC1D}"/>
              </a:ext>
            </a:extLst>
          </p:cNvPr>
          <p:cNvGrpSpPr/>
          <p:nvPr/>
        </p:nvGrpSpPr>
        <p:grpSpPr>
          <a:xfrm>
            <a:off x="1753187" y="4937019"/>
            <a:ext cx="7577823" cy="829312"/>
            <a:chOff x="1753187" y="4937019"/>
            <a:chExt cx="7577823" cy="829312"/>
          </a:xfrm>
        </p:grpSpPr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E9583511-B0F6-8B3F-131E-2EB201C9F7C7}"/>
                </a:ext>
              </a:extLst>
            </p:cNvPr>
            <p:cNvSpPr txBox="1"/>
            <p:nvPr/>
          </p:nvSpPr>
          <p:spPr>
            <a:xfrm>
              <a:off x="1753187" y="4937019"/>
              <a:ext cx="7577823" cy="513850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아직 추가된 콘텐츠가 없습니다</a:t>
              </a: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.</a:t>
              </a:r>
            </a:p>
            <a:p>
              <a:pPr algn="ctr">
                <a:spcAft>
                  <a:spcPts val="200"/>
                </a:spcAft>
              </a:pPr>
              <a:r>
                <a:rPr lang="ko-KR" altLang="en-US" sz="12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버튼을 눌러 콘텐츠를 추가해보세요</a:t>
              </a:r>
              <a:r>
                <a:rPr lang="en-US" altLang="ko-KR" sz="12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. 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7D32CAF8-523E-67D2-E5F7-75866E442A93}"/>
                </a:ext>
              </a:extLst>
            </p:cNvPr>
            <p:cNvSpPr txBox="1"/>
            <p:nvPr/>
          </p:nvSpPr>
          <p:spPr>
            <a:xfrm>
              <a:off x="1753187" y="5550887"/>
              <a:ext cx="7570251" cy="215444"/>
            </a:xfrm>
            <a:prstGeom prst="rect">
              <a:avLst/>
            </a:prstGeom>
            <a:noFill/>
          </p:spPr>
          <p:txBody>
            <a:bodyPr wrap="square" rIns="144000" rtlCol="0" anchor="ctr">
              <a:spAutoFit/>
            </a:bodyPr>
            <a:lstStyle/>
            <a:p>
              <a:pPr algn="ctr"/>
              <a:r>
                <a:rPr lang="ko-KR" altLang="en-US" sz="800" b="1" u="sng" dirty="0">
                  <a:latin typeface="+mn-ea"/>
                </a:rPr>
                <a:t>콘텐츠 추가</a:t>
              </a:r>
              <a:endParaRPr lang="ko-KR" altLang="en-US" sz="800" b="1" u="sng" dirty="0">
                <a:latin typeface="+mn-ea"/>
                <a:ea typeface="+mn-ea"/>
              </a:endParaRPr>
            </a:p>
          </p:txBody>
        </p:sp>
      </p:grpSp>
      <p:sp>
        <p:nvSpPr>
          <p:cNvPr id="242" name="타원 241">
            <a:extLst>
              <a:ext uri="{FF2B5EF4-FFF2-40B4-BE49-F238E27FC236}">
                <a16:creationId xmlns:a16="http://schemas.microsoft.com/office/drawing/2014/main" id="{C0CBADCF-7F5A-D3EA-30DD-3BF41E9A1138}"/>
              </a:ext>
            </a:extLst>
          </p:cNvPr>
          <p:cNvSpPr/>
          <p:nvPr/>
        </p:nvSpPr>
        <p:spPr>
          <a:xfrm>
            <a:off x="7727993" y="622980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3" name="타원 242">
            <a:extLst>
              <a:ext uri="{FF2B5EF4-FFF2-40B4-BE49-F238E27FC236}">
                <a16:creationId xmlns:a16="http://schemas.microsoft.com/office/drawing/2014/main" id="{3AE0D921-C478-0E54-3156-99D95F6C6A46}"/>
              </a:ext>
            </a:extLst>
          </p:cNvPr>
          <p:cNvSpPr/>
          <p:nvPr/>
        </p:nvSpPr>
        <p:spPr>
          <a:xfrm>
            <a:off x="8518568" y="622028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타원 243">
            <a:extLst>
              <a:ext uri="{FF2B5EF4-FFF2-40B4-BE49-F238E27FC236}">
                <a16:creationId xmlns:a16="http://schemas.microsoft.com/office/drawing/2014/main" id="{A474D88D-36CC-9575-8492-050356FE9086}"/>
              </a:ext>
            </a:extLst>
          </p:cNvPr>
          <p:cNvSpPr/>
          <p:nvPr/>
        </p:nvSpPr>
        <p:spPr>
          <a:xfrm>
            <a:off x="1441493" y="93390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타원 244">
            <a:extLst>
              <a:ext uri="{FF2B5EF4-FFF2-40B4-BE49-F238E27FC236}">
                <a16:creationId xmlns:a16="http://schemas.microsoft.com/office/drawing/2014/main" id="{30629424-702E-11A2-58EC-4D36440CC2CD}"/>
              </a:ext>
            </a:extLst>
          </p:cNvPr>
          <p:cNvSpPr/>
          <p:nvPr/>
        </p:nvSpPr>
        <p:spPr>
          <a:xfrm>
            <a:off x="5053855" y="559355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6" name="사각형: 둥근 모서리 245">
            <a:extLst>
              <a:ext uri="{FF2B5EF4-FFF2-40B4-BE49-F238E27FC236}">
                <a16:creationId xmlns:a16="http://schemas.microsoft.com/office/drawing/2014/main" id="{19DBFEE1-A15E-1FF8-59E9-93F85B0909FA}"/>
              </a:ext>
            </a:extLst>
          </p:cNvPr>
          <p:cNvSpPr/>
          <p:nvPr/>
        </p:nvSpPr>
        <p:spPr>
          <a:xfrm>
            <a:off x="1746701" y="1797759"/>
            <a:ext cx="7577823" cy="297749"/>
          </a:xfrm>
          <a:prstGeom prst="roundRect">
            <a:avLst>
              <a:gd name="adj" fmla="val 2178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247" name="표 246">
            <a:extLst>
              <a:ext uri="{FF2B5EF4-FFF2-40B4-BE49-F238E27FC236}">
                <a16:creationId xmlns:a16="http://schemas.microsoft.com/office/drawing/2014/main" id="{F5A70DD1-0618-DA64-BA9D-CED40B998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450604"/>
              </p:ext>
            </p:extLst>
          </p:nvPr>
        </p:nvGraphicFramePr>
        <p:xfrm>
          <a:off x="1753672" y="1836746"/>
          <a:ext cx="7756910" cy="22860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551382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551382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교육과정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생활교육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학교공동체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자기개발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문제해결</a:t>
                      </a:r>
                    </a:p>
                  </a:txBody>
                  <a:tcPr marL="32400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248" name="그림 247">
            <a:extLst>
              <a:ext uri="{FF2B5EF4-FFF2-40B4-BE49-F238E27FC236}">
                <a16:creationId xmlns:a16="http://schemas.microsoft.com/office/drawing/2014/main" id="{0C41CCFB-6F4F-9212-5145-96B720798F6E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036" y="1872051"/>
            <a:ext cx="162000" cy="162000"/>
          </a:xfrm>
          <a:prstGeom prst="rect">
            <a:avLst/>
          </a:prstGeom>
        </p:spPr>
      </p:pic>
      <p:pic>
        <p:nvPicPr>
          <p:cNvPr id="249" name="그림 248">
            <a:extLst>
              <a:ext uri="{FF2B5EF4-FFF2-40B4-BE49-F238E27FC236}">
                <a16:creationId xmlns:a16="http://schemas.microsoft.com/office/drawing/2014/main" id="{E275297C-2A59-F707-68C5-7C867F0C2719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361" y="1872051"/>
            <a:ext cx="162000" cy="162000"/>
          </a:xfrm>
          <a:prstGeom prst="rect">
            <a:avLst/>
          </a:prstGeom>
        </p:spPr>
      </p:pic>
      <p:pic>
        <p:nvPicPr>
          <p:cNvPr id="250" name="그림 249">
            <a:extLst>
              <a:ext uri="{FF2B5EF4-FFF2-40B4-BE49-F238E27FC236}">
                <a16:creationId xmlns:a16="http://schemas.microsoft.com/office/drawing/2014/main" id="{278E3009-6BE9-CAC8-603D-F6717704B636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548" y="1872051"/>
            <a:ext cx="162000" cy="162000"/>
          </a:xfrm>
          <a:prstGeom prst="rect">
            <a:avLst/>
          </a:prstGeom>
        </p:spPr>
      </p:pic>
      <p:pic>
        <p:nvPicPr>
          <p:cNvPr id="251" name="그림 250">
            <a:extLst>
              <a:ext uri="{FF2B5EF4-FFF2-40B4-BE49-F238E27FC236}">
                <a16:creationId xmlns:a16="http://schemas.microsoft.com/office/drawing/2014/main" id="{6548EC30-867B-BE8F-0675-212F14FF69B6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798" y="1872051"/>
            <a:ext cx="162000" cy="162000"/>
          </a:xfrm>
          <a:prstGeom prst="rect">
            <a:avLst/>
          </a:prstGeom>
        </p:spPr>
      </p:pic>
      <p:pic>
        <p:nvPicPr>
          <p:cNvPr id="252" name="그림 251">
            <a:extLst>
              <a:ext uri="{FF2B5EF4-FFF2-40B4-BE49-F238E27FC236}">
                <a16:creationId xmlns:a16="http://schemas.microsoft.com/office/drawing/2014/main" id="{907175A4-DBAB-C7D9-E149-53F3E2D8B116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986" y="1872051"/>
            <a:ext cx="162000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580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59A2E07-33FC-BE83-1A0D-F36D9E56C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E4F30D5B-CDE8-EF4C-AEE7-00CC5D219B3B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0558A82B-D0D6-0FD1-6902-AA0B8661E6BC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8ADA9BC1-3DE7-E47C-DA4D-52E904DEA530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3E71A087-CBAB-5A1D-8201-2C0FFD365C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6172402"/>
              </p:ext>
            </p:extLst>
          </p:nvPr>
        </p:nvGraphicFramePr>
        <p:xfrm>
          <a:off x="9655174" y="276226"/>
          <a:ext cx="2532687" cy="282394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등록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중일때</a:t>
                      </a:r>
                      <a:endParaRPr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콘텐츠 검색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검색어 입력 후 콘텐츠 검색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[+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추가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클릭 시 우측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'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내 모듈에 담은 콘텐츠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'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에 추가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내 모듈에 담은 콘텐츠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학습모듈에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포함할 콘텐츠 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목록드래그앤드롭으로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순서 변경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[X]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클릭 시 목록에서 제거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취소 버튼 클릭 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팝업 닫힘 후 </a:t>
                      </a:r>
                      <a:r>
                        <a:rPr lang="ko-KR" altLang="en-US" sz="800" dirty="0"/>
                        <a:t>이전 화면으로 이동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추가하기 버튼 클릭 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팝업 닫힘 후 </a:t>
                      </a:r>
                      <a:r>
                        <a:rPr lang="ko-KR" altLang="en-US" sz="800" dirty="0"/>
                        <a:t>이전 화면으로 이동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7F34143-0AC6-A300-9E6F-D47F12855275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학습모듈구성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수정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콘텐츠추가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0BC0BF-B29E-33FF-6F3A-B58CAEC570C6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콘텐츠추가팝업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9CFF05-CE03-9C43-D97D-7C83C4832675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V-HMR-04-004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7F8B9D-AE97-9E70-9C5B-D382F03C4CFB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A378DB0-FF63-5EAD-CEDF-531B8159E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136410"/>
              </p:ext>
            </p:extLst>
          </p:nvPr>
        </p:nvGraphicFramePr>
        <p:xfrm>
          <a:off x="47625" y="549274"/>
          <a:ext cx="1368425" cy="1128476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콘텐츠추가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5A6BC3EE-8F73-C01E-9128-FF6888227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571" y="887466"/>
            <a:ext cx="7955970" cy="569415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3694D42-6E57-E464-F9DC-A5CC79C814A9}"/>
              </a:ext>
            </a:extLst>
          </p:cNvPr>
          <p:cNvSpPr/>
          <p:nvPr/>
        </p:nvSpPr>
        <p:spPr>
          <a:xfrm>
            <a:off x="1475810" y="560276"/>
            <a:ext cx="8113164" cy="6216762"/>
          </a:xfrm>
          <a:prstGeom prst="rect">
            <a:avLst/>
          </a:prstGeom>
          <a:solidFill>
            <a:srgbClr val="000000">
              <a:alpha val="69804"/>
            </a:srgb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모서리가 둥근 직사각형 25">
            <a:extLst>
              <a:ext uri="{FF2B5EF4-FFF2-40B4-BE49-F238E27FC236}">
                <a16:creationId xmlns:a16="http://schemas.microsoft.com/office/drawing/2014/main" id="{3E2894EE-DC26-802F-2080-C0C91ADE495B}"/>
              </a:ext>
            </a:extLst>
          </p:cNvPr>
          <p:cNvSpPr/>
          <p:nvPr/>
        </p:nvSpPr>
        <p:spPr>
          <a:xfrm>
            <a:off x="1617234" y="652311"/>
            <a:ext cx="7840975" cy="6061755"/>
          </a:xfrm>
          <a:prstGeom prst="roundRect">
            <a:avLst>
              <a:gd name="adj" fmla="val 199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7FF1DB-07BC-DE92-EBAB-9931FC40CB98}"/>
              </a:ext>
            </a:extLst>
          </p:cNvPr>
          <p:cNvSpPr txBox="1"/>
          <p:nvPr/>
        </p:nvSpPr>
        <p:spPr>
          <a:xfrm>
            <a:off x="1630225" y="1019610"/>
            <a:ext cx="7827984" cy="2208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0000" tIns="36000" bIns="36000" rtlCol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콘텐츠 추가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24143BE-0E9D-0B85-0E32-0B1CFEE23E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6302" y="794109"/>
            <a:ext cx="144000" cy="144000"/>
          </a:xfrm>
          <a:prstGeom prst="rect">
            <a:avLst/>
          </a:prstGeom>
        </p:spPr>
      </p:pic>
      <p:sp>
        <p:nvSpPr>
          <p:cNvPr id="13" name="모서리가 둥근 직사각형 25">
            <a:extLst>
              <a:ext uri="{FF2B5EF4-FFF2-40B4-BE49-F238E27FC236}">
                <a16:creationId xmlns:a16="http://schemas.microsoft.com/office/drawing/2014/main" id="{5A53191D-BDE1-A1FB-5913-99EDDBCE84EE}"/>
              </a:ext>
            </a:extLst>
          </p:cNvPr>
          <p:cNvSpPr/>
          <p:nvPr/>
        </p:nvSpPr>
        <p:spPr>
          <a:xfrm>
            <a:off x="1737376" y="1567625"/>
            <a:ext cx="7590033" cy="4953915"/>
          </a:xfrm>
          <a:prstGeom prst="roundRect">
            <a:avLst>
              <a:gd name="adj" fmla="val 132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458276-A584-F394-3FEC-41AAD8F9D5D1}"/>
              </a:ext>
            </a:extLst>
          </p:cNvPr>
          <p:cNvSpPr/>
          <p:nvPr/>
        </p:nvSpPr>
        <p:spPr>
          <a:xfrm>
            <a:off x="1790234" y="1704434"/>
            <a:ext cx="3675951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931F1E9-A177-CB34-F1A6-D9DB58009DA5}"/>
              </a:ext>
            </a:extLst>
          </p:cNvPr>
          <p:cNvGrpSpPr/>
          <p:nvPr/>
        </p:nvGrpSpPr>
        <p:grpSpPr>
          <a:xfrm>
            <a:off x="1862826" y="1792567"/>
            <a:ext cx="740200" cy="224895"/>
            <a:chOff x="1862826" y="1602142"/>
            <a:chExt cx="740200" cy="224895"/>
          </a:xfrm>
        </p:grpSpPr>
        <p:sp>
          <p:nvSpPr>
            <p:cNvPr id="16" name="Input">
              <a:extLst>
                <a:ext uri="{FF2B5EF4-FFF2-40B4-BE49-F238E27FC236}">
                  <a16:creationId xmlns:a16="http://schemas.microsoft.com/office/drawing/2014/main" id="{15895772-BF16-D47D-37E0-DE178E1F19A8}"/>
                </a:ext>
              </a:extLst>
            </p:cNvPr>
            <p:cNvSpPr/>
            <p:nvPr/>
          </p:nvSpPr>
          <p:spPr>
            <a:xfrm>
              <a:off x="1862826" y="1602142"/>
              <a:ext cx="740200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구분 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7" name="Chevron Right">
              <a:extLst>
                <a:ext uri="{FF2B5EF4-FFF2-40B4-BE49-F238E27FC236}">
                  <a16:creationId xmlns:a16="http://schemas.microsoft.com/office/drawing/2014/main" id="{4EB95BC9-0DB6-7A8F-29F6-A9DCD3E32DFB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2488517" y="168315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" name="Input">
            <a:extLst>
              <a:ext uri="{FF2B5EF4-FFF2-40B4-BE49-F238E27FC236}">
                <a16:creationId xmlns:a16="http://schemas.microsoft.com/office/drawing/2014/main" id="{DACF2C1E-EEA0-CAEC-7A87-16D1CADF56AC}"/>
              </a:ext>
            </a:extLst>
          </p:cNvPr>
          <p:cNvSpPr/>
          <p:nvPr/>
        </p:nvSpPr>
        <p:spPr>
          <a:xfrm>
            <a:off x="2662925" y="1792567"/>
            <a:ext cx="2744359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9" name="Input">
            <a:extLst>
              <a:ext uri="{FF2B5EF4-FFF2-40B4-BE49-F238E27FC236}">
                <a16:creationId xmlns:a16="http://schemas.microsoft.com/office/drawing/2014/main" id="{968114FB-004C-E4FA-0709-56BBC0930280}"/>
              </a:ext>
            </a:extLst>
          </p:cNvPr>
          <p:cNvSpPr/>
          <p:nvPr/>
        </p:nvSpPr>
        <p:spPr>
          <a:xfrm>
            <a:off x="4935144" y="1788444"/>
            <a:ext cx="47214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E17160E-F6CC-68F5-18B1-8830A929D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129723"/>
              </p:ext>
            </p:extLst>
          </p:nvPr>
        </p:nvGraphicFramePr>
        <p:xfrm>
          <a:off x="1739491" y="1334387"/>
          <a:ext cx="7613132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6566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90488" marR="0" lvl="0" indent="-90488" algn="ctr" defTabSz="9398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콘텐츠 검색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ctr" defTabSz="9398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 모듈에 담은 콘텐츠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B6188C3-930A-607D-57D0-CA27B9B9DAED}"/>
              </a:ext>
            </a:extLst>
          </p:cNvPr>
          <p:cNvCxnSpPr>
            <a:cxnSpLocks/>
            <a:stCxn id="20" idx="2"/>
            <a:endCxn id="13" idx="2"/>
          </p:cNvCxnSpPr>
          <p:nvPr/>
        </p:nvCxnSpPr>
        <p:spPr>
          <a:xfrm flipH="1">
            <a:off x="5532393" y="1658387"/>
            <a:ext cx="13664" cy="48631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E3086F7-8DCD-FFF8-DD3F-505D2D72A01D}"/>
              </a:ext>
            </a:extLst>
          </p:cNvPr>
          <p:cNvGrpSpPr/>
          <p:nvPr/>
        </p:nvGrpSpPr>
        <p:grpSpPr>
          <a:xfrm>
            <a:off x="1790232" y="2789331"/>
            <a:ext cx="3675951" cy="603627"/>
            <a:chOff x="1790232" y="2596031"/>
            <a:chExt cx="3675951" cy="603627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6EC58E16-133B-E880-9887-4A6CAFC682A2}"/>
                </a:ext>
              </a:extLst>
            </p:cNvPr>
            <p:cNvSpPr/>
            <p:nvPr/>
          </p:nvSpPr>
          <p:spPr>
            <a:xfrm>
              <a:off x="1790232" y="2596031"/>
              <a:ext cx="3675951" cy="603627"/>
            </a:xfrm>
            <a:prstGeom prst="roundRect">
              <a:avLst>
                <a:gd name="adj" fmla="val 6048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6F616F6B-AA2A-400E-0F49-2396FD880311}"/>
                </a:ext>
              </a:extLst>
            </p:cNvPr>
            <p:cNvGrpSpPr/>
            <p:nvPr/>
          </p:nvGrpSpPr>
          <p:grpSpPr>
            <a:xfrm>
              <a:off x="1886852" y="2695061"/>
              <a:ext cx="716174" cy="379526"/>
              <a:chOff x="3881483" y="978229"/>
              <a:chExt cx="2403430" cy="623266"/>
            </a:xfrm>
          </p:grpSpPr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4D020BC3-FC86-61E0-62EE-2A87C5915D19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54" name="직사각형 253">
                  <a:extLst>
                    <a:ext uri="{FF2B5EF4-FFF2-40B4-BE49-F238E27FC236}">
                      <a16:creationId xmlns:a16="http://schemas.microsoft.com/office/drawing/2014/main" id="{B15DE9D5-3A80-5555-2D2B-BE838149EFE1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55" name="직선 연결선 254">
                  <a:extLst>
                    <a:ext uri="{FF2B5EF4-FFF2-40B4-BE49-F238E27FC236}">
                      <a16:creationId xmlns:a16="http://schemas.microsoft.com/office/drawing/2014/main" id="{01BE35FA-51D0-4701-0F1B-C859B35DFC28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2" name="직선 연결선 31">
                  <a:extLst>
                    <a:ext uri="{FF2B5EF4-FFF2-40B4-BE49-F238E27FC236}">
                      <a16:creationId xmlns:a16="http://schemas.microsoft.com/office/drawing/2014/main" id="{90881F16-98B3-E9C5-E162-CD075D891BDF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FD972C18-2F9E-647F-2BFE-F7E5EAB4407E}"/>
                  </a:ext>
                </a:extLst>
              </p:cNvPr>
              <p:cNvSpPr txBox="1"/>
              <p:nvPr/>
            </p:nvSpPr>
            <p:spPr>
              <a:xfrm>
                <a:off x="3901078" y="1129386"/>
                <a:ext cx="2364243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5BAFE73-01AC-73FB-0A22-67DF8902D542}"/>
                </a:ext>
              </a:extLst>
            </p:cNvPr>
            <p:cNvSpPr txBox="1"/>
            <p:nvPr/>
          </p:nvSpPr>
          <p:spPr>
            <a:xfrm>
              <a:off x="2614354" y="2695061"/>
              <a:ext cx="2440579" cy="35394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학교자율시간 편성</a:t>
              </a:r>
              <a:r>
                <a:rPr lang="en-US" altLang="ko-KR" sz="900" b="1" dirty="0">
                  <a:latin typeface="+mn-ea"/>
                  <a:ea typeface="+mn-ea"/>
                </a:rPr>
                <a:t>·</a:t>
              </a:r>
              <a:r>
                <a:rPr lang="ko-KR" altLang="en-US" sz="900" b="1" dirty="0">
                  <a:latin typeface="+mn-ea"/>
                  <a:ea typeface="+mn-ea"/>
                </a:rPr>
                <a:t>운영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우리 학교에 맞는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  <a:r>
                <a:rPr lang="ko-KR" altLang="en-US" sz="900" b="1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중앙연수원</a:t>
              </a:r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1D3851FA-B8BE-0E90-5396-5CB749736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45084" y="2782370"/>
              <a:ext cx="230949" cy="230949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8FB71C5-A395-55BC-25F9-7CBB09549663}"/>
              </a:ext>
            </a:extLst>
          </p:cNvPr>
          <p:cNvGrpSpPr/>
          <p:nvPr/>
        </p:nvGrpSpPr>
        <p:grpSpPr>
          <a:xfrm>
            <a:off x="1790232" y="3997029"/>
            <a:ext cx="3675951" cy="603627"/>
            <a:chOff x="1790232" y="3806605"/>
            <a:chExt cx="3675951" cy="603627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5E302ADC-2E3E-EA0C-0D6E-A97B517FAD4D}"/>
                </a:ext>
              </a:extLst>
            </p:cNvPr>
            <p:cNvSpPr/>
            <p:nvPr/>
          </p:nvSpPr>
          <p:spPr>
            <a:xfrm>
              <a:off x="1790232" y="3806605"/>
              <a:ext cx="3675951" cy="603627"/>
            </a:xfrm>
            <a:prstGeom prst="roundRect">
              <a:avLst>
                <a:gd name="adj" fmla="val 6048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D281C5E1-BAE3-0B86-79B3-61A1338A3FEC}"/>
                </a:ext>
              </a:extLst>
            </p:cNvPr>
            <p:cNvGrpSpPr/>
            <p:nvPr/>
          </p:nvGrpSpPr>
          <p:grpSpPr>
            <a:xfrm>
              <a:off x="1886852" y="3905635"/>
              <a:ext cx="716174" cy="379526"/>
              <a:chOff x="3881483" y="978229"/>
              <a:chExt cx="2403430" cy="623266"/>
            </a:xfrm>
          </p:grpSpPr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C8287977-DF4C-BB2F-D845-07E8D06E3332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8B567A8B-A3FF-7540-A9A9-2A0FCAB8E964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CF650959-7394-ECA9-737D-9D3C7B8C3599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3" name="직선 연결선 42">
                  <a:extLst>
                    <a:ext uri="{FF2B5EF4-FFF2-40B4-BE49-F238E27FC236}">
                      <a16:creationId xmlns:a16="http://schemas.microsoft.com/office/drawing/2014/main" id="{5F0D76E4-B43C-14A3-628A-E4C12961457F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31F2314-78A2-20D4-D588-7D820875AD4D}"/>
                  </a:ext>
                </a:extLst>
              </p:cNvPr>
              <p:cNvSpPr txBox="1"/>
              <p:nvPr/>
            </p:nvSpPr>
            <p:spPr>
              <a:xfrm>
                <a:off x="3901078" y="1129386"/>
                <a:ext cx="2364243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C116E0C-E362-385A-AB43-F80122FE6DBA}"/>
                </a:ext>
              </a:extLst>
            </p:cNvPr>
            <p:cNvSpPr txBox="1"/>
            <p:nvPr/>
          </p:nvSpPr>
          <p:spPr>
            <a:xfrm>
              <a:off x="2614355" y="3905635"/>
              <a:ext cx="2395778" cy="35394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회복적 생활교육으로 학급 분위기 바꾸기</a:t>
              </a:r>
              <a:r>
                <a:rPr lang="en-US" altLang="ko-KR" sz="900" b="1" dirty="0">
                  <a:latin typeface="+mn-ea"/>
                  <a:ea typeface="+mn-ea"/>
                </a:rPr>
                <a:t>…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경기도 교육청</a:t>
              </a:r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0710DA65-DEF9-6C64-AED8-C6037DBCF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45084" y="3992944"/>
              <a:ext cx="230949" cy="230949"/>
            </a:xfrm>
            <a:prstGeom prst="rect">
              <a:avLst/>
            </a:prstGeom>
          </p:spPr>
        </p:pic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1CF65E3-6E5E-D6EE-1B2B-E6A73958E1CF}"/>
              </a:ext>
            </a:extLst>
          </p:cNvPr>
          <p:cNvGrpSpPr/>
          <p:nvPr/>
        </p:nvGrpSpPr>
        <p:grpSpPr>
          <a:xfrm>
            <a:off x="5590707" y="1701658"/>
            <a:ext cx="3675951" cy="936797"/>
            <a:chOff x="5590707" y="1511233"/>
            <a:chExt cx="3675951" cy="936797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BED98765-55D7-3914-51E1-69BA798F550A}"/>
                </a:ext>
              </a:extLst>
            </p:cNvPr>
            <p:cNvSpPr/>
            <p:nvPr/>
          </p:nvSpPr>
          <p:spPr>
            <a:xfrm>
              <a:off x="5590707" y="1511233"/>
              <a:ext cx="3675951" cy="936797"/>
            </a:xfrm>
            <a:prstGeom prst="roundRect">
              <a:avLst>
                <a:gd name="adj" fmla="val 6048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AA3BDB09-D62E-0B8C-7AD2-1645094DA443}"/>
                </a:ext>
              </a:extLst>
            </p:cNvPr>
            <p:cNvGrpSpPr/>
            <p:nvPr/>
          </p:nvGrpSpPr>
          <p:grpSpPr>
            <a:xfrm>
              <a:off x="5895006" y="1605253"/>
              <a:ext cx="1412919" cy="748756"/>
              <a:chOff x="5068515" y="4340144"/>
              <a:chExt cx="1657304" cy="878264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49AD4196-5C28-298F-A357-93955C370681}"/>
                  </a:ext>
                </a:extLst>
              </p:cNvPr>
              <p:cNvGrpSpPr/>
              <p:nvPr/>
            </p:nvGrpSpPr>
            <p:grpSpPr>
              <a:xfrm>
                <a:off x="5068515" y="4340144"/>
                <a:ext cx="1657304" cy="878264"/>
                <a:chOff x="3881483" y="978229"/>
                <a:chExt cx="2403430" cy="623266"/>
              </a:xfrm>
            </p:grpSpPr>
            <p:grpSp>
              <p:nvGrpSpPr>
                <p:cNvPr id="52" name="그룹 51">
                  <a:extLst>
                    <a:ext uri="{FF2B5EF4-FFF2-40B4-BE49-F238E27FC236}">
                      <a16:creationId xmlns:a16="http://schemas.microsoft.com/office/drawing/2014/main" id="{97755EC1-B2A8-31BF-ACE5-7681925D15A9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54" name="직사각형 53">
                    <a:extLst>
                      <a:ext uri="{FF2B5EF4-FFF2-40B4-BE49-F238E27FC236}">
                        <a16:creationId xmlns:a16="http://schemas.microsoft.com/office/drawing/2014/main" id="{A6C9D429-1A8C-0919-F3D8-8DEC6B7976E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55" name="직선 연결선 54">
                    <a:extLst>
                      <a:ext uri="{FF2B5EF4-FFF2-40B4-BE49-F238E27FC236}">
                        <a16:creationId xmlns:a16="http://schemas.microsoft.com/office/drawing/2014/main" id="{BFA07286-167C-0479-6FA2-5EA72C751276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56" name="직선 연결선 55">
                    <a:extLst>
                      <a:ext uri="{FF2B5EF4-FFF2-40B4-BE49-F238E27FC236}">
                        <a16:creationId xmlns:a16="http://schemas.microsoft.com/office/drawing/2014/main" id="{55324090-5D15-8C19-CD4D-56927B4812F1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7DC91733-7D37-3809-F08F-068E2736E9D5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255F8883-2022-8798-30A0-8F61155345E3}"/>
                  </a:ext>
                </a:extLst>
              </p:cNvPr>
              <p:cNvSpPr/>
              <p:nvPr/>
            </p:nvSpPr>
            <p:spPr>
              <a:xfrm>
                <a:off x="6275508" y="5018998"/>
                <a:ext cx="417052" cy="164267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800" dirty="0">
                    <a:latin typeface="+mn-ea"/>
                  </a:rPr>
                  <a:t>26:47</a:t>
                </a:r>
                <a:endParaRPr lang="ko-KR" altLang="en-US" sz="800" dirty="0">
                  <a:latin typeface="+mn-ea"/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8BAF6D4-AEF8-C2B4-4C2D-386FFAC73B5F}"/>
                </a:ext>
              </a:extLst>
            </p:cNvPr>
            <p:cNvSpPr txBox="1"/>
            <p:nvPr/>
          </p:nvSpPr>
          <p:spPr>
            <a:xfrm>
              <a:off x="7314307" y="1557120"/>
              <a:ext cx="1266443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 err="1">
                  <a:latin typeface="+mn-ea"/>
                </a:rPr>
                <a:t>블렌디드</a:t>
              </a:r>
              <a:r>
                <a:rPr lang="ko-KR" altLang="en-US" sz="900" b="1" dirty="0">
                  <a:latin typeface="+mn-ea"/>
                </a:rPr>
                <a:t> 러닝 기반 미래형 </a:t>
              </a:r>
              <a:r>
                <a:rPr lang="ko-KR" altLang="en-US" sz="900" b="1" dirty="0" err="1">
                  <a:latin typeface="+mn-ea"/>
                </a:rPr>
                <a:t>배움중심수</a:t>
              </a:r>
              <a:r>
                <a:rPr lang="en-US" altLang="ko-KR" sz="900" b="1" dirty="0">
                  <a:latin typeface="+mn-ea"/>
                </a:rPr>
                <a:t>… </a:t>
              </a:r>
              <a:r>
                <a:rPr lang="ko-KR" altLang="en-US" sz="900" b="1" dirty="0">
                  <a:latin typeface="+mn-ea"/>
                  <a:ea typeface="+mn-ea"/>
                </a:rPr>
                <a:t> </a:t>
              </a:r>
              <a:endParaRPr lang="en-US" altLang="ko-KR" sz="900" b="1" dirty="0"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dirty="0">
                  <a:latin typeface="+mn-ea"/>
                  <a:ea typeface="+mn-ea"/>
                </a:rPr>
                <a:t>경기도 교육청</a:t>
              </a: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조회수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999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회</a:t>
              </a: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5FA16E52-E9ED-177D-B338-066344147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06172" y="1874654"/>
              <a:ext cx="209954" cy="209954"/>
            </a:xfrm>
            <a:prstGeom prst="rect">
              <a:avLst/>
            </a:prstGeom>
          </p:spPr>
        </p:pic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9D3F0BB5-029E-B2A1-FCA2-DFAC3A28D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36432" y="1589627"/>
              <a:ext cx="163651" cy="163651"/>
            </a:xfrm>
            <a:prstGeom prst="rect">
              <a:avLst/>
            </a:prstGeom>
          </p:spPr>
        </p:pic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9615482B-7D83-FB6A-307B-8D4FF6E4F944}"/>
              </a:ext>
            </a:extLst>
          </p:cNvPr>
          <p:cNvGrpSpPr/>
          <p:nvPr/>
        </p:nvGrpSpPr>
        <p:grpSpPr>
          <a:xfrm>
            <a:off x="5590707" y="2677018"/>
            <a:ext cx="3675951" cy="936797"/>
            <a:chOff x="5590707" y="1511233"/>
            <a:chExt cx="3675951" cy="936797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66A93CD6-3C30-DC87-3BAA-9D36908317F2}"/>
                </a:ext>
              </a:extLst>
            </p:cNvPr>
            <p:cNvSpPr/>
            <p:nvPr/>
          </p:nvSpPr>
          <p:spPr>
            <a:xfrm>
              <a:off x="5590707" y="1511233"/>
              <a:ext cx="3675951" cy="936797"/>
            </a:xfrm>
            <a:prstGeom prst="roundRect">
              <a:avLst>
                <a:gd name="adj" fmla="val 6048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F9512956-BB1A-11E2-39DC-CE2129E47FED}"/>
                </a:ext>
              </a:extLst>
            </p:cNvPr>
            <p:cNvGrpSpPr/>
            <p:nvPr/>
          </p:nvGrpSpPr>
          <p:grpSpPr>
            <a:xfrm>
              <a:off x="5895006" y="1605253"/>
              <a:ext cx="1412919" cy="748756"/>
              <a:chOff x="5068515" y="4340144"/>
              <a:chExt cx="1657304" cy="878264"/>
            </a:xfrm>
          </p:grpSpPr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6528A2F7-8946-4760-B4B2-ABE30F56E832}"/>
                  </a:ext>
                </a:extLst>
              </p:cNvPr>
              <p:cNvGrpSpPr/>
              <p:nvPr/>
            </p:nvGrpSpPr>
            <p:grpSpPr>
              <a:xfrm>
                <a:off x="5068515" y="4340144"/>
                <a:ext cx="1657304" cy="878264"/>
                <a:chOff x="3881483" y="978229"/>
                <a:chExt cx="2403430" cy="623266"/>
              </a:xfrm>
            </p:grpSpPr>
            <p:grpSp>
              <p:nvGrpSpPr>
                <p:cNvPr id="97" name="그룹 96">
                  <a:extLst>
                    <a:ext uri="{FF2B5EF4-FFF2-40B4-BE49-F238E27FC236}">
                      <a16:creationId xmlns:a16="http://schemas.microsoft.com/office/drawing/2014/main" id="{753CC042-D67D-1022-F631-6BEAD8C6169C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99" name="직사각형 98">
                    <a:extLst>
                      <a:ext uri="{FF2B5EF4-FFF2-40B4-BE49-F238E27FC236}">
                        <a16:creationId xmlns:a16="http://schemas.microsoft.com/office/drawing/2014/main" id="{37C99F38-1AAB-FAE3-2D74-08273DFE82C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100" name="직선 연결선 99">
                    <a:extLst>
                      <a:ext uri="{FF2B5EF4-FFF2-40B4-BE49-F238E27FC236}">
                        <a16:creationId xmlns:a16="http://schemas.microsoft.com/office/drawing/2014/main" id="{13858468-66F7-81AD-6A4B-D13E95D7A920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01" name="직선 연결선 100">
                    <a:extLst>
                      <a:ext uri="{FF2B5EF4-FFF2-40B4-BE49-F238E27FC236}">
                        <a16:creationId xmlns:a16="http://schemas.microsoft.com/office/drawing/2014/main" id="{2212530A-7938-ACCE-EE56-64CE164A7528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FEFB5360-2B10-0A0D-6CA7-53A83D10BDA9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45AE6DB5-3EA8-B46D-8F8B-8BCC044656C0}"/>
                  </a:ext>
                </a:extLst>
              </p:cNvPr>
              <p:cNvSpPr/>
              <p:nvPr/>
            </p:nvSpPr>
            <p:spPr>
              <a:xfrm>
                <a:off x="6275508" y="5018998"/>
                <a:ext cx="417052" cy="164267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800" dirty="0">
                    <a:latin typeface="+mn-ea"/>
                  </a:rPr>
                  <a:t>23:15</a:t>
                </a:r>
                <a:endParaRPr lang="ko-KR" altLang="en-US" sz="800" dirty="0">
                  <a:latin typeface="+mn-ea"/>
                </a:endParaRP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31F5AF3-E87C-6F5E-A838-402540BB5FBB}"/>
                </a:ext>
              </a:extLst>
            </p:cNvPr>
            <p:cNvSpPr txBox="1"/>
            <p:nvPr/>
          </p:nvSpPr>
          <p:spPr>
            <a:xfrm>
              <a:off x="7314307" y="1557120"/>
              <a:ext cx="1266443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사회정서학습</a:t>
              </a:r>
              <a:r>
                <a:rPr lang="en-US" altLang="ko-KR" sz="900" b="1" dirty="0">
                  <a:latin typeface="+mn-ea"/>
                  <a:ea typeface="+mn-ea"/>
                </a:rPr>
                <a:t>(SEL) </a:t>
              </a:r>
              <a:r>
                <a:rPr lang="ko-KR" altLang="en-US" sz="900" b="1" dirty="0">
                  <a:latin typeface="+mn-ea"/>
                  <a:ea typeface="+mn-ea"/>
                </a:rPr>
                <a:t>기반 인성교육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학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latin typeface="+mn-ea"/>
                  <a:ea typeface="+mn-ea"/>
                </a:rPr>
                <a:t>YouTube</a:t>
              </a: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조회수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999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회</a:t>
              </a:r>
            </a:p>
          </p:txBody>
        </p:sp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97F588FC-AAD5-76ED-DF46-5F557A14D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06172" y="1874654"/>
              <a:ext cx="209954" cy="209954"/>
            </a:xfrm>
            <a:prstGeom prst="rect">
              <a:avLst/>
            </a:prstGeom>
          </p:spPr>
        </p:pic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BC728918-C65E-896B-3041-A6F7C40BD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36432" y="1589627"/>
              <a:ext cx="163651" cy="163651"/>
            </a:xfrm>
            <a:prstGeom prst="rect">
              <a:avLst/>
            </a:prstGeom>
          </p:spPr>
        </p:pic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E3143F1A-C1CD-CC6D-4FCA-DF54F3E1F68E}"/>
              </a:ext>
            </a:extLst>
          </p:cNvPr>
          <p:cNvGrpSpPr/>
          <p:nvPr/>
        </p:nvGrpSpPr>
        <p:grpSpPr>
          <a:xfrm>
            <a:off x="5590707" y="3644758"/>
            <a:ext cx="3675951" cy="936797"/>
            <a:chOff x="5590707" y="1511233"/>
            <a:chExt cx="3675951" cy="936797"/>
          </a:xfrm>
        </p:grpSpPr>
        <p:sp>
          <p:nvSpPr>
            <p:cNvPr id="103" name="사각형: 둥근 모서리 102">
              <a:extLst>
                <a:ext uri="{FF2B5EF4-FFF2-40B4-BE49-F238E27FC236}">
                  <a16:creationId xmlns:a16="http://schemas.microsoft.com/office/drawing/2014/main" id="{0990AD8B-D519-D9E5-8DFB-0704007EED3D}"/>
                </a:ext>
              </a:extLst>
            </p:cNvPr>
            <p:cNvSpPr/>
            <p:nvPr/>
          </p:nvSpPr>
          <p:spPr>
            <a:xfrm>
              <a:off x="5590707" y="1511233"/>
              <a:ext cx="3675951" cy="936797"/>
            </a:xfrm>
            <a:prstGeom prst="roundRect">
              <a:avLst>
                <a:gd name="adj" fmla="val 6048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DCBA00C0-FA25-AFA2-0979-930BF0A73212}"/>
                </a:ext>
              </a:extLst>
            </p:cNvPr>
            <p:cNvGrpSpPr/>
            <p:nvPr/>
          </p:nvGrpSpPr>
          <p:grpSpPr>
            <a:xfrm>
              <a:off x="5895006" y="1605253"/>
              <a:ext cx="1412919" cy="748756"/>
              <a:chOff x="5068515" y="4340144"/>
              <a:chExt cx="1657304" cy="878264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F97A5870-5891-73D1-72A2-CC786FA29FEE}"/>
                  </a:ext>
                </a:extLst>
              </p:cNvPr>
              <p:cNvGrpSpPr/>
              <p:nvPr/>
            </p:nvGrpSpPr>
            <p:grpSpPr>
              <a:xfrm>
                <a:off x="5068515" y="4340144"/>
                <a:ext cx="1657304" cy="878264"/>
                <a:chOff x="3881483" y="978229"/>
                <a:chExt cx="2403430" cy="623266"/>
              </a:xfrm>
            </p:grpSpPr>
            <p:grpSp>
              <p:nvGrpSpPr>
                <p:cNvPr id="113" name="그룹 112">
                  <a:extLst>
                    <a:ext uri="{FF2B5EF4-FFF2-40B4-BE49-F238E27FC236}">
                      <a16:creationId xmlns:a16="http://schemas.microsoft.com/office/drawing/2014/main" id="{E7338749-6AF2-5463-4993-9DC65BE426BC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115" name="직사각형 114">
                    <a:extLst>
                      <a:ext uri="{FF2B5EF4-FFF2-40B4-BE49-F238E27FC236}">
                        <a16:creationId xmlns:a16="http://schemas.microsoft.com/office/drawing/2014/main" id="{45D87EFC-3EF9-4FED-6C43-73430763C44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116" name="직선 연결선 115">
                    <a:extLst>
                      <a:ext uri="{FF2B5EF4-FFF2-40B4-BE49-F238E27FC236}">
                        <a16:creationId xmlns:a16="http://schemas.microsoft.com/office/drawing/2014/main" id="{478798BA-A940-C8E1-FDAD-874EE176478A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17" name="직선 연결선 116">
                    <a:extLst>
                      <a:ext uri="{FF2B5EF4-FFF2-40B4-BE49-F238E27FC236}">
                        <a16:creationId xmlns:a16="http://schemas.microsoft.com/office/drawing/2014/main" id="{210EDB83-4364-0341-7EF7-E217653B28FA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9741BB67-4A56-AA5F-8F43-47FE5EF3B27D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9ECCB5FA-6AD2-5FD9-6D89-52A1779FFA84}"/>
                  </a:ext>
                </a:extLst>
              </p:cNvPr>
              <p:cNvSpPr/>
              <p:nvPr/>
            </p:nvSpPr>
            <p:spPr>
              <a:xfrm>
                <a:off x="6275508" y="5018998"/>
                <a:ext cx="417052" cy="164267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800" dirty="0">
                    <a:latin typeface="+mn-ea"/>
                  </a:rPr>
                  <a:t>40:07</a:t>
                </a:r>
                <a:endParaRPr lang="ko-KR" altLang="en-US" sz="800" dirty="0">
                  <a:latin typeface="+mn-ea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9F3DFAB-7ABA-246F-8284-8960438285A0}"/>
                </a:ext>
              </a:extLst>
            </p:cNvPr>
            <p:cNvSpPr txBox="1"/>
            <p:nvPr/>
          </p:nvSpPr>
          <p:spPr>
            <a:xfrm>
              <a:off x="7314307" y="1557120"/>
              <a:ext cx="1266443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학교폭력 예방교육과 사안 발생 시 단계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latin typeface="+mn-ea"/>
                  <a:ea typeface="+mn-ea"/>
                </a:rPr>
                <a:t>YouTube</a:t>
              </a: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조회수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999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회</a:t>
              </a:r>
            </a:p>
          </p:txBody>
        </p:sp>
        <p:pic>
          <p:nvPicPr>
            <p:cNvPr id="106" name="그림 105">
              <a:extLst>
                <a:ext uri="{FF2B5EF4-FFF2-40B4-BE49-F238E27FC236}">
                  <a16:creationId xmlns:a16="http://schemas.microsoft.com/office/drawing/2014/main" id="{6DF45470-A47B-E168-10B9-52504FD19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06172" y="1874654"/>
              <a:ext cx="209954" cy="209954"/>
            </a:xfrm>
            <a:prstGeom prst="rect">
              <a:avLst/>
            </a:prstGeom>
          </p:spPr>
        </p:pic>
        <p:pic>
          <p:nvPicPr>
            <p:cNvPr id="109" name="그림 108">
              <a:extLst>
                <a:ext uri="{FF2B5EF4-FFF2-40B4-BE49-F238E27FC236}">
                  <a16:creationId xmlns:a16="http://schemas.microsoft.com/office/drawing/2014/main" id="{C6A80D4C-1BD6-C99E-D6A5-3FE727F3A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36432" y="1589627"/>
              <a:ext cx="163651" cy="163651"/>
            </a:xfrm>
            <a:prstGeom prst="rect">
              <a:avLst/>
            </a:prstGeom>
          </p:spPr>
        </p:pic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D5B65C3C-48D6-60FD-A17D-99B861DDAB30}"/>
              </a:ext>
            </a:extLst>
          </p:cNvPr>
          <p:cNvGrpSpPr/>
          <p:nvPr/>
        </p:nvGrpSpPr>
        <p:grpSpPr>
          <a:xfrm>
            <a:off x="5590707" y="4604878"/>
            <a:ext cx="3675951" cy="936797"/>
            <a:chOff x="5590707" y="1511233"/>
            <a:chExt cx="3675951" cy="936797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945D6CDB-9495-3250-CE69-5DF5ADB8DCF6}"/>
                </a:ext>
              </a:extLst>
            </p:cNvPr>
            <p:cNvSpPr/>
            <p:nvPr/>
          </p:nvSpPr>
          <p:spPr>
            <a:xfrm>
              <a:off x="5590707" y="1511233"/>
              <a:ext cx="3675951" cy="936797"/>
            </a:xfrm>
            <a:prstGeom prst="roundRect">
              <a:avLst>
                <a:gd name="adj" fmla="val 6048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08EC31F8-AE87-82A0-667A-D8353F185301}"/>
                </a:ext>
              </a:extLst>
            </p:cNvPr>
            <p:cNvGrpSpPr/>
            <p:nvPr/>
          </p:nvGrpSpPr>
          <p:grpSpPr>
            <a:xfrm>
              <a:off x="5895006" y="1605253"/>
              <a:ext cx="1412919" cy="748756"/>
              <a:chOff x="5068515" y="4340144"/>
              <a:chExt cx="1657304" cy="878264"/>
            </a:xfrm>
          </p:grpSpPr>
          <p:grpSp>
            <p:nvGrpSpPr>
              <p:cNvPr id="124" name="그룹 123">
                <a:extLst>
                  <a:ext uri="{FF2B5EF4-FFF2-40B4-BE49-F238E27FC236}">
                    <a16:creationId xmlns:a16="http://schemas.microsoft.com/office/drawing/2014/main" id="{C8A35939-2790-B106-2A2E-0260E4BF842A}"/>
                  </a:ext>
                </a:extLst>
              </p:cNvPr>
              <p:cNvGrpSpPr/>
              <p:nvPr/>
            </p:nvGrpSpPr>
            <p:grpSpPr>
              <a:xfrm>
                <a:off x="5068515" y="4340144"/>
                <a:ext cx="1657304" cy="878264"/>
                <a:chOff x="3881483" y="978229"/>
                <a:chExt cx="2403430" cy="623266"/>
              </a:xfrm>
            </p:grpSpPr>
            <p:grpSp>
              <p:nvGrpSpPr>
                <p:cNvPr id="126" name="그룹 125">
                  <a:extLst>
                    <a:ext uri="{FF2B5EF4-FFF2-40B4-BE49-F238E27FC236}">
                      <a16:creationId xmlns:a16="http://schemas.microsoft.com/office/drawing/2014/main" id="{07301AE2-1C4E-CFE2-F757-9E993C3B93B1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256" name="직사각형 255">
                    <a:extLst>
                      <a:ext uri="{FF2B5EF4-FFF2-40B4-BE49-F238E27FC236}">
                        <a16:creationId xmlns:a16="http://schemas.microsoft.com/office/drawing/2014/main" id="{C0CD77DD-AE5D-B9E0-55E4-ECEF97E440D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257" name="직선 연결선 256">
                    <a:extLst>
                      <a:ext uri="{FF2B5EF4-FFF2-40B4-BE49-F238E27FC236}">
                        <a16:creationId xmlns:a16="http://schemas.microsoft.com/office/drawing/2014/main" id="{68B1AC0E-7A23-0130-7986-D0E6A794BAC5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58" name="직선 연결선 257">
                    <a:extLst>
                      <a:ext uri="{FF2B5EF4-FFF2-40B4-BE49-F238E27FC236}">
                        <a16:creationId xmlns:a16="http://schemas.microsoft.com/office/drawing/2014/main" id="{3E560EB5-42AA-B2E1-F669-DA93E807903D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6CB7EAA-AC6C-1001-5EAF-D15CDBC19A42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4081BF65-EDEE-84EF-A96E-629073BF0A6C}"/>
                  </a:ext>
                </a:extLst>
              </p:cNvPr>
              <p:cNvSpPr/>
              <p:nvPr/>
            </p:nvSpPr>
            <p:spPr>
              <a:xfrm>
                <a:off x="6275508" y="5018998"/>
                <a:ext cx="417052" cy="164267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800" dirty="0">
                    <a:latin typeface="+mn-ea"/>
                  </a:rPr>
                  <a:t>30:56</a:t>
                </a:r>
                <a:endParaRPr lang="ko-KR" altLang="en-US" sz="800" dirty="0">
                  <a:latin typeface="+mn-ea"/>
                </a:endParaRPr>
              </a:p>
            </p:txBody>
          </p: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B2963D1-F7A0-215F-A74D-61ACA5995301}"/>
                </a:ext>
              </a:extLst>
            </p:cNvPr>
            <p:cNvSpPr txBox="1"/>
            <p:nvPr/>
          </p:nvSpPr>
          <p:spPr>
            <a:xfrm>
              <a:off x="7314307" y="1557120"/>
              <a:ext cx="1266443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교사 학습공동체 제대로 운영하기</a:t>
              </a:r>
              <a:r>
                <a:rPr lang="en-US" altLang="ko-KR" sz="900" b="1" dirty="0">
                  <a:latin typeface="+mn-ea"/>
                  <a:ea typeface="+mn-ea"/>
                </a:rPr>
                <a:t>,</a:t>
              </a:r>
              <a:r>
                <a:rPr lang="ko-KR" altLang="en-US" sz="900" b="1" dirty="0">
                  <a:latin typeface="+mn-ea"/>
                  <a:ea typeface="+mn-ea"/>
                </a:rPr>
                <a:t> 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latin typeface="+mn-ea"/>
                  <a:ea typeface="+mn-ea"/>
                </a:rPr>
                <a:t>YouTube</a:t>
              </a:r>
              <a:endParaRPr lang="ko-KR" altLang="en-US" sz="800" dirty="0">
                <a:latin typeface="+mn-ea"/>
                <a:ea typeface="+mn-ea"/>
              </a:endParaRP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조회수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999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회</a:t>
              </a:r>
            </a:p>
          </p:txBody>
        </p:sp>
        <p:pic>
          <p:nvPicPr>
            <p:cNvPr id="122" name="그림 121">
              <a:extLst>
                <a:ext uri="{FF2B5EF4-FFF2-40B4-BE49-F238E27FC236}">
                  <a16:creationId xmlns:a16="http://schemas.microsoft.com/office/drawing/2014/main" id="{46B4A23F-7134-6D0F-3C81-DB678BC18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06172" y="1874654"/>
              <a:ext cx="209954" cy="209954"/>
            </a:xfrm>
            <a:prstGeom prst="rect">
              <a:avLst/>
            </a:prstGeom>
          </p:spPr>
        </p:pic>
        <p:pic>
          <p:nvPicPr>
            <p:cNvPr id="123" name="그림 122">
              <a:extLst>
                <a:ext uri="{FF2B5EF4-FFF2-40B4-BE49-F238E27FC236}">
                  <a16:creationId xmlns:a16="http://schemas.microsoft.com/office/drawing/2014/main" id="{7B469FE5-208B-496A-BCB9-50E5F562E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36432" y="1589627"/>
              <a:ext cx="163651" cy="163651"/>
            </a:xfrm>
            <a:prstGeom prst="rect">
              <a:avLst/>
            </a:prstGeom>
          </p:spPr>
        </p:pic>
      </p:grp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89381DFC-9DDF-B665-E263-7087A70039E3}"/>
              </a:ext>
            </a:extLst>
          </p:cNvPr>
          <p:cNvGrpSpPr/>
          <p:nvPr/>
        </p:nvGrpSpPr>
        <p:grpSpPr>
          <a:xfrm>
            <a:off x="5590707" y="5564998"/>
            <a:ext cx="3675951" cy="936797"/>
            <a:chOff x="5590707" y="1511233"/>
            <a:chExt cx="3675951" cy="936797"/>
          </a:xfrm>
        </p:grpSpPr>
        <p:sp>
          <p:nvSpPr>
            <p:cNvPr id="260" name="사각형: 둥근 모서리 259">
              <a:extLst>
                <a:ext uri="{FF2B5EF4-FFF2-40B4-BE49-F238E27FC236}">
                  <a16:creationId xmlns:a16="http://schemas.microsoft.com/office/drawing/2014/main" id="{F7DBE079-7B1C-F716-233C-350637E8C4EF}"/>
                </a:ext>
              </a:extLst>
            </p:cNvPr>
            <p:cNvSpPr/>
            <p:nvPr/>
          </p:nvSpPr>
          <p:spPr>
            <a:xfrm>
              <a:off x="5590707" y="1511233"/>
              <a:ext cx="3675951" cy="936797"/>
            </a:xfrm>
            <a:prstGeom prst="roundRect">
              <a:avLst>
                <a:gd name="adj" fmla="val 6048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61" name="그룹 260">
              <a:extLst>
                <a:ext uri="{FF2B5EF4-FFF2-40B4-BE49-F238E27FC236}">
                  <a16:creationId xmlns:a16="http://schemas.microsoft.com/office/drawing/2014/main" id="{DD55CBB5-D04F-1CCE-BD77-AAF557122B69}"/>
                </a:ext>
              </a:extLst>
            </p:cNvPr>
            <p:cNvGrpSpPr/>
            <p:nvPr/>
          </p:nvGrpSpPr>
          <p:grpSpPr>
            <a:xfrm>
              <a:off x="5895006" y="1605253"/>
              <a:ext cx="1412919" cy="748756"/>
              <a:chOff x="5068515" y="4340144"/>
              <a:chExt cx="1657304" cy="878264"/>
            </a:xfrm>
          </p:grpSpPr>
          <p:grpSp>
            <p:nvGrpSpPr>
              <p:cNvPr id="265" name="그룹 264">
                <a:extLst>
                  <a:ext uri="{FF2B5EF4-FFF2-40B4-BE49-F238E27FC236}">
                    <a16:creationId xmlns:a16="http://schemas.microsoft.com/office/drawing/2014/main" id="{926541CA-B10C-C0EC-8F0B-08704117A337}"/>
                  </a:ext>
                </a:extLst>
              </p:cNvPr>
              <p:cNvGrpSpPr/>
              <p:nvPr/>
            </p:nvGrpSpPr>
            <p:grpSpPr>
              <a:xfrm>
                <a:off x="5068515" y="4340144"/>
                <a:ext cx="1657304" cy="878264"/>
                <a:chOff x="3881483" y="978229"/>
                <a:chExt cx="2403430" cy="623266"/>
              </a:xfrm>
            </p:grpSpPr>
            <p:grpSp>
              <p:nvGrpSpPr>
                <p:cNvPr id="267" name="그룹 266">
                  <a:extLst>
                    <a:ext uri="{FF2B5EF4-FFF2-40B4-BE49-F238E27FC236}">
                      <a16:creationId xmlns:a16="http://schemas.microsoft.com/office/drawing/2014/main" id="{C164E439-04BE-A601-41F7-C9BD9239361B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269" name="직사각형 268">
                    <a:extLst>
                      <a:ext uri="{FF2B5EF4-FFF2-40B4-BE49-F238E27FC236}">
                        <a16:creationId xmlns:a16="http://schemas.microsoft.com/office/drawing/2014/main" id="{E02097CE-8017-9D37-0FBC-887E932EA7F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270" name="직선 연결선 269">
                    <a:extLst>
                      <a:ext uri="{FF2B5EF4-FFF2-40B4-BE49-F238E27FC236}">
                        <a16:creationId xmlns:a16="http://schemas.microsoft.com/office/drawing/2014/main" id="{6BBEDC5D-DE59-AB62-6513-4FD94E1F2469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71" name="직선 연결선 270">
                    <a:extLst>
                      <a:ext uri="{FF2B5EF4-FFF2-40B4-BE49-F238E27FC236}">
                        <a16:creationId xmlns:a16="http://schemas.microsoft.com/office/drawing/2014/main" id="{4D204035-A7E3-1DF8-22AE-8D8E227D6763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FC7EBB8B-9BA2-FFC5-A8CC-773AED21F7E2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66" name="직사각형 265">
                <a:extLst>
                  <a:ext uri="{FF2B5EF4-FFF2-40B4-BE49-F238E27FC236}">
                    <a16:creationId xmlns:a16="http://schemas.microsoft.com/office/drawing/2014/main" id="{BDE46C37-1417-88E4-335F-FB360E354D0F}"/>
                  </a:ext>
                </a:extLst>
              </p:cNvPr>
              <p:cNvSpPr/>
              <p:nvPr/>
            </p:nvSpPr>
            <p:spPr>
              <a:xfrm>
                <a:off x="6275508" y="5018998"/>
                <a:ext cx="417052" cy="164267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800" dirty="0">
                    <a:latin typeface="+mn-ea"/>
                  </a:rPr>
                  <a:t>26:47</a:t>
                </a:r>
                <a:endParaRPr lang="ko-KR" altLang="en-US" sz="800" dirty="0">
                  <a:latin typeface="+mn-ea"/>
                </a:endParaRPr>
              </a:p>
            </p:txBody>
          </p:sp>
        </p:grp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993F5944-B946-48B9-F759-B1513EE7A88D}"/>
                </a:ext>
              </a:extLst>
            </p:cNvPr>
            <p:cNvSpPr txBox="1"/>
            <p:nvPr/>
          </p:nvSpPr>
          <p:spPr>
            <a:xfrm>
              <a:off x="7314307" y="1557120"/>
              <a:ext cx="1266443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학부모 소통의 기술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신뢰를 쌓는 가정</a:t>
              </a:r>
              <a:r>
                <a:rPr lang="en-US" altLang="ko-KR" sz="900" b="1" dirty="0">
                  <a:latin typeface="+mn-ea"/>
                  <a:ea typeface="+mn-ea"/>
                </a:rPr>
                <a:t>…..</a:t>
              </a:r>
              <a:r>
                <a:rPr lang="ko-KR" altLang="en-US" sz="900" b="1" dirty="0">
                  <a:latin typeface="+mn-ea"/>
                  <a:ea typeface="+mn-ea"/>
                </a:rPr>
                <a:t> </a:t>
              </a:r>
              <a:endParaRPr lang="en-US" altLang="ko-KR" sz="900" b="1" dirty="0"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dirty="0">
                  <a:latin typeface="+mn-ea"/>
                  <a:ea typeface="+mn-ea"/>
                </a:rPr>
                <a:t>경기도 교육청</a:t>
              </a: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조회수 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999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회</a:t>
              </a:r>
            </a:p>
          </p:txBody>
        </p:sp>
        <p:pic>
          <p:nvPicPr>
            <p:cNvPr id="263" name="그림 262">
              <a:extLst>
                <a:ext uri="{FF2B5EF4-FFF2-40B4-BE49-F238E27FC236}">
                  <a16:creationId xmlns:a16="http://schemas.microsoft.com/office/drawing/2014/main" id="{CB87ABB2-4EC2-FA8F-051E-D2F7AB6EF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06172" y="1874654"/>
              <a:ext cx="209954" cy="209954"/>
            </a:xfrm>
            <a:prstGeom prst="rect">
              <a:avLst/>
            </a:prstGeom>
          </p:spPr>
        </p:pic>
        <p:pic>
          <p:nvPicPr>
            <p:cNvPr id="264" name="그림 263">
              <a:extLst>
                <a:ext uri="{FF2B5EF4-FFF2-40B4-BE49-F238E27FC236}">
                  <a16:creationId xmlns:a16="http://schemas.microsoft.com/office/drawing/2014/main" id="{28CFA902-9611-8E18-E94D-93ABB9C0A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36432" y="1589627"/>
              <a:ext cx="163651" cy="163651"/>
            </a:xfrm>
            <a:prstGeom prst="rect">
              <a:avLst/>
            </a:prstGeom>
          </p:spPr>
        </p:pic>
      </p:grpSp>
      <p:sp>
        <p:nvSpPr>
          <p:cNvPr id="272" name="사각형: 둥근 위쪽 모서리 271">
            <a:extLst>
              <a:ext uri="{FF2B5EF4-FFF2-40B4-BE49-F238E27FC236}">
                <a16:creationId xmlns:a16="http://schemas.microsoft.com/office/drawing/2014/main" id="{52940A53-7A7E-AFED-B01D-87B7C4E34CDC}"/>
              </a:ext>
            </a:extLst>
          </p:cNvPr>
          <p:cNvSpPr/>
          <p:nvPr/>
        </p:nvSpPr>
        <p:spPr>
          <a:xfrm rot="10800000">
            <a:off x="5532392" y="5994916"/>
            <a:ext cx="3792894" cy="526619"/>
          </a:xfrm>
          <a:prstGeom prst="round2SameRect">
            <a:avLst>
              <a:gd name="adj1" fmla="val 9013"/>
              <a:gd name="adj2" fmla="val 0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3" name="그룹 272">
            <a:extLst>
              <a:ext uri="{FF2B5EF4-FFF2-40B4-BE49-F238E27FC236}">
                <a16:creationId xmlns:a16="http://schemas.microsoft.com/office/drawing/2014/main" id="{C0B625CB-1418-356F-826B-271F78EEAAE5}"/>
              </a:ext>
            </a:extLst>
          </p:cNvPr>
          <p:cNvGrpSpPr/>
          <p:nvPr/>
        </p:nvGrpSpPr>
        <p:grpSpPr>
          <a:xfrm>
            <a:off x="1790232" y="2185482"/>
            <a:ext cx="3675951" cy="603627"/>
            <a:chOff x="1790232" y="1995057"/>
            <a:chExt cx="3675951" cy="603627"/>
          </a:xfrm>
        </p:grpSpPr>
        <p:sp>
          <p:nvSpPr>
            <p:cNvPr id="274" name="사각형: 둥근 모서리 273">
              <a:extLst>
                <a:ext uri="{FF2B5EF4-FFF2-40B4-BE49-F238E27FC236}">
                  <a16:creationId xmlns:a16="http://schemas.microsoft.com/office/drawing/2014/main" id="{7AC6CE12-7909-6AC9-A0D4-B7FB4EC9E54F}"/>
                </a:ext>
              </a:extLst>
            </p:cNvPr>
            <p:cNvSpPr/>
            <p:nvPr/>
          </p:nvSpPr>
          <p:spPr>
            <a:xfrm>
              <a:off x="1790232" y="1995057"/>
              <a:ext cx="3675951" cy="603627"/>
            </a:xfrm>
            <a:prstGeom prst="roundRect">
              <a:avLst>
                <a:gd name="adj" fmla="val 6048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5" name="그룹 274">
              <a:extLst>
                <a:ext uri="{FF2B5EF4-FFF2-40B4-BE49-F238E27FC236}">
                  <a16:creationId xmlns:a16="http://schemas.microsoft.com/office/drawing/2014/main" id="{40FED76C-E058-3673-0FB1-FE3E0D67203F}"/>
                </a:ext>
              </a:extLst>
            </p:cNvPr>
            <p:cNvGrpSpPr/>
            <p:nvPr/>
          </p:nvGrpSpPr>
          <p:grpSpPr>
            <a:xfrm>
              <a:off x="1886852" y="2094087"/>
              <a:ext cx="716174" cy="379526"/>
              <a:chOff x="3881483" y="978229"/>
              <a:chExt cx="2403430" cy="623266"/>
            </a:xfrm>
          </p:grpSpPr>
          <p:grpSp>
            <p:nvGrpSpPr>
              <p:cNvPr id="278" name="그룹 277">
                <a:extLst>
                  <a:ext uri="{FF2B5EF4-FFF2-40B4-BE49-F238E27FC236}">
                    <a16:creationId xmlns:a16="http://schemas.microsoft.com/office/drawing/2014/main" id="{7D3436AD-E659-CA50-BFE6-743E930FDEBE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80" name="직사각형 279">
                  <a:extLst>
                    <a:ext uri="{FF2B5EF4-FFF2-40B4-BE49-F238E27FC236}">
                      <a16:creationId xmlns:a16="http://schemas.microsoft.com/office/drawing/2014/main" id="{26946EB6-9F80-DBE7-9817-D20B8416E6A6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81" name="직선 연결선 280">
                  <a:extLst>
                    <a:ext uri="{FF2B5EF4-FFF2-40B4-BE49-F238E27FC236}">
                      <a16:creationId xmlns:a16="http://schemas.microsoft.com/office/drawing/2014/main" id="{884D90AC-97A3-AB7A-9E56-467945E8D4E8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82" name="직선 연결선 281">
                  <a:extLst>
                    <a:ext uri="{FF2B5EF4-FFF2-40B4-BE49-F238E27FC236}">
                      <a16:creationId xmlns:a16="http://schemas.microsoft.com/office/drawing/2014/main" id="{F3B01856-55B7-E558-3123-785FD532390B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F4188978-B710-1B7D-9944-705B34BA00AE}"/>
                  </a:ext>
                </a:extLst>
              </p:cNvPr>
              <p:cNvSpPr txBox="1"/>
              <p:nvPr/>
            </p:nvSpPr>
            <p:spPr>
              <a:xfrm>
                <a:off x="3901078" y="1129386"/>
                <a:ext cx="2364243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7EE65590-B201-3772-5695-03B4F1EA03A8}"/>
                </a:ext>
              </a:extLst>
            </p:cNvPr>
            <p:cNvSpPr txBox="1"/>
            <p:nvPr/>
          </p:nvSpPr>
          <p:spPr>
            <a:xfrm>
              <a:off x="2614355" y="2094087"/>
              <a:ext cx="2395778" cy="35394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 err="1">
                  <a:latin typeface="+mn-ea"/>
                  <a:ea typeface="+mn-ea"/>
                </a:rPr>
                <a:t>블렌디드</a:t>
              </a:r>
              <a:r>
                <a:rPr lang="ko-KR" altLang="en-US" sz="900" b="1" dirty="0">
                  <a:latin typeface="+mn-ea"/>
                  <a:ea typeface="+mn-ea"/>
                </a:rPr>
                <a:t> 러닝 기반 미래형 </a:t>
              </a:r>
              <a:r>
                <a:rPr lang="ko-KR" altLang="en-US" sz="900" b="1" dirty="0" err="1">
                  <a:latin typeface="+mn-ea"/>
                  <a:ea typeface="+mn-ea"/>
                </a:rPr>
                <a:t>배움중심수업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  <a:r>
                <a:rPr lang="ko-KR" altLang="en-US" sz="900" b="1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경기도 교육청</a:t>
              </a:r>
            </a:p>
          </p:txBody>
        </p:sp>
        <p:pic>
          <p:nvPicPr>
            <p:cNvPr id="277" name="그림 276">
              <a:extLst>
                <a:ext uri="{FF2B5EF4-FFF2-40B4-BE49-F238E27FC236}">
                  <a16:creationId xmlns:a16="http://schemas.microsoft.com/office/drawing/2014/main" id="{57B2BB0E-EB9F-2EB9-A519-54759DBE8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60995" y="2197307"/>
              <a:ext cx="199126" cy="199126"/>
            </a:xfrm>
            <a:prstGeom prst="rect">
              <a:avLst/>
            </a:prstGeom>
          </p:spPr>
        </p:pic>
      </p:grpSp>
      <p:grpSp>
        <p:nvGrpSpPr>
          <p:cNvPr id="283" name="그룹 282">
            <a:extLst>
              <a:ext uri="{FF2B5EF4-FFF2-40B4-BE49-F238E27FC236}">
                <a16:creationId xmlns:a16="http://schemas.microsoft.com/office/drawing/2014/main" id="{06C5CA34-B097-840B-D24A-9D77277438F6}"/>
              </a:ext>
            </a:extLst>
          </p:cNvPr>
          <p:cNvGrpSpPr/>
          <p:nvPr/>
        </p:nvGrpSpPr>
        <p:grpSpPr>
          <a:xfrm>
            <a:off x="1790232" y="3393180"/>
            <a:ext cx="3675951" cy="603627"/>
            <a:chOff x="1790232" y="3197005"/>
            <a:chExt cx="3675951" cy="603627"/>
          </a:xfrm>
        </p:grpSpPr>
        <p:sp>
          <p:nvSpPr>
            <p:cNvPr id="284" name="사각형: 둥근 모서리 283">
              <a:extLst>
                <a:ext uri="{FF2B5EF4-FFF2-40B4-BE49-F238E27FC236}">
                  <a16:creationId xmlns:a16="http://schemas.microsoft.com/office/drawing/2014/main" id="{CC3FBB1B-6510-FEF5-9442-78B2C859879F}"/>
                </a:ext>
              </a:extLst>
            </p:cNvPr>
            <p:cNvSpPr/>
            <p:nvPr/>
          </p:nvSpPr>
          <p:spPr>
            <a:xfrm>
              <a:off x="1790232" y="3197005"/>
              <a:ext cx="3675951" cy="603627"/>
            </a:xfrm>
            <a:prstGeom prst="roundRect">
              <a:avLst>
                <a:gd name="adj" fmla="val 6048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85" name="그룹 284">
              <a:extLst>
                <a:ext uri="{FF2B5EF4-FFF2-40B4-BE49-F238E27FC236}">
                  <a16:creationId xmlns:a16="http://schemas.microsoft.com/office/drawing/2014/main" id="{126335EA-DB1E-D8FA-6D49-1545350C93F6}"/>
                </a:ext>
              </a:extLst>
            </p:cNvPr>
            <p:cNvGrpSpPr/>
            <p:nvPr/>
          </p:nvGrpSpPr>
          <p:grpSpPr>
            <a:xfrm>
              <a:off x="1886852" y="3296035"/>
              <a:ext cx="716174" cy="379526"/>
              <a:chOff x="3881483" y="978229"/>
              <a:chExt cx="2403430" cy="623266"/>
            </a:xfrm>
          </p:grpSpPr>
          <p:grpSp>
            <p:nvGrpSpPr>
              <p:cNvPr id="288" name="그룹 287">
                <a:extLst>
                  <a:ext uri="{FF2B5EF4-FFF2-40B4-BE49-F238E27FC236}">
                    <a16:creationId xmlns:a16="http://schemas.microsoft.com/office/drawing/2014/main" id="{BFDB5886-EB1D-AED7-C01C-3FE58222A116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90" name="직사각형 289">
                  <a:extLst>
                    <a:ext uri="{FF2B5EF4-FFF2-40B4-BE49-F238E27FC236}">
                      <a16:creationId xmlns:a16="http://schemas.microsoft.com/office/drawing/2014/main" id="{26A102E7-C0C8-BC1E-DB5A-0BC5949FA7A9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91" name="직선 연결선 290">
                  <a:extLst>
                    <a:ext uri="{FF2B5EF4-FFF2-40B4-BE49-F238E27FC236}">
                      <a16:creationId xmlns:a16="http://schemas.microsoft.com/office/drawing/2014/main" id="{D7D1D852-CD5E-E4C5-10A4-2E97CA130969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92" name="직선 연결선 291">
                  <a:extLst>
                    <a:ext uri="{FF2B5EF4-FFF2-40B4-BE49-F238E27FC236}">
                      <a16:creationId xmlns:a16="http://schemas.microsoft.com/office/drawing/2014/main" id="{B2EFD1DD-DF36-33CC-15DE-CEFC666333D3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CDC722BC-3BEA-F6C1-112C-93986314091F}"/>
                  </a:ext>
                </a:extLst>
              </p:cNvPr>
              <p:cNvSpPr txBox="1"/>
              <p:nvPr/>
            </p:nvSpPr>
            <p:spPr>
              <a:xfrm>
                <a:off x="3901078" y="1129386"/>
                <a:ext cx="2364243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32AA780D-B860-0623-C357-A2F6B684F443}"/>
                </a:ext>
              </a:extLst>
            </p:cNvPr>
            <p:cNvSpPr txBox="1"/>
            <p:nvPr/>
          </p:nvSpPr>
          <p:spPr>
            <a:xfrm>
              <a:off x="2614355" y="3296035"/>
              <a:ext cx="2395778" cy="35394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사회정서학습</a:t>
              </a:r>
              <a:r>
                <a:rPr lang="en-US" altLang="ko-KR" sz="900" b="1" dirty="0">
                  <a:latin typeface="+mn-ea"/>
                  <a:ea typeface="+mn-ea"/>
                </a:rPr>
                <a:t>(SEL) </a:t>
              </a:r>
              <a:r>
                <a:rPr lang="ko-KR" altLang="en-US" sz="900" b="1" dirty="0">
                  <a:latin typeface="+mn-ea"/>
                  <a:ea typeface="+mn-ea"/>
                </a:rPr>
                <a:t>기반 인성교육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학교와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YouTube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287" name="그림 286">
              <a:extLst>
                <a:ext uri="{FF2B5EF4-FFF2-40B4-BE49-F238E27FC236}">
                  <a16:creationId xmlns:a16="http://schemas.microsoft.com/office/drawing/2014/main" id="{576779D8-484F-A6B0-0E15-67A6D164E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60995" y="3399255"/>
              <a:ext cx="199126" cy="199126"/>
            </a:xfrm>
            <a:prstGeom prst="rect">
              <a:avLst/>
            </a:prstGeom>
          </p:spPr>
        </p:pic>
      </p:grpSp>
      <p:grpSp>
        <p:nvGrpSpPr>
          <p:cNvPr id="293" name="그룹 292">
            <a:extLst>
              <a:ext uri="{FF2B5EF4-FFF2-40B4-BE49-F238E27FC236}">
                <a16:creationId xmlns:a16="http://schemas.microsoft.com/office/drawing/2014/main" id="{90C4E995-D0CD-461E-882E-34DA61607D90}"/>
              </a:ext>
            </a:extLst>
          </p:cNvPr>
          <p:cNvGrpSpPr/>
          <p:nvPr/>
        </p:nvGrpSpPr>
        <p:grpSpPr>
          <a:xfrm>
            <a:off x="1790232" y="4600878"/>
            <a:ext cx="3675951" cy="603627"/>
            <a:chOff x="1790232" y="4407579"/>
            <a:chExt cx="3675951" cy="603627"/>
          </a:xfrm>
        </p:grpSpPr>
        <p:sp>
          <p:nvSpPr>
            <p:cNvPr id="294" name="사각형: 둥근 모서리 293">
              <a:extLst>
                <a:ext uri="{FF2B5EF4-FFF2-40B4-BE49-F238E27FC236}">
                  <a16:creationId xmlns:a16="http://schemas.microsoft.com/office/drawing/2014/main" id="{0B4360D9-5124-485F-6E43-D8EF890C3F42}"/>
                </a:ext>
              </a:extLst>
            </p:cNvPr>
            <p:cNvSpPr/>
            <p:nvPr/>
          </p:nvSpPr>
          <p:spPr>
            <a:xfrm>
              <a:off x="1790232" y="4407579"/>
              <a:ext cx="3675951" cy="603627"/>
            </a:xfrm>
            <a:prstGeom prst="roundRect">
              <a:avLst>
                <a:gd name="adj" fmla="val 6048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95" name="그룹 294">
              <a:extLst>
                <a:ext uri="{FF2B5EF4-FFF2-40B4-BE49-F238E27FC236}">
                  <a16:creationId xmlns:a16="http://schemas.microsoft.com/office/drawing/2014/main" id="{E4365233-BDC5-9EBF-3981-8A03F883557B}"/>
                </a:ext>
              </a:extLst>
            </p:cNvPr>
            <p:cNvGrpSpPr/>
            <p:nvPr/>
          </p:nvGrpSpPr>
          <p:grpSpPr>
            <a:xfrm>
              <a:off x="1886852" y="4506609"/>
              <a:ext cx="716174" cy="379526"/>
              <a:chOff x="3881483" y="978229"/>
              <a:chExt cx="2403430" cy="623266"/>
            </a:xfrm>
          </p:grpSpPr>
          <p:grpSp>
            <p:nvGrpSpPr>
              <p:cNvPr id="298" name="그룹 297">
                <a:extLst>
                  <a:ext uri="{FF2B5EF4-FFF2-40B4-BE49-F238E27FC236}">
                    <a16:creationId xmlns:a16="http://schemas.microsoft.com/office/drawing/2014/main" id="{61B34DC8-A699-8D54-EBD1-3B00EEFF6E97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00" name="직사각형 299">
                  <a:extLst>
                    <a:ext uri="{FF2B5EF4-FFF2-40B4-BE49-F238E27FC236}">
                      <a16:creationId xmlns:a16="http://schemas.microsoft.com/office/drawing/2014/main" id="{B3A58787-8CFA-3319-BEFA-3A2FF769A929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01" name="직선 연결선 300">
                  <a:extLst>
                    <a:ext uri="{FF2B5EF4-FFF2-40B4-BE49-F238E27FC236}">
                      <a16:creationId xmlns:a16="http://schemas.microsoft.com/office/drawing/2014/main" id="{9330FDB5-5957-9EE0-3393-E8ED5CC379E1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02" name="직선 연결선 301">
                  <a:extLst>
                    <a:ext uri="{FF2B5EF4-FFF2-40B4-BE49-F238E27FC236}">
                      <a16:creationId xmlns:a16="http://schemas.microsoft.com/office/drawing/2014/main" id="{CA5EB284-194B-1C47-67F0-5E98AC7373C0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BC1022DA-0F7F-D74E-4318-1A36B302DC91}"/>
                  </a:ext>
                </a:extLst>
              </p:cNvPr>
              <p:cNvSpPr txBox="1"/>
              <p:nvPr/>
            </p:nvSpPr>
            <p:spPr>
              <a:xfrm>
                <a:off x="3901078" y="1129386"/>
                <a:ext cx="2364243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1CE15356-D062-C2FE-CF61-87D1C5123BAC}"/>
                </a:ext>
              </a:extLst>
            </p:cNvPr>
            <p:cNvSpPr txBox="1"/>
            <p:nvPr/>
          </p:nvSpPr>
          <p:spPr>
            <a:xfrm>
              <a:off x="2614355" y="4506609"/>
              <a:ext cx="2395778" cy="35394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학교폭력 예방교육과 사안 발생 시 단계별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YouTube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297" name="그림 296">
              <a:extLst>
                <a:ext uri="{FF2B5EF4-FFF2-40B4-BE49-F238E27FC236}">
                  <a16:creationId xmlns:a16="http://schemas.microsoft.com/office/drawing/2014/main" id="{F4BD1B47-FEF3-629C-5932-8D3F20B1C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60995" y="4609829"/>
              <a:ext cx="199126" cy="199126"/>
            </a:xfrm>
            <a:prstGeom prst="rect">
              <a:avLst/>
            </a:prstGeom>
          </p:spPr>
        </p:pic>
      </p:grpSp>
      <p:grpSp>
        <p:nvGrpSpPr>
          <p:cNvPr id="303" name="그룹 302">
            <a:extLst>
              <a:ext uri="{FF2B5EF4-FFF2-40B4-BE49-F238E27FC236}">
                <a16:creationId xmlns:a16="http://schemas.microsoft.com/office/drawing/2014/main" id="{85652EBB-06B4-C72A-6CF1-FBBC51B5B487}"/>
              </a:ext>
            </a:extLst>
          </p:cNvPr>
          <p:cNvGrpSpPr/>
          <p:nvPr/>
        </p:nvGrpSpPr>
        <p:grpSpPr>
          <a:xfrm>
            <a:off x="1790232" y="5204727"/>
            <a:ext cx="3675951" cy="603627"/>
            <a:chOff x="1790232" y="5008553"/>
            <a:chExt cx="3675951" cy="603627"/>
          </a:xfrm>
        </p:grpSpPr>
        <p:sp>
          <p:nvSpPr>
            <p:cNvPr id="304" name="사각형: 둥근 모서리 303">
              <a:extLst>
                <a:ext uri="{FF2B5EF4-FFF2-40B4-BE49-F238E27FC236}">
                  <a16:creationId xmlns:a16="http://schemas.microsoft.com/office/drawing/2014/main" id="{50EC1541-9658-AD3A-2D76-5BA4A07D40CB}"/>
                </a:ext>
              </a:extLst>
            </p:cNvPr>
            <p:cNvSpPr/>
            <p:nvPr/>
          </p:nvSpPr>
          <p:spPr>
            <a:xfrm>
              <a:off x="1790232" y="5008553"/>
              <a:ext cx="3675951" cy="603627"/>
            </a:xfrm>
            <a:prstGeom prst="roundRect">
              <a:avLst>
                <a:gd name="adj" fmla="val 6048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05" name="그룹 304">
              <a:extLst>
                <a:ext uri="{FF2B5EF4-FFF2-40B4-BE49-F238E27FC236}">
                  <a16:creationId xmlns:a16="http://schemas.microsoft.com/office/drawing/2014/main" id="{3E3995BF-BA1B-C216-6C73-4972998D267D}"/>
                </a:ext>
              </a:extLst>
            </p:cNvPr>
            <p:cNvGrpSpPr/>
            <p:nvPr/>
          </p:nvGrpSpPr>
          <p:grpSpPr>
            <a:xfrm>
              <a:off x="1886852" y="5116209"/>
              <a:ext cx="716174" cy="379526"/>
              <a:chOff x="3881483" y="978229"/>
              <a:chExt cx="2403430" cy="623266"/>
            </a:xfrm>
          </p:grpSpPr>
          <p:grpSp>
            <p:nvGrpSpPr>
              <p:cNvPr id="308" name="그룹 307">
                <a:extLst>
                  <a:ext uri="{FF2B5EF4-FFF2-40B4-BE49-F238E27FC236}">
                    <a16:creationId xmlns:a16="http://schemas.microsoft.com/office/drawing/2014/main" id="{581B446D-BA1C-4BFA-BA61-AD313F33378B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10" name="직사각형 309">
                  <a:extLst>
                    <a:ext uri="{FF2B5EF4-FFF2-40B4-BE49-F238E27FC236}">
                      <a16:creationId xmlns:a16="http://schemas.microsoft.com/office/drawing/2014/main" id="{FD4874E6-2B06-3EB4-1F4F-E5E169A17B1B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11" name="직선 연결선 310">
                  <a:extLst>
                    <a:ext uri="{FF2B5EF4-FFF2-40B4-BE49-F238E27FC236}">
                      <a16:creationId xmlns:a16="http://schemas.microsoft.com/office/drawing/2014/main" id="{4E386E89-9B68-2991-77C9-39A17AE28888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12" name="직선 연결선 311">
                  <a:extLst>
                    <a:ext uri="{FF2B5EF4-FFF2-40B4-BE49-F238E27FC236}">
                      <a16:creationId xmlns:a16="http://schemas.microsoft.com/office/drawing/2014/main" id="{BE07376A-811E-40C4-A995-D569D9608E2A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DDF2552D-504A-F4FF-719A-6E719DA27607}"/>
                  </a:ext>
                </a:extLst>
              </p:cNvPr>
              <p:cNvSpPr txBox="1"/>
              <p:nvPr/>
            </p:nvSpPr>
            <p:spPr>
              <a:xfrm>
                <a:off x="3901078" y="1129386"/>
                <a:ext cx="2364243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3D90E01C-0055-B379-15C9-476D99675E37}"/>
                </a:ext>
              </a:extLst>
            </p:cNvPr>
            <p:cNvSpPr txBox="1"/>
            <p:nvPr/>
          </p:nvSpPr>
          <p:spPr>
            <a:xfrm>
              <a:off x="2614355" y="5116209"/>
              <a:ext cx="2395778" cy="35394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교사 학습공동체 제대로 운영하기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함께 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YouTube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307" name="그림 306">
              <a:extLst>
                <a:ext uri="{FF2B5EF4-FFF2-40B4-BE49-F238E27FC236}">
                  <a16:creationId xmlns:a16="http://schemas.microsoft.com/office/drawing/2014/main" id="{A47080B3-8127-1CD7-EB02-7850F8E3A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60995" y="5210803"/>
              <a:ext cx="199126" cy="199126"/>
            </a:xfrm>
            <a:prstGeom prst="rect">
              <a:avLst/>
            </a:prstGeom>
          </p:spPr>
        </p:pic>
      </p:grpSp>
      <p:grpSp>
        <p:nvGrpSpPr>
          <p:cNvPr id="313" name="그룹 312">
            <a:extLst>
              <a:ext uri="{FF2B5EF4-FFF2-40B4-BE49-F238E27FC236}">
                <a16:creationId xmlns:a16="http://schemas.microsoft.com/office/drawing/2014/main" id="{C3F67769-3B2A-8EAD-074D-0D6EBC5FD981}"/>
              </a:ext>
            </a:extLst>
          </p:cNvPr>
          <p:cNvGrpSpPr/>
          <p:nvPr/>
        </p:nvGrpSpPr>
        <p:grpSpPr>
          <a:xfrm>
            <a:off x="1790232" y="5808578"/>
            <a:ext cx="3675951" cy="603627"/>
            <a:chOff x="1790232" y="5618153"/>
            <a:chExt cx="3675951" cy="603627"/>
          </a:xfrm>
        </p:grpSpPr>
        <p:sp>
          <p:nvSpPr>
            <p:cNvPr id="314" name="사각형: 둥근 모서리 313">
              <a:extLst>
                <a:ext uri="{FF2B5EF4-FFF2-40B4-BE49-F238E27FC236}">
                  <a16:creationId xmlns:a16="http://schemas.microsoft.com/office/drawing/2014/main" id="{D283065B-4A25-968E-9DF6-EAD03C3BDFD6}"/>
                </a:ext>
              </a:extLst>
            </p:cNvPr>
            <p:cNvSpPr/>
            <p:nvPr/>
          </p:nvSpPr>
          <p:spPr>
            <a:xfrm>
              <a:off x="1790232" y="5618153"/>
              <a:ext cx="3675951" cy="603627"/>
            </a:xfrm>
            <a:prstGeom prst="roundRect">
              <a:avLst>
                <a:gd name="adj" fmla="val 6048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5" name="그룹 314">
              <a:extLst>
                <a:ext uri="{FF2B5EF4-FFF2-40B4-BE49-F238E27FC236}">
                  <a16:creationId xmlns:a16="http://schemas.microsoft.com/office/drawing/2014/main" id="{B1DD770D-C525-3C9C-F437-A4B22904FE94}"/>
                </a:ext>
              </a:extLst>
            </p:cNvPr>
            <p:cNvGrpSpPr/>
            <p:nvPr/>
          </p:nvGrpSpPr>
          <p:grpSpPr>
            <a:xfrm>
              <a:off x="1886852" y="5725809"/>
              <a:ext cx="716174" cy="379526"/>
              <a:chOff x="3881483" y="978229"/>
              <a:chExt cx="2403430" cy="623266"/>
            </a:xfrm>
          </p:grpSpPr>
          <p:grpSp>
            <p:nvGrpSpPr>
              <p:cNvPr id="318" name="그룹 317">
                <a:extLst>
                  <a:ext uri="{FF2B5EF4-FFF2-40B4-BE49-F238E27FC236}">
                    <a16:creationId xmlns:a16="http://schemas.microsoft.com/office/drawing/2014/main" id="{FC73913B-FD8E-B12A-4192-2EC881EAAF08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20" name="직사각형 319">
                  <a:extLst>
                    <a:ext uri="{FF2B5EF4-FFF2-40B4-BE49-F238E27FC236}">
                      <a16:creationId xmlns:a16="http://schemas.microsoft.com/office/drawing/2014/main" id="{AEF42409-2DDA-576F-104F-8B58E2A21D70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21" name="직선 연결선 320">
                  <a:extLst>
                    <a:ext uri="{FF2B5EF4-FFF2-40B4-BE49-F238E27FC236}">
                      <a16:creationId xmlns:a16="http://schemas.microsoft.com/office/drawing/2014/main" id="{8D26C27E-80E8-15C7-E7AE-755420857D6D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22" name="직선 연결선 321">
                  <a:extLst>
                    <a:ext uri="{FF2B5EF4-FFF2-40B4-BE49-F238E27FC236}">
                      <a16:creationId xmlns:a16="http://schemas.microsoft.com/office/drawing/2014/main" id="{8D1EBD85-6B01-A7FE-864C-512E6DBD776D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050389EB-131F-CCBA-0B70-71F0EEE88048}"/>
                  </a:ext>
                </a:extLst>
              </p:cNvPr>
              <p:cNvSpPr txBox="1"/>
              <p:nvPr/>
            </p:nvSpPr>
            <p:spPr>
              <a:xfrm>
                <a:off x="3901078" y="1129386"/>
                <a:ext cx="2364243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94880C27-6F4C-D4B7-F2F8-2C5D3F2ACE85}"/>
                </a:ext>
              </a:extLst>
            </p:cNvPr>
            <p:cNvSpPr txBox="1"/>
            <p:nvPr/>
          </p:nvSpPr>
          <p:spPr>
            <a:xfrm>
              <a:off x="2614355" y="5725809"/>
              <a:ext cx="2440578" cy="353943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학부모 소통의 기술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신뢰를 쌓는 가정통신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중앙연수원</a:t>
              </a:r>
            </a:p>
          </p:txBody>
        </p:sp>
        <p:pic>
          <p:nvPicPr>
            <p:cNvPr id="317" name="그림 316">
              <a:extLst>
                <a:ext uri="{FF2B5EF4-FFF2-40B4-BE49-F238E27FC236}">
                  <a16:creationId xmlns:a16="http://schemas.microsoft.com/office/drawing/2014/main" id="{0670948D-86E4-C481-D76C-6D994DE1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60995" y="5820403"/>
              <a:ext cx="199126" cy="199126"/>
            </a:xfrm>
            <a:prstGeom prst="rect">
              <a:avLst/>
            </a:prstGeom>
          </p:spPr>
        </p:pic>
      </p:grpSp>
      <p:sp>
        <p:nvSpPr>
          <p:cNvPr id="323" name="타원 322">
            <a:extLst>
              <a:ext uri="{FF2B5EF4-FFF2-40B4-BE49-F238E27FC236}">
                <a16:creationId xmlns:a16="http://schemas.microsoft.com/office/drawing/2014/main" id="{0FFAF7E9-D809-A49D-1629-485345A99EC8}"/>
              </a:ext>
            </a:extLst>
          </p:cNvPr>
          <p:cNvSpPr/>
          <p:nvPr/>
        </p:nvSpPr>
        <p:spPr>
          <a:xfrm>
            <a:off x="1712162" y="214299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4" name="타원 323">
            <a:extLst>
              <a:ext uri="{FF2B5EF4-FFF2-40B4-BE49-F238E27FC236}">
                <a16:creationId xmlns:a16="http://schemas.microsoft.com/office/drawing/2014/main" id="{52DCAC4B-3F40-1FFA-DF1F-72299E430BB3}"/>
              </a:ext>
            </a:extLst>
          </p:cNvPr>
          <p:cNvSpPr/>
          <p:nvPr/>
        </p:nvSpPr>
        <p:spPr>
          <a:xfrm>
            <a:off x="5511910" y="167729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25" name="그룹 324">
            <a:extLst>
              <a:ext uri="{FF2B5EF4-FFF2-40B4-BE49-F238E27FC236}">
                <a16:creationId xmlns:a16="http://schemas.microsoft.com/office/drawing/2014/main" id="{DE78E49A-E0FE-A808-FD9C-1DBB2F4929BB}"/>
              </a:ext>
            </a:extLst>
          </p:cNvPr>
          <p:cNvGrpSpPr/>
          <p:nvPr/>
        </p:nvGrpSpPr>
        <p:grpSpPr>
          <a:xfrm>
            <a:off x="5653729" y="6105904"/>
            <a:ext cx="3550221" cy="324000"/>
            <a:chOff x="5627646" y="6105904"/>
            <a:chExt cx="3550221" cy="324000"/>
          </a:xfrm>
        </p:grpSpPr>
        <p:sp>
          <p:nvSpPr>
            <p:cNvPr id="326" name="모서리가 둥근 직사각형 26">
              <a:extLst>
                <a:ext uri="{FF2B5EF4-FFF2-40B4-BE49-F238E27FC236}">
                  <a16:creationId xmlns:a16="http://schemas.microsoft.com/office/drawing/2014/main" id="{69023F45-1675-2B45-A37E-D0F7642F0DD3}"/>
                </a:ext>
              </a:extLst>
            </p:cNvPr>
            <p:cNvSpPr/>
            <p:nvPr/>
          </p:nvSpPr>
          <p:spPr>
            <a:xfrm>
              <a:off x="5627646" y="6105904"/>
              <a:ext cx="1746821" cy="32400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b="1" dirty="0"/>
                <a:t>취소</a:t>
              </a:r>
            </a:p>
          </p:txBody>
        </p:sp>
        <p:sp>
          <p:nvSpPr>
            <p:cNvPr id="327" name="모서리가 둥근 직사각형 26">
              <a:extLst>
                <a:ext uri="{FF2B5EF4-FFF2-40B4-BE49-F238E27FC236}">
                  <a16:creationId xmlns:a16="http://schemas.microsoft.com/office/drawing/2014/main" id="{AE9246A1-C472-1671-59E5-2DFA023B667B}"/>
                </a:ext>
              </a:extLst>
            </p:cNvPr>
            <p:cNvSpPr/>
            <p:nvPr/>
          </p:nvSpPr>
          <p:spPr>
            <a:xfrm>
              <a:off x="7431046" y="6105904"/>
              <a:ext cx="1746821" cy="32400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추가하기</a:t>
              </a:r>
            </a:p>
          </p:txBody>
        </p:sp>
      </p:grpSp>
      <p:sp>
        <p:nvSpPr>
          <p:cNvPr id="328" name="타원 327">
            <a:extLst>
              <a:ext uri="{FF2B5EF4-FFF2-40B4-BE49-F238E27FC236}">
                <a16:creationId xmlns:a16="http://schemas.microsoft.com/office/drawing/2014/main" id="{DDF8F8D2-3803-F615-D76B-8651F971D193}"/>
              </a:ext>
            </a:extLst>
          </p:cNvPr>
          <p:cNvSpPr/>
          <p:nvPr/>
        </p:nvSpPr>
        <p:spPr>
          <a:xfrm>
            <a:off x="5602636" y="605593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9" name="타원 328">
            <a:extLst>
              <a:ext uri="{FF2B5EF4-FFF2-40B4-BE49-F238E27FC236}">
                <a16:creationId xmlns:a16="http://schemas.microsoft.com/office/drawing/2014/main" id="{598DFE66-A6CD-907D-BB5B-1691635A9053}"/>
              </a:ext>
            </a:extLst>
          </p:cNvPr>
          <p:cNvSpPr/>
          <p:nvPr/>
        </p:nvSpPr>
        <p:spPr>
          <a:xfrm>
            <a:off x="7439728" y="605593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8734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DB832EF-858B-E781-8D2B-82B178CB0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2CBF35D5-CEBB-14A9-4F38-575C038FFFD7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36FA89D9-D949-76C0-1905-27720036624F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19A08F21-0717-0AB3-2508-E9EE99E2B7DC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BC4AC329-6729-6BC9-F769-79B5099124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4367654"/>
              </p:ext>
            </p:extLst>
          </p:nvPr>
        </p:nvGraphicFramePr>
        <p:xfrm>
          <a:off x="9655174" y="276226"/>
          <a:ext cx="2532687" cy="2668353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진행중인 </a:t>
                      </a: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진행중인 </a:t>
                      </a:r>
                      <a:r>
                        <a:rPr lang="ko-KR" altLang="en-US" sz="800" dirty="0" err="1"/>
                        <a:t>학습모듈</a:t>
                      </a:r>
                      <a:r>
                        <a:rPr lang="ko-KR" altLang="en-US" sz="800" dirty="0"/>
                        <a:t> 목록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총 콘텐츠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제목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작성자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학습상태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진행률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모듈 클릭 시 해당 모듈 상세화면 이동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더보기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클릭 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ko-KR" altLang="en-US" sz="800" dirty="0"/>
                        <a:t>진행중인 </a:t>
                      </a:r>
                      <a:r>
                        <a:rPr lang="ko-KR" altLang="en-US" sz="800" dirty="0" err="1"/>
                        <a:t>학습모듈</a:t>
                      </a:r>
                      <a:r>
                        <a:rPr lang="ko-KR" altLang="en-US" sz="800" dirty="0"/>
                        <a:t> 전체 목록 확장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완료된 </a:t>
                      </a: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완료된 </a:t>
                      </a:r>
                      <a:r>
                        <a:rPr lang="ko-KR" altLang="en-US" sz="800" dirty="0" err="1"/>
                        <a:t>학습모듈</a:t>
                      </a:r>
                      <a:r>
                        <a:rPr lang="ko-KR" altLang="en-US" sz="800" dirty="0"/>
                        <a:t> 목록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총 콘텐츠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제목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작성자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완료일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모듈 클릭 시 해당 모듈 상세화면 이동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더보기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클릭 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ko-KR" altLang="en-US" sz="800" dirty="0"/>
                        <a:t>완료된 </a:t>
                      </a:r>
                      <a:r>
                        <a:rPr lang="ko-KR" altLang="en-US" sz="800" dirty="0" err="1"/>
                        <a:t>학습모듈</a:t>
                      </a:r>
                      <a:r>
                        <a:rPr lang="ko-KR" altLang="en-US" sz="800" dirty="0"/>
                        <a:t> 전체 목록 확장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D7DB21C-5C38-105A-0617-A7A28EDD17AC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C1F41-0886-6DF3-78C6-998D22D42478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목록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4F4969-3BE8-3506-1D36-435F477CA19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V-HMR-04-005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6649FAC-8BA4-81FB-B87D-35817C0CD181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073F83D-A76E-4957-F608-ADB40168E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15152"/>
              </p:ext>
            </p:extLst>
          </p:nvPr>
        </p:nvGraphicFramePr>
        <p:xfrm>
          <a:off x="47625" y="549274"/>
          <a:ext cx="1368425" cy="96388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4806B8-81FB-2711-0285-C1E83A2A8559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모듈학습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23EE0D-3B0E-4C89-15E6-A4E08A45A17D}"/>
              </a:ext>
            </a:extLst>
          </p:cNvPr>
          <p:cNvSpPr txBox="1"/>
          <p:nvPr/>
        </p:nvSpPr>
        <p:spPr>
          <a:xfrm>
            <a:off x="5562441" y="2173240"/>
            <a:ext cx="1988878" cy="530210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  <a:ea typeface="+mn-ea"/>
              </a:rPr>
              <a:t>교사 학습공동체 제대로 운영하기</a:t>
            </a:r>
            <a:r>
              <a:rPr lang="en-US" altLang="ko-KR" sz="900" b="1" dirty="0">
                <a:latin typeface="+mn-ea"/>
                <a:ea typeface="+mn-ea"/>
              </a:rPr>
              <a:t>, </a:t>
            </a:r>
            <a:r>
              <a:rPr lang="ko-KR" altLang="en-US" sz="900" b="1" dirty="0">
                <a:latin typeface="+mn-ea"/>
                <a:ea typeface="+mn-ea"/>
              </a:rPr>
              <a:t>함께 성장하는 전문적 학습공동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김코칭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내 모듈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)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735CA71-73C7-DC03-C64F-75E3874602EE}"/>
              </a:ext>
            </a:extLst>
          </p:cNvPr>
          <p:cNvGrpSpPr/>
          <p:nvPr/>
        </p:nvGrpSpPr>
        <p:grpSpPr>
          <a:xfrm>
            <a:off x="5618286" y="1278139"/>
            <a:ext cx="1865081" cy="889093"/>
            <a:chOff x="5617382" y="4110731"/>
            <a:chExt cx="1926053" cy="883141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2A3CEE9-234B-F40D-8AD1-F183A1B2AD81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DB283BF-7589-5D5A-8BA3-3FC469CD0E50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224" name="직사각형 223">
                <a:extLst>
                  <a:ext uri="{FF2B5EF4-FFF2-40B4-BE49-F238E27FC236}">
                    <a16:creationId xmlns:a16="http://schemas.microsoft.com/office/drawing/2014/main" id="{B16B72C0-10A2-0DB4-BEE8-8382DECBC618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25" name="그룹 224">
                <a:extLst>
                  <a:ext uri="{FF2B5EF4-FFF2-40B4-BE49-F238E27FC236}">
                    <a16:creationId xmlns:a16="http://schemas.microsoft.com/office/drawing/2014/main" id="{2796862D-A51F-B8D8-4AF8-23100423DF01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227" name="직선 연결선 226">
                  <a:extLst>
                    <a:ext uri="{FF2B5EF4-FFF2-40B4-BE49-F238E27FC236}">
                      <a16:creationId xmlns:a16="http://schemas.microsoft.com/office/drawing/2014/main" id="{365F6D42-CADF-0DD2-8887-4CB15318676D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28" name="직선 연결선 227">
                  <a:extLst>
                    <a:ext uri="{FF2B5EF4-FFF2-40B4-BE49-F238E27FC236}">
                      <a16:creationId xmlns:a16="http://schemas.microsoft.com/office/drawing/2014/main" id="{B220F3E0-85DD-F987-71F6-A73BD27A9D4E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B5A2DBBC-29F5-E335-C67D-78B20CC7BD8C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26" name="사각형: 둥근 모서리 225">
                <a:extLst>
                  <a:ext uri="{FF2B5EF4-FFF2-40B4-BE49-F238E27FC236}">
                    <a16:creationId xmlns:a16="http://schemas.microsoft.com/office/drawing/2014/main" id="{CA8414AA-1312-C6DD-17B4-F863D353D28C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5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sp>
        <p:nvSpPr>
          <p:cNvPr id="230" name="TextBox 229">
            <a:extLst>
              <a:ext uri="{FF2B5EF4-FFF2-40B4-BE49-F238E27FC236}">
                <a16:creationId xmlns:a16="http://schemas.microsoft.com/office/drawing/2014/main" id="{28BD4421-ED43-29E3-012D-FFDE08C66405}"/>
              </a:ext>
            </a:extLst>
          </p:cNvPr>
          <p:cNvSpPr txBox="1"/>
          <p:nvPr/>
        </p:nvSpPr>
        <p:spPr>
          <a:xfrm>
            <a:off x="7591717" y="2173240"/>
            <a:ext cx="1988878" cy="530210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en-US" altLang="ko-KR" sz="900" b="1" dirty="0">
                <a:latin typeface="+mn-ea"/>
                <a:ea typeface="+mn-ea"/>
              </a:rPr>
              <a:t>AI </a:t>
            </a:r>
            <a:r>
              <a:rPr lang="ko-KR" altLang="en-US" sz="900" b="1" dirty="0">
                <a:latin typeface="+mn-ea"/>
                <a:ea typeface="+mn-ea"/>
              </a:rPr>
              <a:t>도구로 수업 영상 만들기</a:t>
            </a:r>
            <a:r>
              <a:rPr lang="en-US" altLang="ko-KR" sz="900" b="1" dirty="0">
                <a:latin typeface="+mn-ea"/>
                <a:ea typeface="+mn-ea"/>
              </a:rPr>
              <a:t>, </a:t>
            </a:r>
            <a:r>
              <a:rPr lang="ko-KR" altLang="en-US" sz="900" b="1" dirty="0" err="1">
                <a:latin typeface="+mn-ea"/>
                <a:ea typeface="+mn-ea"/>
              </a:rPr>
              <a:t>브루</a:t>
            </a:r>
            <a:r>
              <a:rPr lang="en-US" altLang="ko-KR" sz="900" b="1" dirty="0">
                <a:latin typeface="+mn-ea"/>
                <a:ea typeface="+mn-ea"/>
              </a:rPr>
              <a:t>·</a:t>
            </a:r>
            <a:r>
              <a:rPr lang="ko-KR" altLang="en-US" sz="900" b="1" dirty="0" err="1">
                <a:latin typeface="+mn-ea"/>
                <a:ea typeface="+mn-ea"/>
              </a:rPr>
              <a:t>캡컷</a:t>
            </a:r>
            <a:r>
              <a:rPr lang="en-US" altLang="ko-KR" sz="900" b="1" dirty="0">
                <a:latin typeface="+mn-ea"/>
                <a:ea typeface="+mn-ea"/>
              </a:rPr>
              <a:t>·</a:t>
            </a:r>
            <a:r>
              <a:rPr lang="ko-KR" altLang="en-US" sz="900" b="1" dirty="0" err="1">
                <a:latin typeface="+mn-ea"/>
                <a:ea typeface="+mn-ea"/>
              </a:rPr>
              <a:t>캔바</a:t>
            </a:r>
            <a:r>
              <a:rPr lang="ko-KR" altLang="en-US" sz="900" b="1" dirty="0">
                <a:latin typeface="+mn-ea"/>
                <a:ea typeface="+mn-ea"/>
              </a:rPr>
              <a:t> 활용 콘텐츠 제작 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박수업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8835B36D-57DE-1637-6B64-22A7F6B302A2}"/>
              </a:ext>
            </a:extLst>
          </p:cNvPr>
          <p:cNvGrpSpPr/>
          <p:nvPr/>
        </p:nvGrpSpPr>
        <p:grpSpPr>
          <a:xfrm>
            <a:off x="7647562" y="1278139"/>
            <a:ext cx="1865081" cy="889093"/>
            <a:chOff x="5617382" y="4110731"/>
            <a:chExt cx="1926053" cy="883141"/>
          </a:xfrm>
        </p:grpSpPr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622632B2-9EC2-0CAB-D21B-338C99DF0B7E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233" name="그룹 232">
              <a:extLst>
                <a:ext uri="{FF2B5EF4-FFF2-40B4-BE49-F238E27FC236}">
                  <a16:creationId xmlns:a16="http://schemas.microsoft.com/office/drawing/2014/main" id="{B3757CB4-E112-E597-99AF-4D1C086F7A84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234" name="직사각형 233">
                <a:extLst>
                  <a:ext uri="{FF2B5EF4-FFF2-40B4-BE49-F238E27FC236}">
                    <a16:creationId xmlns:a16="http://schemas.microsoft.com/office/drawing/2014/main" id="{1CA36438-C088-4F31-DD23-35293A501ECB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35" name="그룹 234">
                <a:extLst>
                  <a:ext uri="{FF2B5EF4-FFF2-40B4-BE49-F238E27FC236}">
                    <a16:creationId xmlns:a16="http://schemas.microsoft.com/office/drawing/2014/main" id="{9CC95783-A434-7DE1-0CA6-FF2ED1928F2A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237" name="직선 연결선 236">
                  <a:extLst>
                    <a:ext uri="{FF2B5EF4-FFF2-40B4-BE49-F238E27FC236}">
                      <a16:creationId xmlns:a16="http://schemas.microsoft.com/office/drawing/2014/main" id="{AD578C85-711B-3B1F-640C-E7AF01AEFCD2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38" name="직선 연결선 237">
                  <a:extLst>
                    <a:ext uri="{FF2B5EF4-FFF2-40B4-BE49-F238E27FC236}">
                      <a16:creationId xmlns:a16="http://schemas.microsoft.com/office/drawing/2014/main" id="{C10B01CA-9DA2-C0CF-8E33-21CEC2DB3670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E2870829-4074-4BC4-C44F-2293ECA37326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36" name="사각형: 둥근 모서리 235">
                <a:extLst>
                  <a:ext uri="{FF2B5EF4-FFF2-40B4-BE49-F238E27FC236}">
                    <a16:creationId xmlns:a16="http://schemas.microsoft.com/office/drawing/2014/main" id="{EC5925FA-30BB-CDA8-9B57-1BE230850E67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4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sp>
        <p:nvSpPr>
          <p:cNvPr id="240" name="TextBox 239">
            <a:extLst>
              <a:ext uri="{FF2B5EF4-FFF2-40B4-BE49-F238E27FC236}">
                <a16:creationId xmlns:a16="http://schemas.microsoft.com/office/drawing/2014/main" id="{47590A6E-E524-070A-E8D8-5AE8190953EF}"/>
              </a:ext>
            </a:extLst>
          </p:cNvPr>
          <p:cNvSpPr txBox="1"/>
          <p:nvPr/>
        </p:nvSpPr>
        <p:spPr>
          <a:xfrm>
            <a:off x="1503887" y="2173240"/>
            <a:ext cx="1988878" cy="530210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 err="1">
                <a:latin typeface="+mn-ea"/>
                <a:ea typeface="+mn-ea"/>
              </a:rPr>
              <a:t>블렌디드</a:t>
            </a:r>
            <a:r>
              <a:rPr lang="ko-KR" altLang="en-US" sz="900" b="1" dirty="0">
                <a:latin typeface="+mn-ea"/>
                <a:ea typeface="+mn-ea"/>
              </a:rPr>
              <a:t> 러닝 기반 미래형 </a:t>
            </a:r>
            <a:r>
              <a:rPr lang="ko-KR" altLang="en-US" sz="900" b="1" dirty="0" err="1">
                <a:latin typeface="+mn-ea"/>
                <a:ea typeface="+mn-ea"/>
              </a:rPr>
              <a:t>배움중심수업</a:t>
            </a:r>
            <a:r>
              <a:rPr lang="ko-KR" altLang="en-US" sz="900" b="1" dirty="0">
                <a:latin typeface="+mn-ea"/>
                <a:ea typeface="+mn-ea"/>
              </a:rPr>
              <a:t> 설계부터 운영까지</a:t>
            </a:r>
            <a:r>
              <a:rPr lang="en-US" altLang="ko-KR" sz="900" b="1" dirty="0">
                <a:latin typeface="+mn-ea"/>
                <a:ea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김교육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41" name="그룹 240">
            <a:extLst>
              <a:ext uri="{FF2B5EF4-FFF2-40B4-BE49-F238E27FC236}">
                <a16:creationId xmlns:a16="http://schemas.microsoft.com/office/drawing/2014/main" id="{D310DB9E-3ED9-09F0-A86B-6284FF01C33A}"/>
              </a:ext>
            </a:extLst>
          </p:cNvPr>
          <p:cNvGrpSpPr/>
          <p:nvPr/>
        </p:nvGrpSpPr>
        <p:grpSpPr>
          <a:xfrm>
            <a:off x="1559732" y="1278139"/>
            <a:ext cx="1865081" cy="889093"/>
            <a:chOff x="5617382" y="4110731"/>
            <a:chExt cx="1926053" cy="883141"/>
          </a:xfrm>
        </p:grpSpPr>
        <p:sp>
          <p:nvSpPr>
            <p:cNvPr id="242" name="직사각형 241">
              <a:extLst>
                <a:ext uri="{FF2B5EF4-FFF2-40B4-BE49-F238E27FC236}">
                  <a16:creationId xmlns:a16="http://schemas.microsoft.com/office/drawing/2014/main" id="{F3837810-043A-AA9C-E24D-18ACE4DBB5FE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243" name="그룹 242">
              <a:extLst>
                <a:ext uri="{FF2B5EF4-FFF2-40B4-BE49-F238E27FC236}">
                  <a16:creationId xmlns:a16="http://schemas.microsoft.com/office/drawing/2014/main" id="{2EC6DC53-A0F2-8230-5904-575C59450F76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244" name="직사각형 243">
                <a:extLst>
                  <a:ext uri="{FF2B5EF4-FFF2-40B4-BE49-F238E27FC236}">
                    <a16:creationId xmlns:a16="http://schemas.microsoft.com/office/drawing/2014/main" id="{47AF3DED-0220-7AA1-BC68-26F703CECDFC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45" name="그룹 244">
                <a:extLst>
                  <a:ext uri="{FF2B5EF4-FFF2-40B4-BE49-F238E27FC236}">
                    <a16:creationId xmlns:a16="http://schemas.microsoft.com/office/drawing/2014/main" id="{95741209-AD4A-CACA-EB71-41C2459B8FD3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247" name="직선 연결선 246">
                  <a:extLst>
                    <a:ext uri="{FF2B5EF4-FFF2-40B4-BE49-F238E27FC236}">
                      <a16:creationId xmlns:a16="http://schemas.microsoft.com/office/drawing/2014/main" id="{4C5F5DB5-4005-FC7C-6757-529C7D2FDD30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48" name="직선 연결선 247">
                  <a:extLst>
                    <a:ext uri="{FF2B5EF4-FFF2-40B4-BE49-F238E27FC236}">
                      <a16:creationId xmlns:a16="http://schemas.microsoft.com/office/drawing/2014/main" id="{AAD442E8-5822-54E4-D92A-F1FF2F268F87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49" name="TextBox 248">
                  <a:extLst>
                    <a:ext uri="{FF2B5EF4-FFF2-40B4-BE49-F238E27FC236}">
                      <a16:creationId xmlns:a16="http://schemas.microsoft.com/office/drawing/2014/main" id="{9BEFDCB3-7859-6738-CC57-8C309B8C586A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46" name="사각형: 둥근 모서리 245">
                <a:extLst>
                  <a:ext uri="{FF2B5EF4-FFF2-40B4-BE49-F238E27FC236}">
                    <a16:creationId xmlns:a16="http://schemas.microsoft.com/office/drawing/2014/main" id="{783B62FE-62D9-9BC0-D8F4-08E7777C1D5A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35DC16EE-9ECA-FD0C-C152-5097F4702307}"/>
              </a:ext>
            </a:extLst>
          </p:cNvPr>
          <p:cNvSpPr txBox="1"/>
          <p:nvPr/>
        </p:nvSpPr>
        <p:spPr>
          <a:xfrm>
            <a:off x="3533164" y="2173240"/>
            <a:ext cx="1988878" cy="530210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사회정서학습</a:t>
            </a:r>
            <a:r>
              <a:rPr lang="en-US" altLang="ko-KR" sz="900" b="1" dirty="0">
                <a:latin typeface="+mn-ea"/>
              </a:rPr>
              <a:t>(SEL) </a:t>
            </a:r>
            <a:r>
              <a:rPr lang="ko-KR" altLang="en-US" sz="900" b="1" dirty="0">
                <a:latin typeface="+mn-ea"/>
              </a:rPr>
              <a:t>기반 인성교육</a:t>
            </a:r>
            <a:r>
              <a:rPr lang="en-US" altLang="ko-KR" sz="900" b="1" dirty="0">
                <a:latin typeface="+mn-ea"/>
              </a:rPr>
              <a:t>, </a:t>
            </a:r>
            <a:r>
              <a:rPr lang="ko-KR" altLang="en-US" sz="900" b="1" dirty="0">
                <a:latin typeface="+mn-ea"/>
              </a:rPr>
              <a:t>학교와 가정을 연결하는 실천 방</a:t>
            </a:r>
            <a:r>
              <a:rPr lang="en-US" altLang="ko-KR" sz="900" b="1" dirty="0">
                <a:latin typeface="+mn-ea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김교육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선생님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51" name="그룹 250">
            <a:extLst>
              <a:ext uri="{FF2B5EF4-FFF2-40B4-BE49-F238E27FC236}">
                <a16:creationId xmlns:a16="http://schemas.microsoft.com/office/drawing/2014/main" id="{D6BC691E-DBEC-BCBC-7B73-E816338E20DE}"/>
              </a:ext>
            </a:extLst>
          </p:cNvPr>
          <p:cNvGrpSpPr/>
          <p:nvPr/>
        </p:nvGrpSpPr>
        <p:grpSpPr>
          <a:xfrm>
            <a:off x="3589009" y="1278139"/>
            <a:ext cx="1865081" cy="889093"/>
            <a:chOff x="5617382" y="4110731"/>
            <a:chExt cx="1926053" cy="883141"/>
          </a:xfrm>
        </p:grpSpPr>
        <p:sp>
          <p:nvSpPr>
            <p:cNvPr id="252" name="직사각형 251">
              <a:extLst>
                <a:ext uri="{FF2B5EF4-FFF2-40B4-BE49-F238E27FC236}">
                  <a16:creationId xmlns:a16="http://schemas.microsoft.com/office/drawing/2014/main" id="{784EA04F-AF44-8DAD-FA4C-F42C2E3EE5DA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330" name="그룹 329">
              <a:extLst>
                <a:ext uri="{FF2B5EF4-FFF2-40B4-BE49-F238E27FC236}">
                  <a16:creationId xmlns:a16="http://schemas.microsoft.com/office/drawing/2014/main" id="{016A1719-CC95-67A6-9905-B97738D6A7AE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331" name="직사각형 330">
                <a:extLst>
                  <a:ext uri="{FF2B5EF4-FFF2-40B4-BE49-F238E27FC236}">
                    <a16:creationId xmlns:a16="http://schemas.microsoft.com/office/drawing/2014/main" id="{D2F86B32-4F35-CD84-682B-24B96885E50E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332" name="그룹 331">
                <a:extLst>
                  <a:ext uri="{FF2B5EF4-FFF2-40B4-BE49-F238E27FC236}">
                    <a16:creationId xmlns:a16="http://schemas.microsoft.com/office/drawing/2014/main" id="{2BBC0A3C-1C73-D0F9-8EF6-D4713B85D146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334" name="직선 연결선 333">
                  <a:extLst>
                    <a:ext uri="{FF2B5EF4-FFF2-40B4-BE49-F238E27FC236}">
                      <a16:creationId xmlns:a16="http://schemas.microsoft.com/office/drawing/2014/main" id="{43F3B432-3944-F043-29C8-7EDC23BFA03A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5" name="직선 연결선 334">
                  <a:extLst>
                    <a:ext uri="{FF2B5EF4-FFF2-40B4-BE49-F238E27FC236}">
                      <a16:creationId xmlns:a16="http://schemas.microsoft.com/office/drawing/2014/main" id="{9B1D909A-8AB1-6074-9D0B-733410227678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36" name="TextBox 335">
                  <a:extLst>
                    <a:ext uri="{FF2B5EF4-FFF2-40B4-BE49-F238E27FC236}">
                      <a16:creationId xmlns:a16="http://schemas.microsoft.com/office/drawing/2014/main" id="{AE21D493-DECE-060C-E995-6253BE0A272F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33" name="사각형: 둥근 모서리 332">
                <a:extLst>
                  <a:ext uri="{FF2B5EF4-FFF2-40B4-BE49-F238E27FC236}">
                    <a16:creationId xmlns:a16="http://schemas.microsoft.com/office/drawing/2014/main" id="{3B12ACC3-7AC0-C452-A45F-B033EA3EDC70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8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337" name="그룹 336">
            <a:extLst>
              <a:ext uri="{FF2B5EF4-FFF2-40B4-BE49-F238E27FC236}">
                <a16:creationId xmlns:a16="http://schemas.microsoft.com/office/drawing/2014/main" id="{4173E45C-ABA7-5863-649E-28EE87D89651}"/>
              </a:ext>
            </a:extLst>
          </p:cNvPr>
          <p:cNvGrpSpPr/>
          <p:nvPr/>
        </p:nvGrpSpPr>
        <p:grpSpPr>
          <a:xfrm>
            <a:off x="5648690" y="2671182"/>
            <a:ext cx="1852089" cy="294371"/>
            <a:chOff x="1574530" y="5182112"/>
            <a:chExt cx="1852089" cy="294371"/>
          </a:xfrm>
        </p:grpSpPr>
        <p:grpSp>
          <p:nvGrpSpPr>
            <p:cNvPr id="338" name="그룹 337">
              <a:extLst>
                <a:ext uri="{FF2B5EF4-FFF2-40B4-BE49-F238E27FC236}">
                  <a16:creationId xmlns:a16="http://schemas.microsoft.com/office/drawing/2014/main" id="{CB56C6CF-F934-F03C-5920-0DC5AD49C6A9}"/>
                </a:ext>
              </a:extLst>
            </p:cNvPr>
            <p:cNvGrpSpPr/>
            <p:nvPr/>
          </p:nvGrpSpPr>
          <p:grpSpPr>
            <a:xfrm>
              <a:off x="1574530" y="5212223"/>
              <a:ext cx="149055" cy="149055"/>
              <a:chOff x="3355044" y="4097040"/>
              <a:chExt cx="467304" cy="467304"/>
            </a:xfrm>
          </p:grpSpPr>
          <p:sp>
            <p:nvSpPr>
              <p:cNvPr id="343" name="타원 342">
                <a:extLst>
                  <a:ext uri="{FF2B5EF4-FFF2-40B4-BE49-F238E27FC236}">
                    <a16:creationId xmlns:a16="http://schemas.microsoft.com/office/drawing/2014/main" id="{68EFFFA2-1AD5-D87D-A50A-BDB53C588FD5}"/>
                  </a:ext>
                </a:extLst>
              </p:cNvPr>
              <p:cNvSpPr/>
              <p:nvPr/>
            </p:nvSpPr>
            <p:spPr>
              <a:xfrm>
                <a:off x="3406827" y="4149711"/>
                <a:ext cx="361950" cy="361950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44" name="그림 343">
                <a:extLst>
                  <a:ext uri="{FF2B5EF4-FFF2-40B4-BE49-F238E27FC236}">
                    <a16:creationId xmlns:a16="http://schemas.microsoft.com/office/drawing/2014/main" id="{AA074CC3-71C0-B9A1-D645-57920A88B5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55039" y="4097035"/>
                <a:ext cx="467303" cy="467303"/>
              </a:xfrm>
              <a:prstGeom prst="rect">
                <a:avLst/>
              </a:prstGeom>
            </p:spPr>
          </p:pic>
        </p:grpSp>
        <p:grpSp>
          <p:nvGrpSpPr>
            <p:cNvPr id="339" name="그룹 338">
              <a:extLst>
                <a:ext uri="{FF2B5EF4-FFF2-40B4-BE49-F238E27FC236}">
                  <a16:creationId xmlns:a16="http://schemas.microsoft.com/office/drawing/2014/main" id="{3338E6B8-DECC-3704-CDE4-0165BFBC2874}"/>
                </a:ext>
              </a:extLst>
            </p:cNvPr>
            <p:cNvGrpSpPr/>
            <p:nvPr/>
          </p:nvGrpSpPr>
          <p:grpSpPr>
            <a:xfrm>
              <a:off x="1574530" y="5182112"/>
              <a:ext cx="1852089" cy="294371"/>
              <a:chOff x="1574530" y="5182112"/>
              <a:chExt cx="1852089" cy="294371"/>
            </a:xfrm>
          </p:grpSpPr>
          <p:sp>
            <p:nvSpPr>
              <p:cNvPr id="340" name="모서리가 둥근 직사각형 10">
                <a:extLst>
                  <a:ext uri="{FF2B5EF4-FFF2-40B4-BE49-F238E27FC236}">
                    <a16:creationId xmlns:a16="http://schemas.microsoft.com/office/drawing/2014/main" id="{BC505154-62BB-51CC-7A0F-EADE145B7C83}"/>
                  </a:ext>
                </a:extLst>
              </p:cNvPr>
              <p:cNvSpPr/>
              <p:nvPr/>
            </p:nvSpPr>
            <p:spPr>
              <a:xfrm>
                <a:off x="1574530" y="5410931"/>
                <a:ext cx="1852089" cy="6555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1" name="모서리가 둥근 직사각형 46">
                <a:extLst>
                  <a:ext uri="{FF2B5EF4-FFF2-40B4-BE49-F238E27FC236}">
                    <a16:creationId xmlns:a16="http://schemas.microsoft.com/office/drawing/2014/main" id="{CE2F1D4F-8CEE-452A-C310-184F1B6A961C}"/>
                  </a:ext>
                </a:extLst>
              </p:cNvPr>
              <p:cNvSpPr/>
              <p:nvPr/>
            </p:nvSpPr>
            <p:spPr>
              <a:xfrm>
                <a:off x="1574531" y="5410931"/>
                <a:ext cx="230539" cy="65552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EA92E254-4A7A-7A06-939F-BEC5B2960803}"/>
                  </a:ext>
                </a:extLst>
              </p:cNvPr>
              <p:cNvSpPr txBox="1"/>
              <p:nvPr/>
            </p:nvSpPr>
            <p:spPr>
              <a:xfrm>
                <a:off x="1685360" y="5182112"/>
                <a:ext cx="1725572" cy="215444"/>
              </a:xfrm>
              <a:prstGeom prst="rect">
                <a:avLst/>
              </a:prstGeom>
              <a:noFill/>
            </p:spPr>
            <p:txBody>
              <a:bodyPr wrap="square" lIns="72000" rIns="72000" rtlCol="0" anchor="ctr">
                <a:spAutoFit/>
              </a:bodyPr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  <a:latin typeface="+mn-ea"/>
                    <a:ea typeface="+mn-ea"/>
                  </a:rPr>
                  <a:t>학습중</a:t>
                </a:r>
                <a:endParaRPr lang="ko-KR" altLang="en-US" sz="8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345" name="그룹 344">
            <a:extLst>
              <a:ext uri="{FF2B5EF4-FFF2-40B4-BE49-F238E27FC236}">
                <a16:creationId xmlns:a16="http://schemas.microsoft.com/office/drawing/2014/main" id="{52FB5C28-AFE8-D6E6-B13B-E8B31F7DF084}"/>
              </a:ext>
            </a:extLst>
          </p:cNvPr>
          <p:cNvGrpSpPr/>
          <p:nvPr/>
        </p:nvGrpSpPr>
        <p:grpSpPr>
          <a:xfrm>
            <a:off x="1574528" y="2666819"/>
            <a:ext cx="1925304" cy="298734"/>
            <a:chOff x="1574528" y="5177749"/>
            <a:chExt cx="1925304" cy="298734"/>
          </a:xfrm>
        </p:grpSpPr>
        <p:sp>
          <p:nvSpPr>
            <p:cNvPr id="346" name="타원 345">
              <a:extLst>
                <a:ext uri="{FF2B5EF4-FFF2-40B4-BE49-F238E27FC236}">
                  <a16:creationId xmlns:a16="http://schemas.microsoft.com/office/drawing/2014/main" id="{401ED574-C8A9-83D6-9995-BDE156044AA1}"/>
                </a:ext>
              </a:extLst>
            </p:cNvPr>
            <p:cNvSpPr/>
            <p:nvPr/>
          </p:nvSpPr>
          <p:spPr>
            <a:xfrm>
              <a:off x="1591047" y="5229023"/>
              <a:ext cx="115450" cy="115450"/>
            </a:xfrm>
            <a:prstGeom prst="ellipse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47" name="그림 346">
              <a:extLst>
                <a:ext uri="{FF2B5EF4-FFF2-40B4-BE49-F238E27FC236}">
                  <a16:creationId xmlns:a16="http://schemas.microsoft.com/office/drawing/2014/main" id="{0D888E6A-AF6C-BD17-026F-6BC73D12A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4528" y="5212221"/>
              <a:ext cx="149055" cy="149055"/>
            </a:xfrm>
            <a:prstGeom prst="rect">
              <a:avLst/>
            </a:prstGeom>
          </p:spPr>
        </p:pic>
        <p:sp>
          <p:nvSpPr>
            <p:cNvPr id="348" name="모서리가 둥근 직사각형 10">
              <a:extLst>
                <a:ext uri="{FF2B5EF4-FFF2-40B4-BE49-F238E27FC236}">
                  <a16:creationId xmlns:a16="http://schemas.microsoft.com/office/drawing/2014/main" id="{C91CB5C3-979B-D6CF-FD05-0BD8427D13AF}"/>
                </a:ext>
              </a:extLst>
            </p:cNvPr>
            <p:cNvSpPr/>
            <p:nvPr/>
          </p:nvSpPr>
          <p:spPr>
            <a:xfrm>
              <a:off x="1574530" y="5410931"/>
              <a:ext cx="1852089" cy="6555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9" name="모서리가 둥근 직사각형 46">
              <a:extLst>
                <a:ext uri="{FF2B5EF4-FFF2-40B4-BE49-F238E27FC236}">
                  <a16:creationId xmlns:a16="http://schemas.microsoft.com/office/drawing/2014/main" id="{428336A4-52CA-D6C6-D356-7E7AB89A10CA}"/>
                </a:ext>
              </a:extLst>
            </p:cNvPr>
            <p:cNvSpPr/>
            <p:nvPr/>
          </p:nvSpPr>
          <p:spPr>
            <a:xfrm>
              <a:off x="1574531" y="5410931"/>
              <a:ext cx="1334213" cy="65552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6E6450DF-AC7B-A59D-69C8-F4CDD58B4FD6}"/>
                </a:ext>
              </a:extLst>
            </p:cNvPr>
            <p:cNvSpPr txBox="1"/>
            <p:nvPr/>
          </p:nvSpPr>
          <p:spPr>
            <a:xfrm>
              <a:off x="1685360" y="5182112"/>
              <a:ext cx="1725572" cy="215444"/>
            </a:xfrm>
            <a:prstGeom prst="rect">
              <a:avLst/>
            </a:prstGeom>
            <a:noFill/>
          </p:spPr>
          <p:txBody>
            <a:bodyPr wrap="square" lIns="72000" rIns="72000" rtlCol="0" anchor="ctr">
              <a:spAutoFit/>
            </a:bodyPr>
            <a:lstStyle/>
            <a:p>
              <a:r>
                <a:rPr lang="ko-KR" altLang="en-US" sz="800" dirty="0" err="1">
                  <a:solidFill>
                    <a:schemeClr val="tx1"/>
                  </a:solidFill>
                  <a:latin typeface="+mn-ea"/>
                  <a:ea typeface="+mn-ea"/>
                </a:rPr>
                <a:t>학습중</a:t>
              </a:r>
              <a:endParaRPr lang="ko-KR" altLang="en-US" sz="8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32864DEE-5CB5-80B9-9C5D-19473B0291EC}"/>
                </a:ext>
              </a:extLst>
            </p:cNvPr>
            <p:cNvSpPr txBox="1"/>
            <p:nvPr/>
          </p:nvSpPr>
          <p:spPr>
            <a:xfrm>
              <a:off x="2908744" y="5177749"/>
              <a:ext cx="591088" cy="215444"/>
            </a:xfrm>
            <a:prstGeom prst="rect">
              <a:avLst/>
            </a:prstGeom>
            <a:noFill/>
          </p:spPr>
          <p:txBody>
            <a:bodyPr wrap="square" lIns="72000" rIns="72000" rtlCol="0" anchor="ctr">
              <a:spAutoFit/>
            </a:bodyPr>
            <a:lstStyle/>
            <a:p>
              <a:pPr algn="r"/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4/6 (67%)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352" name="그룹 351">
            <a:extLst>
              <a:ext uri="{FF2B5EF4-FFF2-40B4-BE49-F238E27FC236}">
                <a16:creationId xmlns:a16="http://schemas.microsoft.com/office/drawing/2014/main" id="{B84BCF30-2DA6-11CC-2527-9CB57F6C5FA2}"/>
              </a:ext>
            </a:extLst>
          </p:cNvPr>
          <p:cNvGrpSpPr/>
          <p:nvPr/>
        </p:nvGrpSpPr>
        <p:grpSpPr>
          <a:xfrm>
            <a:off x="3610604" y="2666819"/>
            <a:ext cx="1921228" cy="298734"/>
            <a:chOff x="3610604" y="5177749"/>
            <a:chExt cx="1921228" cy="298734"/>
          </a:xfrm>
        </p:grpSpPr>
        <p:grpSp>
          <p:nvGrpSpPr>
            <p:cNvPr id="353" name="그룹 352">
              <a:extLst>
                <a:ext uri="{FF2B5EF4-FFF2-40B4-BE49-F238E27FC236}">
                  <a16:creationId xmlns:a16="http://schemas.microsoft.com/office/drawing/2014/main" id="{A078FECB-DEA3-A48E-8EB4-D70BB7574219}"/>
                </a:ext>
              </a:extLst>
            </p:cNvPr>
            <p:cNvGrpSpPr/>
            <p:nvPr/>
          </p:nvGrpSpPr>
          <p:grpSpPr>
            <a:xfrm>
              <a:off x="3610604" y="5182112"/>
              <a:ext cx="1852089" cy="294371"/>
              <a:chOff x="1574530" y="5182112"/>
              <a:chExt cx="1852089" cy="294371"/>
            </a:xfrm>
          </p:grpSpPr>
          <p:grpSp>
            <p:nvGrpSpPr>
              <p:cNvPr id="355" name="그룹 354">
                <a:extLst>
                  <a:ext uri="{FF2B5EF4-FFF2-40B4-BE49-F238E27FC236}">
                    <a16:creationId xmlns:a16="http://schemas.microsoft.com/office/drawing/2014/main" id="{036BCAA8-6BCF-1640-FD86-2F963A7F4531}"/>
                  </a:ext>
                </a:extLst>
              </p:cNvPr>
              <p:cNvGrpSpPr/>
              <p:nvPr/>
            </p:nvGrpSpPr>
            <p:grpSpPr>
              <a:xfrm>
                <a:off x="1574530" y="5212223"/>
                <a:ext cx="149055" cy="149055"/>
                <a:chOff x="3355044" y="4097040"/>
                <a:chExt cx="467304" cy="467304"/>
              </a:xfrm>
            </p:grpSpPr>
            <p:sp>
              <p:nvSpPr>
                <p:cNvPr id="360" name="타원 359">
                  <a:extLst>
                    <a:ext uri="{FF2B5EF4-FFF2-40B4-BE49-F238E27FC236}">
                      <a16:creationId xmlns:a16="http://schemas.microsoft.com/office/drawing/2014/main" id="{482F4523-F0C3-B641-4D98-10BFAB5485CD}"/>
                    </a:ext>
                  </a:extLst>
                </p:cNvPr>
                <p:cNvSpPr/>
                <p:nvPr/>
              </p:nvSpPr>
              <p:spPr>
                <a:xfrm>
                  <a:off x="3406827" y="4149711"/>
                  <a:ext cx="361950" cy="36195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361" name="그림 360">
                  <a:extLst>
                    <a:ext uri="{FF2B5EF4-FFF2-40B4-BE49-F238E27FC236}">
                      <a16:creationId xmlns:a16="http://schemas.microsoft.com/office/drawing/2014/main" id="{BE938166-A3E1-5C6F-5836-A7C086B11C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55039" y="4097035"/>
                  <a:ext cx="467303" cy="467303"/>
                </a:xfrm>
                <a:prstGeom prst="rect">
                  <a:avLst/>
                </a:prstGeom>
              </p:spPr>
            </p:pic>
          </p:grpSp>
          <p:grpSp>
            <p:nvGrpSpPr>
              <p:cNvPr id="356" name="그룹 355">
                <a:extLst>
                  <a:ext uri="{FF2B5EF4-FFF2-40B4-BE49-F238E27FC236}">
                    <a16:creationId xmlns:a16="http://schemas.microsoft.com/office/drawing/2014/main" id="{B3308979-FFC8-17F0-5085-E3A592DE3CE3}"/>
                  </a:ext>
                </a:extLst>
              </p:cNvPr>
              <p:cNvGrpSpPr/>
              <p:nvPr/>
            </p:nvGrpSpPr>
            <p:grpSpPr>
              <a:xfrm>
                <a:off x="1574530" y="5182112"/>
                <a:ext cx="1852089" cy="294371"/>
                <a:chOff x="1574530" y="5182112"/>
                <a:chExt cx="1852089" cy="294371"/>
              </a:xfrm>
            </p:grpSpPr>
            <p:sp>
              <p:nvSpPr>
                <p:cNvPr id="357" name="모서리가 둥근 직사각형 10">
                  <a:extLst>
                    <a:ext uri="{FF2B5EF4-FFF2-40B4-BE49-F238E27FC236}">
                      <a16:creationId xmlns:a16="http://schemas.microsoft.com/office/drawing/2014/main" id="{65E6438C-3212-C9BD-0E74-18CDC2EA1DC6}"/>
                    </a:ext>
                  </a:extLst>
                </p:cNvPr>
                <p:cNvSpPr/>
                <p:nvPr/>
              </p:nvSpPr>
              <p:spPr>
                <a:xfrm>
                  <a:off x="1574530" y="5410931"/>
                  <a:ext cx="1852089" cy="65552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8" name="모서리가 둥근 직사각형 46">
                  <a:extLst>
                    <a:ext uri="{FF2B5EF4-FFF2-40B4-BE49-F238E27FC236}">
                      <a16:creationId xmlns:a16="http://schemas.microsoft.com/office/drawing/2014/main" id="{1FF4772A-A678-2BF2-69F3-9736EE71B689}"/>
                    </a:ext>
                  </a:extLst>
                </p:cNvPr>
                <p:cNvSpPr/>
                <p:nvPr/>
              </p:nvSpPr>
              <p:spPr>
                <a:xfrm>
                  <a:off x="1574531" y="5410931"/>
                  <a:ext cx="380370" cy="65552"/>
                </a:xfrm>
                <a:prstGeom prst="round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C430ED07-5735-E434-1015-41470DF7CE3E}"/>
                    </a:ext>
                  </a:extLst>
                </p:cNvPr>
                <p:cNvSpPr txBox="1"/>
                <p:nvPr/>
              </p:nvSpPr>
              <p:spPr>
                <a:xfrm>
                  <a:off x="1685360" y="5182112"/>
                  <a:ext cx="1725572" cy="215444"/>
                </a:xfrm>
                <a:prstGeom prst="rect">
                  <a:avLst/>
                </a:prstGeom>
                <a:noFill/>
              </p:spPr>
              <p:txBody>
                <a:bodyPr wrap="square" lIns="72000" rIns="72000" rtlCol="0" anchor="ctr">
                  <a:spAutoFit/>
                </a:bodyPr>
                <a:lstStyle/>
                <a:p>
                  <a:r>
                    <a:rPr lang="ko-KR" altLang="en-US" sz="800" dirty="0" err="1">
                      <a:solidFill>
                        <a:schemeClr val="tx1"/>
                      </a:solidFill>
                      <a:latin typeface="+mn-ea"/>
                      <a:ea typeface="+mn-ea"/>
                    </a:rPr>
                    <a:t>학습중</a:t>
                  </a:r>
                  <a:endParaRPr lang="ko-KR" altLang="en-US" sz="800" dirty="0">
                    <a:solidFill>
                      <a:schemeClr val="tx1"/>
                    </a:solidFill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075CF3F2-C015-EB16-A80F-D13F709B205B}"/>
                </a:ext>
              </a:extLst>
            </p:cNvPr>
            <p:cNvSpPr txBox="1"/>
            <p:nvPr/>
          </p:nvSpPr>
          <p:spPr>
            <a:xfrm>
              <a:off x="4940744" y="5177749"/>
              <a:ext cx="591088" cy="215444"/>
            </a:xfrm>
            <a:prstGeom prst="rect">
              <a:avLst/>
            </a:prstGeom>
            <a:noFill/>
          </p:spPr>
          <p:txBody>
            <a:bodyPr wrap="square" lIns="72000" rIns="72000" rtlCol="0" anchor="ctr">
              <a:spAutoFit/>
            </a:bodyPr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2/8 (25%)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362" name="TextBox 361">
            <a:extLst>
              <a:ext uri="{FF2B5EF4-FFF2-40B4-BE49-F238E27FC236}">
                <a16:creationId xmlns:a16="http://schemas.microsoft.com/office/drawing/2014/main" id="{9B4AEB95-1FEA-937F-E295-98CE5E658FAC}"/>
              </a:ext>
            </a:extLst>
          </p:cNvPr>
          <p:cNvSpPr txBox="1"/>
          <p:nvPr/>
        </p:nvSpPr>
        <p:spPr>
          <a:xfrm>
            <a:off x="6966394" y="2666819"/>
            <a:ext cx="591088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1/5 (20%)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363" name="그룹 362">
            <a:extLst>
              <a:ext uri="{FF2B5EF4-FFF2-40B4-BE49-F238E27FC236}">
                <a16:creationId xmlns:a16="http://schemas.microsoft.com/office/drawing/2014/main" id="{A0945393-498D-906E-3FA0-1F1F555F2DD5}"/>
              </a:ext>
            </a:extLst>
          </p:cNvPr>
          <p:cNvGrpSpPr/>
          <p:nvPr/>
        </p:nvGrpSpPr>
        <p:grpSpPr>
          <a:xfrm>
            <a:off x="7683865" y="2666819"/>
            <a:ext cx="1911967" cy="298734"/>
            <a:chOff x="7683865" y="5177749"/>
            <a:chExt cx="1911967" cy="298734"/>
          </a:xfrm>
        </p:grpSpPr>
        <p:grpSp>
          <p:nvGrpSpPr>
            <p:cNvPr id="364" name="그룹 363">
              <a:extLst>
                <a:ext uri="{FF2B5EF4-FFF2-40B4-BE49-F238E27FC236}">
                  <a16:creationId xmlns:a16="http://schemas.microsoft.com/office/drawing/2014/main" id="{1C33CD8B-C38D-5107-6BFC-7E92002D76B5}"/>
                </a:ext>
              </a:extLst>
            </p:cNvPr>
            <p:cNvGrpSpPr/>
            <p:nvPr/>
          </p:nvGrpSpPr>
          <p:grpSpPr>
            <a:xfrm>
              <a:off x="7683865" y="5212223"/>
              <a:ext cx="149055" cy="149055"/>
              <a:chOff x="3355044" y="4097040"/>
              <a:chExt cx="467304" cy="467304"/>
            </a:xfrm>
          </p:grpSpPr>
          <p:sp>
            <p:nvSpPr>
              <p:cNvPr id="370" name="타원 369">
                <a:extLst>
                  <a:ext uri="{FF2B5EF4-FFF2-40B4-BE49-F238E27FC236}">
                    <a16:creationId xmlns:a16="http://schemas.microsoft.com/office/drawing/2014/main" id="{EC016D67-7210-811C-1DFE-6132CE4289B1}"/>
                  </a:ext>
                </a:extLst>
              </p:cNvPr>
              <p:cNvSpPr/>
              <p:nvPr/>
            </p:nvSpPr>
            <p:spPr>
              <a:xfrm>
                <a:off x="3406827" y="4149711"/>
                <a:ext cx="361950" cy="361950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71" name="그림 370">
                <a:extLst>
                  <a:ext uri="{FF2B5EF4-FFF2-40B4-BE49-F238E27FC236}">
                    <a16:creationId xmlns:a16="http://schemas.microsoft.com/office/drawing/2014/main" id="{56C0FE29-9362-4F7D-1FDB-F0920C530A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55039" y="4097035"/>
                <a:ext cx="467303" cy="467303"/>
              </a:xfrm>
              <a:prstGeom prst="rect">
                <a:avLst/>
              </a:prstGeom>
            </p:spPr>
          </p:pic>
        </p:grpSp>
        <p:grpSp>
          <p:nvGrpSpPr>
            <p:cNvPr id="365" name="그룹 364">
              <a:extLst>
                <a:ext uri="{FF2B5EF4-FFF2-40B4-BE49-F238E27FC236}">
                  <a16:creationId xmlns:a16="http://schemas.microsoft.com/office/drawing/2014/main" id="{B0F9A2E2-F472-B02A-2297-263C9FF98702}"/>
                </a:ext>
              </a:extLst>
            </p:cNvPr>
            <p:cNvGrpSpPr/>
            <p:nvPr/>
          </p:nvGrpSpPr>
          <p:grpSpPr>
            <a:xfrm>
              <a:off x="7683865" y="5182112"/>
              <a:ext cx="1852089" cy="294371"/>
              <a:chOff x="1574530" y="5182112"/>
              <a:chExt cx="1852089" cy="294371"/>
            </a:xfrm>
          </p:grpSpPr>
          <p:sp>
            <p:nvSpPr>
              <p:cNvPr id="367" name="모서리가 둥근 직사각형 10">
                <a:extLst>
                  <a:ext uri="{FF2B5EF4-FFF2-40B4-BE49-F238E27FC236}">
                    <a16:creationId xmlns:a16="http://schemas.microsoft.com/office/drawing/2014/main" id="{7BDB3CB6-26D4-5B2F-A077-1557354F9B24}"/>
                  </a:ext>
                </a:extLst>
              </p:cNvPr>
              <p:cNvSpPr/>
              <p:nvPr/>
            </p:nvSpPr>
            <p:spPr>
              <a:xfrm>
                <a:off x="1574530" y="5410931"/>
                <a:ext cx="1852089" cy="6555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8" name="모서리가 둥근 직사각형 46">
                <a:extLst>
                  <a:ext uri="{FF2B5EF4-FFF2-40B4-BE49-F238E27FC236}">
                    <a16:creationId xmlns:a16="http://schemas.microsoft.com/office/drawing/2014/main" id="{8993A108-8851-167B-1E33-E0AB0029BB9A}"/>
                  </a:ext>
                </a:extLst>
              </p:cNvPr>
              <p:cNvSpPr/>
              <p:nvPr/>
            </p:nvSpPr>
            <p:spPr>
              <a:xfrm>
                <a:off x="1574531" y="5410931"/>
                <a:ext cx="958484" cy="65551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1E8BD4BC-EFDA-905B-1065-A98772344C6F}"/>
                  </a:ext>
                </a:extLst>
              </p:cNvPr>
              <p:cNvSpPr txBox="1"/>
              <p:nvPr/>
            </p:nvSpPr>
            <p:spPr>
              <a:xfrm>
                <a:off x="1685360" y="5182112"/>
                <a:ext cx="1725572" cy="215444"/>
              </a:xfrm>
              <a:prstGeom prst="rect">
                <a:avLst/>
              </a:prstGeom>
              <a:noFill/>
            </p:spPr>
            <p:txBody>
              <a:bodyPr wrap="square" lIns="72000" rIns="72000" rtlCol="0" anchor="ctr">
                <a:spAutoFit/>
              </a:bodyPr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  <a:latin typeface="+mn-ea"/>
                    <a:ea typeface="+mn-ea"/>
                  </a:rPr>
                  <a:t>학습중</a:t>
                </a:r>
                <a:endParaRPr lang="ko-KR" altLang="en-US" sz="8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3E4EE58F-B6AE-3B05-FF4C-D8309F924EE8}"/>
                </a:ext>
              </a:extLst>
            </p:cNvPr>
            <p:cNvSpPr txBox="1"/>
            <p:nvPr/>
          </p:nvSpPr>
          <p:spPr>
            <a:xfrm>
              <a:off x="9004744" y="5177749"/>
              <a:ext cx="591088" cy="215444"/>
            </a:xfrm>
            <a:prstGeom prst="rect">
              <a:avLst/>
            </a:prstGeom>
            <a:noFill/>
          </p:spPr>
          <p:txBody>
            <a:bodyPr wrap="square" lIns="72000" rIns="72000" rtlCol="0" anchor="ctr">
              <a:spAutoFit/>
            </a:bodyPr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2/4 (50%)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372" name="그룹 371">
            <a:extLst>
              <a:ext uri="{FF2B5EF4-FFF2-40B4-BE49-F238E27FC236}">
                <a16:creationId xmlns:a16="http://schemas.microsoft.com/office/drawing/2014/main" id="{5E91FE91-B1CB-9306-1AC2-2499007ACB4B}"/>
              </a:ext>
            </a:extLst>
          </p:cNvPr>
          <p:cNvGrpSpPr/>
          <p:nvPr/>
        </p:nvGrpSpPr>
        <p:grpSpPr>
          <a:xfrm>
            <a:off x="7596487" y="3915668"/>
            <a:ext cx="1988878" cy="1425311"/>
            <a:chOff x="7596487" y="4128064"/>
            <a:chExt cx="1988878" cy="1425311"/>
          </a:xfrm>
        </p:grpSpPr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E0A61ACE-D2F4-3B87-0560-22590CC5B06E}"/>
                </a:ext>
              </a:extLst>
            </p:cNvPr>
            <p:cNvSpPr txBox="1"/>
            <p:nvPr/>
          </p:nvSpPr>
          <p:spPr>
            <a:xfrm>
              <a:off x="7596487" y="5023165"/>
              <a:ext cx="1988878" cy="530210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학교자율시간 편성</a:t>
              </a:r>
              <a:r>
                <a:rPr lang="en-US" altLang="ko-KR" sz="900" b="1" dirty="0">
                  <a:latin typeface="+mn-ea"/>
                  <a:ea typeface="+mn-ea"/>
                </a:rPr>
                <a:t>·</a:t>
              </a:r>
              <a:r>
                <a:rPr lang="ko-KR" altLang="en-US" sz="900" b="1" dirty="0">
                  <a:latin typeface="+mn-ea"/>
                  <a:ea typeface="+mn-ea"/>
                </a:rPr>
                <a:t>운영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우리 학교에 맞는 교육과정 재구성 사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2025-12-15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완료</a:t>
              </a:r>
            </a:p>
          </p:txBody>
        </p:sp>
        <p:grpSp>
          <p:nvGrpSpPr>
            <p:cNvPr id="374" name="그룹 373">
              <a:extLst>
                <a:ext uri="{FF2B5EF4-FFF2-40B4-BE49-F238E27FC236}">
                  <a16:creationId xmlns:a16="http://schemas.microsoft.com/office/drawing/2014/main" id="{2D11FBDA-3B7D-3278-F233-6E4DC4A5CF3B}"/>
                </a:ext>
              </a:extLst>
            </p:cNvPr>
            <p:cNvGrpSpPr/>
            <p:nvPr/>
          </p:nvGrpSpPr>
          <p:grpSpPr>
            <a:xfrm>
              <a:off x="7652332" y="4128064"/>
              <a:ext cx="1865081" cy="889093"/>
              <a:chOff x="5617382" y="4110731"/>
              <a:chExt cx="1926053" cy="883141"/>
            </a:xfrm>
          </p:grpSpPr>
          <p:sp>
            <p:nvSpPr>
              <p:cNvPr id="375" name="직사각형 374">
                <a:extLst>
                  <a:ext uri="{FF2B5EF4-FFF2-40B4-BE49-F238E27FC236}">
                    <a16:creationId xmlns:a16="http://schemas.microsoft.com/office/drawing/2014/main" id="{6968B2B0-B5DD-9EA1-4544-BD3CE1472D7B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376" name="그룹 375">
                <a:extLst>
                  <a:ext uri="{FF2B5EF4-FFF2-40B4-BE49-F238E27FC236}">
                    <a16:creationId xmlns:a16="http://schemas.microsoft.com/office/drawing/2014/main" id="{64E4F843-00AF-89EB-0FAB-4A839C7834BD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377" name="직사각형 376">
                  <a:extLst>
                    <a:ext uri="{FF2B5EF4-FFF2-40B4-BE49-F238E27FC236}">
                      <a16:creationId xmlns:a16="http://schemas.microsoft.com/office/drawing/2014/main" id="{09F472C4-636E-ACBE-6FAE-8B57BD25892A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378" name="그룹 377">
                  <a:extLst>
                    <a:ext uri="{FF2B5EF4-FFF2-40B4-BE49-F238E27FC236}">
                      <a16:creationId xmlns:a16="http://schemas.microsoft.com/office/drawing/2014/main" id="{2C3B91B1-09DA-876C-0AAA-485EEBDE97AD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380" name="직선 연결선 379">
                    <a:extLst>
                      <a:ext uri="{FF2B5EF4-FFF2-40B4-BE49-F238E27FC236}">
                        <a16:creationId xmlns:a16="http://schemas.microsoft.com/office/drawing/2014/main" id="{EB6717E0-F0A4-0E7C-3EB0-592F0EA537DE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81" name="직선 연결선 380">
                    <a:extLst>
                      <a:ext uri="{FF2B5EF4-FFF2-40B4-BE49-F238E27FC236}">
                        <a16:creationId xmlns:a16="http://schemas.microsoft.com/office/drawing/2014/main" id="{C83DBF44-CE65-46ED-C22F-F79B7CAFD387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82" name="TextBox 381">
                    <a:extLst>
                      <a:ext uri="{FF2B5EF4-FFF2-40B4-BE49-F238E27FC236}">
                        <a16:creationId xmlns:a16="http://schemas.microsoft.com/office/drawing/2014/main" id="{1DBB4502-580A-81F6-B0C6-132C6CB92A3F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379" name="사각형: 둥근 모서리 378">
                  <a:extLst>
                    <a:ext uri="{FF2B5EF4-FFF2-40B4-BE49-F238E27FC236}">
                      <a16:creationId xmlns:a16="http://schemas.microsoft.com/office/drawing/2014/main" id="{1420D06D-7980-4682-68E3-355801E55864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10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383" name="그룹 382">
            <a:extLst>
              <a:ext uri="{FF2B5EF4-FFF2-40B4-BE49-F238E27FC236}">
                <a16:creationId xmlns:a16="http://schemas.microsoft.com/office/drawing/2014/main" id="{98991712-CB79-D88A-B75A-1784D518359B}"/>
              </a:ext>
            </a:extLst>
          </p:cNvPr>
          <p:cNvGrpSpPr/>
          <p:nvPr/>
        </p:nvGrpSpPr>
        <p:grpSpPr>
          <a:xfrm>
            <a:off x="5567144" y="3915668"/>
            <a:ext cx="1988878" cy="1425311"/>
            <a:chOff x="3533557" y="4128064"/>
            <a:chExt cx="1988878" cy="1425311"/>
          </a:xfrm>
        </p:grpSpPr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925CABFA-32BC-FAB9-82DA-3FF20529CCD3}"/>
                </a:ext>
              </a:extLst>
            </p:cNvPr>
            <p:cNvSpPr txBox="1"/>
            <p:nvPr/>
          </p:nvSpPr>
          <p:spPr>
            <a:xfrm>
              <a:off x="3533557" y="5023165"/>
              <a:ext cx="1988878" cy="530210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  <a:ea typeface="+mn-ea"/>
                </a:rPr>
                <a:t>수업 중 예상치 못한 돌발상황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현장 경험 교사들의 실제 대처 사례 모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2025-12-18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완료</a:t>
              </a:r>
            </a:p>
          </p:txBody>
        </p:sp>
        <p:grpSp>
          <p:nvGrpSpPr>
            <p:cNvPr id="385" name="그룹 384">
              <a:extLst>
                <a:ext uri="{FF2B5EF4-FFF2-40B4-BE49-F238E27FC236}">
                  <a16:creationId xmlns:a16="http://schemas.microsoft.com/office/drawing/2014/main" id="{CA8DE621-ED6E-D657-EB8A-2C94764B2B5B}"/>
                </a:ext>
              </a:extLst>
            </p:cNvPr>
            <p:cNvGrpSpPr/>
            <p:nvPr/>
          </p:nvGrpSpPr>
          <p:grpSpPr>
            <a:xfrm>
              <a:off x="3589402" y="4128064"/>
              <a:ext cx="1865081" cy="889093"/>
              <a:chOff x="5617382" y="4110731"/>
              <a:chExt cx="1926053" cy="883141"/>
            </a:xfrm>
          </p:grpSpPr>
          <p:sp>
            <p:nvSpPr>
              <p:cNvPr id="386" name="직사각형 385">
                <a:extLst>
                  <a:ext uri="{FF2B5EF4-FFF2-40B4-BE49-F238E27FC236}">
                    <a16:creationId xmlns:a16="http://schemas.microsoft.com/office/drawing/2014/main" id="{8D68C387-82A0-A238-2C59-5DFFFEE23D90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387" name="그룹 386">
                <a:extLst>
                  <a:ext uri="{FF2B5EF4-FFF2-40B4-BE49-F238E27FC236}">
                    <a16:creationId xmlns:a16="http://schemas.microsoft.com/office/drawing/2014/main" id="{722E8BB9-B3A7-AD26-00BA-321C3DFEEA34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388" name="직사각형 387">
                  <a:extLst>
                    <a:ext uri="{FF2B5EF4-FFF2-40B4-BE49-F238E27FC236}">
                      <a16:creationId xmlns:a16="http://schemas.microsoft.com/office/drawing/2014/main" id="{45E7A510-FA91-6750-EAE9-1AFEF940B2C3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389" name="그룹 388">
                  <a:extLst>
                    <a:ext uri="{FF2B5EF4-FFF2-40B4-BE49-F238E27FC236}">
                      <a16:creationId xmlns:a16="http://schemas.microsoft.com/office/drawing/2014/main" id="{3C88B2BD-2AEF-FA43-A6DE-FEF8420C2644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391" name="직선 연결선 390">
                    <a:extLst>
                      <a:ext uri="{FF2B5EF4-FFF2-40B4-BE49-F238E27FC236}">
                        <a16:creationId xmlns:a16="http://schemas.microsoft.com/office/drawing/2014/main" id="{35B8D6E5-1CA7-5FE1-52A9-E8A48C9F74CB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92" name="직선 연결선 391">
                    <a:extLst>
                      <a:ext uri="{FF2B5EF4-FFF2-40B4-BE49-F238E27FC236}">
                        <a16:creationId xmlns:a16="http://schemas.microsoft.com/office/drawing/2014/main" id="{B0F98331-E8E8-DEEC-DCB7-9F5D3B8586B8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93" name="TextBox 392">
                    <a:extLst>
                      <a:ext uri="{FF2B5EF4-FFF2-40B4-BE49-F238E27FC236}">
                        <a16:creationId xmlns:a16="http://schemas.microsoft.com/office/drawing/2014/main" id="{C68C4081-D0CE-7619-0F75-0EE687B4CA0A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390" name="사각형: 둥근 모서리 389">
                  <a:extLst>
                    <a:ext uri="{FF2B5EF4-FFF2-40B4-BE49-F238E27FC236}">
                      <a16:creationId xmlns:a16="http://schemas.microsoft.com/office/drawing/2014/main" id="{D2842128-B0A5-447D-97B1-D8D09DFF861D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8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394" name="그룹 393">
            <a:extLst>
              <a:ext uri="{FF2B5EF4-FFF2-40B4-BE49-F238E27FC236}">
                <a16:creationId xmlns:a16="http://schemas.microsoft.com/office/drawing/2014/main" id="{3487FECD-7850-93BA-0E7C-7DC5B11489C9}"/>
              </a:ext>
            </a:extLst>
          </p:cNvPr>
          <p:cNvGrpSpPr/>
          <p:nvPr/>
        </p:nvGrpSpPr>
        <p:grpSpPr>
          <a:xfrm>
            <a:off x="1555479" y="3082978"/>
            <a:ext cx="7956000" cy="308244"/>
            <a:chOff x="1409337" y="3497166"/>
            <a:chExt cx="7452000" cy="308244"/>
          </a:xfrm>
        </p:grpSpPr>
        <p:cxnSp>
          <p:nvCxnSpPr>
            <p:cNvPr id="395" name="직선 연결선 394">
              <a:extLst>
                <a:ext uri="{FF2B5EF4-FFF2-40B4-BE49-F238E27FC236}">
                  <a16:creationId xmlns:a16="http://schemas.microsoft.com/office/drawing/2014/main" id="{02F7D7FF-6535-A1F9-EACE-2D120F82154E}"/>
                </a:ext>
              </a:extLst>
            </p:cNvPr>
            <p:cNvCxnSpPr>
              <a:cxnSpLocks/>
            </p:cNvCxnSpPr>
            <p:nvPr/>
          </p:nvCxnSpPr>
          <p:spPr>
            <a:xfrm>
              <a:off x="1409337" y="3620733"/>
              <a:ext cx="745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6" name="사각형: 둥근 모서리 395">
              <a:extLst>
                <a:ext uri="{FF2B5EF4-FFF2-40B4-BE49-F238E27FC236}">
                  <a16:creationId xmlns:a16="http://schemas.microsoft.com/office/drawing/2014/main" id="{3155DC38-3334-D8E0-4CDE-9FA329BF53A8}"/>
                </a:ext>
              </a:extLst>
            </p:cNvPr>
            <p:cNvSpPr/>
            <p:nvPr/>
          </p:nvSpPr>
          <p:spPr>
            <a:xfrm>
              <a:off x="4228736" y="3497166"/>
              <a:ext cx="1415444" cy="24713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더보기</a:t>
              </a:r>
              <a:endPara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397" name="TextBox 396">
              <a:extLst>
                <a:ext uri="{FF2B5EF4-FFF2-40B4-BE49-F238E27FC236}">
                  <a16:creationId xmlns:a16="http://schemas.microsoft.com/office/drawing/2014/main" id="{1B6388D7-361A-20A2-57BE-E3833048FFAC}"/>
                </a:ext>
              </a:extLst>
            </p:cNvPr>
            <p:cNvSpPr txBox="1"/>
            <p:nvPr/>
          </p:nvSpPr>
          <p:spPr>
            <a:xfrm>
              <a:off x="5252268" y="3543800"/>
              <a:ext cx="38258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﹀</a:t>
              </a:r>
              <a:endParaRPr lang="ko-KR" altLang="en-US" dirty="0"/>
            </a:p>
          </p:txBody>
        </p:sp>
      </p:grpSp>
      <p:grpSp>
        <p:nvGrpSpPr>
          <p:cNvPr id="398" name="그룹 397">
            <a:extLst>
              <a:ext uri="{FF2B5EF4-FFF2-40B4-BE49-F238E27FC236}">
                <a16:creationId xmlns:a16="http://schemas.microsoft.com/office/drawing/2014/main" id="{B07F4FEF-AF3D-C574-DDC6-03C5025EBD1A}"/>
              </a:ext>
            </a:extLst>
          </p:cNvPr>
          <p:cNvGrpSpPr/>
          <p:nvPr/>
        </p:nvGrpSpPr>
        <p:grpSpPr>
          <a:xfrm>
            <a:off x="3536720" y="3915668"/>
            <a:ext cx="1988878" cy="1425311"/>
            <a:chOff x="7596487" y="4128064"/>
            <a:chExt cx="1988878" cy="1425311"/>
          </a:xfrm>
        </p:grpSpPr>
        <p:sp>
          <p:nvSpPr>
            <p:cNvPr id="399" name="TextBox 398">
              <a:extLst>
                <a:ext uri="{FF2B5EF4-FFF2-40B4-BE49-F238E27FC236}">
                  <a16:creationId xmlns:a16="http://schemas.microsoft.com/office/drawing/2014/main" id="{9C180DD7-FB9F-D72E-647E-6DA4A36DE3DE}"/>
                </a:ext>
              </a:extLst>
            </p:cNvPr>
            <p:cNvSpPr txBox="1"/>
            <p:nvPr/>
          </p:nvSpPr>
          <p:spPr>
            <a:xfrm>
              <a:off x="7596487" y="5023165"/>
              <a:ext cx="1988878" cy="530210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en-US" altLang="ko-KR" sz="900" b="1" dirty="0">
                  <a:latin typeface="+mn-ea"/>
                </a:rPr>
                <a:t>2022 </a:t>
              </a:r>
              <a:r>
                <a:rPr lang="ko-KR" altLang="en-US" sz="900" b="1" dirty="0">
                  <a:latin typeface="+mn-ea"/>
                </a:rPr>
                <a:t>개정 교육과정</a:t>
              </a:r>
              <a:r>
                <a:rPr lang="en-US" altLang="ko-KR" sz="900" b="1" dirty="0">
                  <a:latin typeface="+mn-ea"/>
                </a:rPr>
                <a:t>, </a:t>
              </a:r>
              <a:r>
                <a:rPr lang="ko-KR" altLang="en-US" sz="900" b="1" dirty="0">
                  <a:latin typeface="+mn-ea"/>
                </a:rPr>
                <a:t>현장 교사가 꼭 알아야 할 핵심 변화와 적용 </a:t>
              </a:r>
              <a:r>
                <a:rPr lang="en-US" altLang="ko-KR" sz="900" b="1" dirty="0">
                  <a:latin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2025-12-15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완료</a:t>
              </a:r>
            </a:p>
          </p:txBody>
        </p:sp>
        <p:grpSp>
          <p:nvGrpSpPr>
            <p:cNvPr id="400" name="그룹 399">
              <a:extLst>
                <a:ext uri="{FF2B5EF4-FFF2-40B4-BE49-F238E27FC236}">
                  <a16:creationId xmlns:a16="http://schemas.microsoft.com/office/drawing/2014/main" id="{AB126A77-E66C-3338-D392-6A3CB9777818}"/>
                </a:ext>
              </a:extLst>
            </p:cNvPr>
            <p:cNvGrpSpPr/>
            <p:nvPr/>
          </p:nvGrpSpPr>
          <p:grpSpPr>
            <a:xfrm>
              <a:off x="7652332" y="4128064"/>
              <a:ext cx="1865081" cy="889093"/>
              <a:chOff x="5617382" y="4110731"/>
              <a:chExt cx="1926053" cy="883141"/>
            </a:xfrm>
          </p:grpSpPr>
          <p:sp>
            <p:nvSpPr>
              <p:cNvPr id="401" name="직사각형 400">
                <a:extLst>
                  <a:ext uri="{FF2B5EF4-FFF2-40B4-BE49-F238E27FC236}">
                    <a16:creationId xmlns:a16="http://schemas.microsoft.com/office/drawing/2014/main" id="{60CDE73A-2495-BC55-A67D-E94D36964822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402" name="그룹 401">
                <a:extLst>
                  <a:ext uri="{FF2B5EF4-FFF2-40B4-BE49-F238E27FC236}">
                    <a16:creationId xmlns:a16="http://schemas.microsoft.com/office/drawing/2014/main" id="{C60EDA52-2F06-5C01-1FDF-0836147E6920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403" name="직사각형 402">
                  <a:extLst>
                    <a:ext uri="{FF2B5EF4-FFF2-40B4-BE49-F238E27FC236}">
                      <a16:creationId xmlns:a16="http://schemas.microsoft.com/office/drawing/2014/main" id="{3D62DD1D-BBF9-4BF7-B278-1D33704E1397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404" name="그룹 403">
                  <a:extLst>
                    <a:ext uri="{FF2B5EF4-FFF2-40B4-BE49-F238E27FC236}">
                      <a16:creationId xmlns:a16="http://schemas.microsoft.com/office/drawing/2014/main" id="{6DC91365-9EDC-22AC-3563-1061503D3104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406" name="직선 연결선 405">
                    <a:extLst>
                      <a:ext uri="{FF2B5EF4-FFF2-40B4-BE49-F238E27FC236}">
                        <a16:creationId xmlns:a16="http://schemas.microsoft.com/office/drawing/2014/main" id="{215B83DE-5CC4-9FF5-D988-3AA1AFF5B6EC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407" name="직선 연결선 406">
                    <a:extLst>
                      <a:ext uri="{FF2B5EF4-FFF2-40B4-BE49-F238E27FC236}">
                        <a16:creationId xmlns:a16="http://schemas.microsoft.com/office/drawing/2014/main" id="{F7FB94AE-2491-FA6D-A964-8B9B34619D69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408" name="TextBox 407">
                    <a:extLst>
                      <a:ext uri="{FF2B5EF4-FFF2-40B4-BE49-F238E27FC236}">
                        <a16:creationId xmlns:a16="http://schemas.microsoft.com/office/drawing/2014/main" id="{4388135D-941C-EA18-56A3-AD22393B06B7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405" name="사각형: 둥근 모서리 404">
                  <a:extLst>
                    <a:ext uri="{FF2B5EF4-FFF2-40B4-BE49-F238E27FC236}">
                      <a16:creationId xmlns:a16="http://schemas.microsoft.com/office/drawing/2014/main" id="{09822A92-D252-D9D1-38A3-5410A75C96D5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409" name="그룹 408">
            <a:extLst>
              <a:ext uri="{FF2B5EF4-FFF2-40B4-BE49-F238E27FC236}">
                <a16:creationId xmlns:a16="http://schemas.microsoft.com/office/drawing/2014/main" id="{5B952B34-0AED-76C4-AAF1-B7B034BDC4D8}"/>
              </a:ext>
            </a:extLst>
          </p:cNvPr>
          <p:cNvGrpSpPr/>
          <p:nvPr/>
        </p:nvGrpSpPr>
        <p:grpSpPr>
          <a:xfrm>
            <a:off x="1507377" y="3915668"/>
            <a:ext cx="1988878" cy="1425311"/>
            <a:chOff x="3533557" y="4128064"/>
            <a:chExt cx="1988878" cy="1425311"/>
          </a:xfrm>
        </p:grpSpPr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BFF14DC6-CAF5-75B7-9DA3-54452CD008D4}"/>
                </a:ext>
              </a:extLst>
            </p:cNvPr>
            <p:cNvSpPr txBox="1"/>
            <p:nvPr/>
          </p:nvSpPr>
          <p:spPr>
            <a:xfrm>
              <a:off x="3533557" y="5023165"/>
              <a:ext cx="1988878" cy="530210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>
                  <a:latin typeface="+mn-ea"/>
                </a:rPr>
                <a:t>학급 내 친구 갈등 상황 중재하기</a:t>
              </a:r>
              <a:r>
                <a:rPr lang="en-US" altLang="ko-KR" sz="900" b="1" dirty="0">
                  <a:latin typeface="+mn-ea"/>
                </a:rPr>
                <a:t>, </a:t>
              </a:r>
              <a:r>
                <a:rPr lang="ko-KR" altLang="en-US" sz="900" b="1" dirty="0">
                  <a:latin typeface="+mn-ea"/>
                </a:rPr>
                <a:t>또래 관계 회복을 돕는 교사의 역</a:t>
              </a:r>
              <a:r>
                <a:rPr lang="en-US" altLang="ko-KR" sz="900" b="1" dirty="0">
                  <a:latin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2025-12-18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완료</a:t>
              </a:r>
            </a:p>
          </p:txBody>
        </p:sp>
        <p:grpSp>
          <p:nvGrpSpPr>
            <p:cNvPr id="411" name="그룹 410">
              <a:extLst>
                <a:ext uri="{FF2B5EF4-FFF2-40B4-BE49-F238E27FC236}">
                  <a16:creationId xmlns:a16="http://schemas.microsoft.com/office/drawing/2014/main" id="{535A05CC-DA3D-3974-CBFF-2D5A520784B2}"/>
                </a:ext>
              </a:extLst>
            </p:cNvPr>
            <p:cNvGrpSpPr/>
            <p:nvPr/>
          </p:nvGrpSpPr>
          <p:grpSpPr>
            <a:xfrm>
              <a:off x="3589402" y="4128064"/>
              <a:ext cx="1865081" cy="889093"/>
              <a:chOff x="5617382" y="4110731"/>
              <a:chExt cx="1926053" cy="883141"/>
            </a:xfrm>
          </p:grpSpPr>
          <p:sp>
            <p:nvSpPr>
              <p:cNvPr id="412" name="직사각형 411">
                <a:extLst>
                  <a:ext uri="{FF2B5EF4-FFF2-40B4-BE49-F238E27FC236}">
                    <a16:creationId xmlns:a16="http://schemas.microsoft.com/office/drawing/2014/main" id="{C019AF44-4282-1A86-F505-C316A645C22C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413" name="그룹 412">
                <a:extLst>
                  <a:ext uri="{FF2B5EF4-FFF2-40B4-BE49-F238E27FC236}">
                    <a16:creationId xmlns:a16="http://schemas.microsoft.com/office/drawing/2014/main" id="{11831062-3307-7B05-57BB-8D292529EC20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414" name="직사각형 413">
                  <a:extLst>
                    <a:ext uri="{FF2B5EF4-FFF2-40B4-BE49-F238E27FC236}">
                      <a16:creationId xmlns:a16="http://schemas.microsoft.com/office/drawing/2014/main" id="{75F5F7CC-4B1F-E986-E851-BEDF02EB17B8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415" name="그룹 414">
                  <a:extLst>
                    <a:ext uri="{FF2B5EF4-FFF2-40B4-BE49-F238E27FC236}">
                      <a16:creationId xmlns:a16="http://schemas.microsoft.com/office/drawing/2014/main" id="{B411FA0F-21FD-D5CF-B34C-CBBC1F1B6010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417" name="직선 연결선 416">
                    <a:extLst>
                      <a:ext uri="{FF2B5EF4-FFF2-40B4-BE49-F238E27FC236}">
                        <a16:creationId xmlns:a16="http://schemas.microsoft.com/office/drawing/2014/main" id="{55B10345-C05A-B1F5-2188-1EBC69573A06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418" name="직선 연결선 417">
                    <a:extLst>
                      <a:ext uri="{FF2B5EF4-FFF2-40B4-BE49-F238E27FC236}">
                        <a16:creationId xmlns:a16="http://schemas.microsoft.com/office/drawing/2014/main" id="{36975BF6-3158-67F2-4FFF-E27D7E7C8F7A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419" name="TextBox 418">
                    <a:extLst>
                      <a:ext uri="{FF2B5EF4-FFF2-40B4-BE49-F238E27FC236}">
                        <a16:creationId xmlns:a16="http://schemas.microsoft.com/office/drawing/2014/main" id="{071CB3F3-0273-F0E8-680F-C0268CA91DAA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416" name="사각형: 둥근 모서리 415">
                  <a:extLst>
                    <a:ext uri="{FF2B5EF4-FFF2-40B4-BE49-F238E27FC236}">
                      <a16:creationId xmlns:a16="http://schemas.microsoft.com/office/drawing/2014/main" id="{6F453EC9-CEA9-9EE6-50B1-B0963CDADEE6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4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sp>
        <p:nvSpPr>
          <p:cNvPr id="420" name="타원 419">
            <a:extLst>
              <a:ext uri="{FF2B5EF4-FFF2-40B4-BE49-F238E27FC236}">
                <a16:creationId xmlns:a16="http://schemas.microsoft.com/office/drawing/2014/main" id="{23DF4416-B00C-9300-6785-FEE00C19FA25}"/>
              </a:ext>
            </a:extLst>
          </p:cNvPr>
          <p:cNvSpPr/>
          <p:nvPr/>
        </p:nvSpPr>
        <p:spPr>
          <a:xfrm>
            <a:off x="1407185" y="126459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1" name="타원 420">
            <a:extLst>
              <a:ext uri="{FF2B5EF4-FFF2-40B4-BE49-F238E27FC236}">
                <a16:creationId xmlns:a16="http://schemas.microsoft.com/office/drawing/2014/main" id="{DE253B7C-B479-E4D7-292A-4CA48E6B1DAD}"/>
              </a:ext>
            </a:extLst>
          </p:cNvPr>
          <p:cNvSpPr/>
          <p:nvPr/>
        </p:nvSpPr>
        <p:spPr>
          <a:xfrm>
            <a:off x="1407185" y="390419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22" name="그룹 421">
            <a:extLst>
              <a:ext uri="{FF2B5EF4-FFF2-40B4-BE49-F238E27FC236}">
                <a16:creationId xmlns:a16="http://schemas.microsoft.com/office/drawing/2014/main" id="{A63566F0-3B3C-9582-B196-05E65E5FEC66}"/>
              </a:ext>
            </a:extLst>
          </p:cNvPr>
          <p:cNvGrpSpPr/>
          <p:nvPr/>
        </p:nvGrpSpPr>
        <p:grpSpPr>
          <a:xfrm>
            <a:off x="1555479" y="5420957"/>
            <a:ext cx="7956000" cy="308244"/>
            <a:chOff x="1409337" y="3497166"/>
            <a:chExt cx="7452000" cy="308244"/>
          </a:xfrm>
        </p:grpSpPr>
        <p:cxnSp>
          <p:nvCxnSpPr>
            <p:cNvPr id="423" name="직선 연결선 422">
              <a:extLst>
                <a:ext uri="{FF2B5EF4-FFF2-40B4-BE49-F238E27FC236}">
                  <a16:creationId xmlns:a16="http://schemas.microsoft.com/office/drawing/2014/main" id="{49EDCE4B-615C-A01B-14EE-D7B8D973EB4B}"/>
                </a:ext>
              </a:extLst>
            </p:cNvPr>
            <p:cNvCxnSpPr>
              <a:cxnSpLocks/>
            </p:cNvCxnSpPr>
            <p:nvPr/>
          </p:nvCxnSpPr>
          <p:spPr>
            <a:xfrm>
              <a:off x="1409337" y="3620733"/>
              <a:ext cx="745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4" name="사각형: 둥근 모서리 423">
              <a:extLst>
                <a:ext uri="{FF2B5EF4-FFF2-40B4-BE49-F238E27FC236}">
                  <a16:creationId xmlns:a16="http://schemas.microsoft.com/office/drawing/2014/main" id="{BF4A574F-296B-A0A3-EC0C-F046F3C5EE69}"/>
                </a:ext>
              </a:extLst>
            </p:cNvPr>
            <p:cNvSpPr/>
            <p:nvPr/>
          </p:nvSpPr>
          <p:spPr>
            <a:xfrm>
              <a:off x="4228736" y="3497166"/>
              <a:ext cx="1415444" cy="24713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더보기</a:t>
              </a:r>
              <a:endParaRPr lang="ko-KR" altLang="en-US" sz="10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D190B072-126F-BA0B-C1AB-2CE41A115C1A}"/>
                </a:ext>
              </a:extLst>
            </p:cNvPr>
            <p:cNvSpPr txBox="1"/>
            <p:nvPr/>
          </p:nvSpPr>
          <p:spPr>
            <a:xfrm>
              <a:off x="5252268" y="3543800"/>
              <a:ext cx="38258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﹀</a:t>
              </a:r>
              <a:endParaRPr lang="ko-KR" altLang="en-US" dirty="0"/>
            </a:p>
          </p:txBody>
        </p:sp>
      </p:grpSp>
      <p:sp>
        <p:nvSpPr>
          <p:cNvPr id="426" name="TextBox 425">
            <a:extLst>
              <a:ext uri="{FF2B5EF4-FFF2-40B4-BE49-F238E27FC236}">
                <a16:creationId xmlns:a16="http://schemas.microsoft.com/office/drawing/2014/main" id="{7983A6CA-64D3-E6E0-D050-7C21C2267BCF}"/>
              </a:ext>
            </a:extLst>
          </p:cNvPr>
          <p:cNvSpPr txBox="1"/>
          <p:nvPr/>
        </p:nvSpPr>
        <p:spPr>
          <a:xfrm>
            <a:off x="1467484" y="951425"/>
            <a:ext cx="1467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진행중인 </a:t>
            </a:r>
            <a:r>
              <a:rPr lang="ko-KR" altLang="en-US" sz="1000" b="1" dirty="0" err="1">
                <a:latin typeface="나눔고딕" pitchFamily="2" charset="-127"/>
                <a:ea typeface="나눔고딕" pitchFamily="2" charset="-127"/>
              </a:rPr>
              <a:t>학습모듈</a:t>
            </a:r>
            <a:endParaRPr lang="en-US" altLang="ko-KR" sz="10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C7B20EA6-D2F5-C8F9-FA59-123EB72D976F}"/>
              </a:ext>
            </a:extLst>
          </p:cNvPr>
          <p:cNvSpPr txBox="1"/>
          <p:nvPr/>
        </p:nvSpPr>
        <p:spPr>
          <a:xfrm>
            <a:off x="1467484" y="3593751"/>
            <a:ext cx="1467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완료한 </a:t>
            </a:r>
            <a:r>
              <a:rPr lang="ko-KR" altLang="en-US" sz="1000" b="1" dirty="0" err="1">
                <a:latin typeface="나눔고딕" pitchFamily="2" charset="-127"/>
                <a:ea typeface="나눔고딕" pitchFamily="2" charset="-127"/>
              </a:rPr>
              <a:t>학습모듈</a:t>
            </a:r>
            <a:endParaRPr lang="en-US" altLang="ko-KR" sz="10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28" name="직사각형 427">
            <a:extLst>
              <a:ext uri="{FF2B5EF4-FFF2-40B4-BE49-F238E27FC236}">
                <a16:creationId xmlns:a16="http://schemas.microsoft.com/office/drawing/2014/main" id="{18488CB1-7B2F-3E3A-F3C0-D7D81F88D530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5507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FB20E7D1-04CD-873A-98A5-0306E6C01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4FDA33BA-E193-88D3-ACAE-3E764BFE39B0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E1F28482-A1B5-7E18-9DCB-2178AC71562B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D5A63C03-D712-52D4-07A6-93FCC556F31B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EC0DD016-6E36-334C-D0DE-4717A720C6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0728263"/>
              </p:ext>
            </p:extLst>
          </p:nvPr>
        </p:nvGraphicFramePr>
        <p:xfrm>
          <a:off x="9655174" y="276226"/>
          <a:ext cx="2532687" cy="4799053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내가 만든 모듈 상세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일때</a:t>
                      </a:r>
                      <a:endParaRPr lang="ko-KR" altLang="en-US"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기본 정보 표시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모듈명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작성자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내 모듈</a:t>
                      </a:r>
                      <a:r>
                        <a:rPr lang="en-US" altLang="ko-KR" sz="800" dirty="0"/>
                        <a:t>), </a:t>
                      </a:r>
                      <a:r>
                        <a:rPr lang="ko-KR" altLang="en-US" sz="800" dirty="0"/>
                        <a:t>역량태그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총 콘텐츠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총 학습시간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평점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완료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담은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등록일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소개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모듈에 대한 설명 텍스트 표시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 모듈 목록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모듈에 포함된 콘텐츠 목록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콘텐츠명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설명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[</a:t>
                      </a:r>
                      <a:r>
                        <a:rPr lang="ko-KR" altLang="en-US" sz="800" dirty="0"/>
                        <a:t>컨텐츠 </a:t>
                      </a:r>
                      <a:r>
                        <a:rPr lang="ko-KR" altLang="en-US" sz="800" dirty="0" err="1"/>
                        <a:t>더보기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클릭 시 상세로 이동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684958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나의 학습 현황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1: </a:t>
                      </a:r>
                      <a:r>
                        <a:rPr lang="ko-KR" altLang="en-US" sz="800" dirty="0"/>
                        <a:t>공개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학습 중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현재 학습 중인 콘텐츠명 표시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진행률 </a:t>
                      </a:r>
                      <a:r>
                        <a:rPr lang="en-US" altLang="ko-KR" sz="800" dirty="0"/>
                        <a:t>(N/N, %) + </a:t>
                      </a:r>
                      <a:r>
                        <a:rPr lang="ko-KR" altLang="en-US" sz="800" dirty="0" err="1"/>
                        <a:t>프로그레스</a:t>
                      </a:r>
                      <a:r>
                        <a:rPr lang="ko-KR" altLang="en-US" sz="800" dirty="0"/>
                        <a:t> 바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[</a:t>
                      </a:r>
                      <a:r>
                        <a:rPr lang="ko-KR" altLang="en-US" sz="800" dirty="0"/>
                        <a:t>이어서 학습하기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클릭 시 마지막 학습 위치로 이동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2: </a:t>
                      </a:r>
                      <a:r>
                        <a:rPr lang="ko-KR" altLang="en-US" sz="800" dirty="0"/>
                        <a:t>공개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학습 전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첫 번째 콘텐츠명 표시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"</a:t>
                      </a:r>
                      <a:r>
                        <a:rPr lang="ko-KR" altLang="en-US" sz="800" dirty="0"/>
                        <a:t>아직 학습을 시작하지 않았습니다</a:t>
                      </a:r>
                      <a:r>
                        <a:rPr lang="en-US" altLang="ko-KR" sz="800" dirty="0"/>
                        <a:t>." </a:t>
                      </a:r>
                      <a:r>
                        <a:rPr lang="ko-KR" altLang="en-US" sz="800" dirty="0"/>
                        <a:t>안내 문구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[</a:t>
                      </a:r>
                      <a:r>
                        <a:rPr lang="ko-KR" altLang="en-US" sz="800" dirty="0"/>
                        <a:t>학습하기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클릭 시 첫 번째 콘텐츠부터 학습 시작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3: </a:t>
                      </a:r>
                      <a:r>
                        <a:rPr lang="ko-KR" altLang="en-US" sz="800" dirty="0"/>
                        <a:t>비공개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 err="1"/>
                        <a:t>작성중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"</a:t>
                      </a:r>
                      <a:r>
                        <a:rPr lang="ko-KR" altLang="en-US" sz="800" dirty="0"/>
                        <a:t>비공개 중입니다</a:t>
                      </a:r>
                      <a:r>
                        <a:rPr lang="en-US" altLang="ko-KR" sz="800" dirty="0"/>
                        <a:t>." </a:t>
                      </a:r>
                      <a:r>
                        <a:rPr lang="ko-KR" altLang="en-US" sz="800" dirty="0"/>
                        <a:t>안내 문구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[</a:t>
                      </a:r>
                      <a:r>
                        <a:rPr lang="ko-KR" altLang="en-US" sz="800" dirty="0"/>
                        <a:t>수정하기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클릭 시 </a:t>
                      </a:r>
                      <a:r>
                        <a:rPr lang="ko-KR" altLang="en-US" sz="800" dirty="0" err="1"/>
                        <a:t>학습모듈구성</a:t>
                      </a:r>
                      <a:r>
                        <a:rPr lang="ko-KR" altLang="en-US" sz="800" dirty="0"/>
                        <a:t> 수정 화면으로 이동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0598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78FF3F7-8BAB-28EE-476C-8B749F3631A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45B45-0FE3-6F75-6A33-DDB444615E8F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12693D-B8CA-306E-3F75-C172A0BB9618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V-HMR-04-006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224455F-DABC-AD40-27E1-83F81CDD11D0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1C8FA1C-93FD-1F62-80F2-AEF59D5BA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188093"/>
              </p:ext>
            </p:extLst>
          </p:nvPr>
        </p:nvGraphicFramePr>
        <p:xfrm>
          <a:off x="47625" y="549274"/>
          <a:ext cx="1368425" cy="96388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35249-4631-10DA-CE51-6049135D709D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모듈학습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483DFE-630C-DBEE-98B4-3E174D103AA1}"/>
              </a:ext>
            </a:extLst>
          </p:cNvPr>
          <p:cNvSpPr/>
          <p:nvPr/>
        </p:nvSpPr>
        <p:spPr bwMode="auto">
          <a:xfrm>
            <a:off x="1553093" y="873126"/>
            <a:ext cx="7953574" cy="157626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noFill/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바탕" pitchFamily="18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DD9BA49-799C-0B57-7B56-D773E19BAF58}"/>
              </a:ext>
            </a:extLst>
          </p:cNvPr>
          <p:cNvGrpSpPr/>
          <p:nvPr/>
        </p:nvGrpSpPr>
        <p:grpSpPr>
          <a:xfrm>
            <a:off x="1692273" y="989717"/>
            <a:ext cx="2809466" cy="1337543"/>
            <a:chOff x="5617382" y="4110731"/>
            <a:chExt cx="1928564" cy="883141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E2FD028-4771-C384-12C7-F72D06BDD312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0101C911-657D-5AD3-7BB7-1EC249A41FAC}"/>
                </a:ext>
              </a:extLst>
            </p:cNvPr>
            <p:cNvGrpSpPr/>
            <p:nvPr/>
          </p:nvGrpSpPr>
          <p:grpSpPr>
            <a:xfrm>
              <a:off x="5643207" y="4110731"/>
              <a:ext cx="1902739" cy="853414"/>
              <a:chOff x="5662257" y="4115456"/>
              <a:chExt cx="1828495" cy="820114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45CE786-1497-9761-2C20-0FD7655B4738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3323137E-76D0-28BB-20C0-E7134FCB1D5A}"/>
                  </a:ext>
                </a:extLst>
              </p:cNvPr>
              <p:cNvGrpSpPr/>
              <p:nvPr/>
            </p:nvGrpSpPr>
            <p:grpSpPr>
              <a:xfrm>
                <a:off x="5662257" y="4115456"/>
                <a:ext cx="1828495" cy="812999"/>
                <a:chOff x="5642911" y="1570812"/>
                <a:chExt cx="1662434" cy="878264"/>
              </a:xfrm>
            </p:grpSpPr>
            <p:cxnSp>
              <p:nvCxnSpPr>
                <p:cNvPr id="15" name="직선 연결선 14">
                  <a:extLst>
                    <a:ext uri="{FF2B5EF4-FFF2-40B4-BE49-F238E27FC236}">
                      <a16:creationId xmlns:a16="http://schemas.microsoft.com/office/drawing/2014/main" id="{E924ABBF-7BE0-07A7-6766-D7876BB554C2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25B5530F-A45B-DE05-93DC-BF143530B8E1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3FB193E-22F3-D203-55E8-1C7C1AB0EC12}"/>
                    </a:ext>
                  </a:extLst>
                </p:cNvPr>
                <p:cNvSpPr txBox="1"/>
                <p:nvPr/>
              </p:nvSpPr>
              <p:spPr>
                <a:xfrm>
                  <a:off x="5656421" y="1900729"/>
                  <a:ext cx="1648924" cy="184039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15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1500" b="1" dirty="0">
                    <a:latin typeface="+mn-ea"/>
                    <a:ea typeface="+mn-ea"/>
                  </a:endParaRPr>
                </a:p>
              </p:txBody>
            </p:sp>
          </p:grp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7867D29-60BE-84FE-B1DE-E3BF7342FCBF}"/>
              </a:ext>
            </a:extLst>
          </p:cNvPr>
          <p:cNvSpPr txBox="1"/>
          <p:nvPr/>
        </p:nvSpPr>
        <p:spPr>
          <a:xfrm>
            <a:off x="4639235" y="904840"/>
            <a:ext cx="4591247" cy="107721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 err="1">
                <a:latin typeface="+mn-ea"/>
                <a:ea typeface="+mn-ea"/>
              </a:rPr>
              <a:t>번아웃</a:t>
            </a:r>
            <a:r>
              <a:rPr lang="ko-KR" altLang="en-US" sz="1200" b="1" dirty="0">
                <a:latin typeface="+mn-ea"/>
                <a:ea typeface="+mn-ea"/>
              </a:rPr>
              <a:t> 없이 지속 가능한 교직 생활을 위한 마음 건강 관리</a:t>
            </a:r>
            <a:endParaRPr lang="en-US" altLang="ko-KR" sz="12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 err="1">
                <a:latin typeface="+mn-ea"/>
                <a:ea typeface="+mn-ea"/>
              </a:rPr>
              <a:t>김코칭</a:t>
            </a:r>
            <a:r>
              <a:rPr lang="ko-KR" altLang="en-US" sz="1000" dirty="0">
                <a:latin typeface="+mn-ea"/>
                <a:ea typeface="+mn-ea"/>
              </a:rPr>
              <a:t> 선생님</a:t>
            </a:r>
            <a:endParaRPr lang="en-US" altLang="ko-KR" sz="1000" dirty="0">
              <a:latin typeface="+mn-ea"/>
              <a:ea typeface="+mn-ea"/>
            </a:endParaRPr>
          </a:p>
          <a:p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#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자기개발</a:t>
            </a:r>
            <a:endParaRPr lang="en-US" altLang="ko-KR" sz="1000" dirty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  <a:p>
            <a:endParaRPr lang="en-US" altLang="ko-KR" sz="300" dirty="0">
              <a:solidFill>
                <a:schemeClr val="tx1">
                  <a:lumMod val="50000"/>
                  <a:lumOff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A0B3A4-5CCF-3BD4-AB9A-AE49CFDF54A8}"/>
              </a:ext>
            </a:extLst>
          </p:cNvPr>
          <p:cNvSpPr txBox="1"/>
          <p:nvPr/>
        </p:nvSpPr>
        <p:spPr>
          <a:xfrm>
            <a:off x="4627481" y="1770710"/>
            <a:ext cx="3409106" cy="601190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총 </a:t>
            </a:r>
            <a:r>
              <a:rPr lang="en-US" altLang="ko-KR" sz="1000" dirty="0">
                <a:latin typeface="+mn-ea"/>
                <a:ea typeface="+mn-ea"/>
              </a:rPr>
              <a:t>3</a:t>
            </a:r>
            <a:r>
              <a:rPr lang="ko-KR" altLang="en-US" sz="1000" dirty="0">
                <a:latin typeface="+mn-ea"/>
                <a:ea typeface="+mn-ea"/>
              </a:rPr>
              <a:t>개 콘텐츠 </a:t>
            </a:r>
            <a:r>
              <a:rPr lang="en-US" altLang="ko-KR" sz="1000" dirty="0">
                <a:latin typeface="+mn-ea"/>
                <a:ea typeface="+mn-ea"/>
              </a:rPr>
              <a:t>| 120</a:t>
            </a:r>
            <a:r>
              <a:rPr lang="ko-KR" altLang="en-US" sz="1000" dirty="0">
                <a:latin typeface="+mn-ea"/>
                <a:ea typeface="+mn-ea"/>
              </a:rPr>
              <a:t>분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| </a:t>
            </a:r>
            <a:endParaRPr lang="en-US" altLang="ko-KR" sz="1000" dirty="0">
              <a:latin typeface="+mn-ea"/>
              <a:ea typeface="+mn-ea"/>
            </a:endParaRPr>
          </a:p>
          <a:p>
            <a:r>
              <a:rPr lang="en-US" altLang="ko-KR" sz="1000" dirty="0">
                <a:latin typeface="+mn-ea"/>
                <a:ea typeface="+mn-ea"/>
              </a:rPr>
              <a:t>★★★★☆ 4.8 | 156</a:t>
            </a:r>
            <a:r>
              <a:rPr lang="ko-KR" altLang="en-US" sz="1000" dirty="0">
                <a:latin typeface="+mn-ea"/>
                <a:ea typeface="+mn-ea"/>
              </a:rPr>
              <a:t>명 완료 </a:t>
            </a:r>
            <a:r>
              <a:rPr lang="en-US" altLang="ko-KR" sz="1000" dirty="0">
                <a:latin typeface="+mn-ea"/>
                <a:ea typeface="+mn-ea"/>
              </a:rPr>
              <a:t>| </a:t>
            </a:r>
            <a:r>
              <a:rPr lang="en-US" altLang="ko-KR" sz="1000" dirty="0"/>
              <a:t>87</a:t>
            </a:r>
            <a:r>
              <a:rPr lang="ko-KR" altLang="en-US" sz="1000" dirty="0"/>
              <a:t>명 담음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+mn-ea"/>
                <a:ea typeface="+mn-ea"/>
              </a:rPr>
              <a:t>등록일 </a:t>
            </a:r>
            <a:r>
              <a:rPr lang="en-US" altLang="ko-KR" sz="1000" dirty="0">
                <a:latin typeface="+mn-ea"/>
                <a:ea typeface="+mn-ea"/>
              </a:rPr>
              <a:t>: 2025-03-01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0CCC3F-66B3-2FAB-CD4D-87546D2B1A2C}"/>
              </a:ext>
            </a:extLst>
          </p:cNvPr>
          <p:cNvSpPr txBox="1"/>
          <p:nvPr/>
        </p:nvSpPr>
        <p:spPr>
          <a:xfrm>
            <a:off x="1547981" y="2481100"/>
            <a:ext cx="5758752" cy="4148298"/>
          </a:xfrm>
          <a:prstGeom prst="rect">
            <a:avLst/>
          </a:prstGeom>
          <a:solidFill>
            <a:srgbClr val="F2F2F2">
              <a:alpha val="50196"/>
            </a:srgbClr>
          </a:solidFill>
        </p:spPr>
        <p:txBody>
          <a:bodyPr wrap="square" lIns="36000" rIns="36000" rtlCol="0" anchor="t">
            <a:noAutofit/>
          </a:bodyPr>
          <a:lstStyle/>
          <a:p>
            <a:pPr marL="72000"/>
            <a:endParaRPr lang="en-US" altLang="ko-KR" sz="900" b="1" dirty="0">
              <a:latin typeface="+mn-ea"/>
              <a:ea typeface="+mn-ea"/>
            </a:endParaRPr>
          </a:p>
          <a:p>
            <a:pPr marL="72000"/>
            <a:r>
              <a:rPr lang="ko-KR" altLang="en-US" sz="900" b="1" dirty="0">
                <a:latin typeface="+mn-ea"/>
                <a:ea typeface="+mn-ea"/>
              </a:rPr>
              <a:t>모듈 소개</a:t>
            </a:r>
            <a:endParaRPr lang="en-US" altLang="ko-KR" sz="900" b="1" dirty="0">
              <a:latin typeface="+mn-ea"/>
              <a:ea typeface="+mn-ea"/>
            </a:endParaRPr>
          </a:p>
          <a:p>
            <a:pPr marL="72000"/>
            <a:endParaRPr lang="en-US" altLang="ko-KR" sz="900" dirty="0">
              <a:latin typeface="+mn-ea"/>
              <a:ea typeface="+mn-ea"/>
            </a:endParaRPr>
          </a:p>
          <a:p>
            <a:pPr marL="72000"/>
            <a:r>
              <a:rPr lang="ko-KR" altLang="en-US" sz="900" dirty="0"/>
              <a:t>교사로서 지치지 않고 오래 행복하게 일하기 위한 마음 건강 관리법을 배웁니다</a:t>
            </a:r>
            <a:r>
              <a:rPr lang="en-US" altLang="ko-KR" sz="900" dirty="0"/>
              <a:t>. </a:t>
            </a:r>
            <a:r>
              <a:rPr lang="ko-KR" altLang="en-US" sz="900" dirty="0"/>
              <a:t>번아웃의 원인을 이해하고</a:t>
            </a:r>
            <a:r>
              <a:rPr lang="en-US" altLang="ko-KR" sz="900" dirty="0"/>
              <a:t>, </a:t>
            </a:r>
            <a:r>
              <a:rPr lang="ko-KR" altLang="en-US" sz="900" dirty="0"/>
              <a:t>제로 적용할 수 있는 </a:t>
            </a:r>
            <a:r>
              <a:rPr lang="ko-KR" altLang="en-US" sz="900" dirty="0" err="1"/>
              <a:t>셀프케어</a:t>
            </a:r>
            <a:r>
              <a:rPr lang="ko-KR" altLang="en-US" sz="900" dirty="0"/>
              <a:t> 전략을 익힐 수 있습니다</a:t>
            </a:r>
            <a:r>
              <a:rPr lang="en-US" altLang="ko-KR" sz="900" dirty="0"/>
              <a:t>.</a:t>
            </a:r>
            <a:endParaRPr lang="en-US" altLang="ko-KR" sz="900" dirty="0">
              <a:latin typeface="+mn-ea"/>
            </a:endParaRPr>
          </a:p>
          <a:p>
            <a:pPr marL="72000"/>
            <a:endParaRPr lang="en-US" altLang="ko-KR" sz="900" b="1" dirty="0">
              <a:latin typeface="+mn-ea"/>
            </a:endParaRPr>
          </a:p>
          <a:p>
            <a:pPr marL="72000"/>
            <a:endParaRPr lang="en-US" altLang="ko-KR" sz="900" b="1" dirty="0">
              <a:latin typeface="+mn-ea"/>
            </a:endParaRPr>
          </a:p>
          <a:p>
            <a:pPr marL="72000"/>
            <a:r>
              <a:rPr lang="ko-KR" altLang="en-US" sz="900" b="1" dirty="0">
                <a:latin typeface="+mn-ea"/>
              </a:rPr>
              <a:t>학습 모듈 목록</a:t>
            </a:r>
            <a:endParaRPr lang="en-US" altLang="ko-KR" sz="900" dirty="0">
              <a:latin typeface="+mn-ea"/>
              <a:ea typeface="+mn-ea"/>
            </a:endParaRPr>
          </a:p>
          <a:p>
            <a:pPr marL="72000"/>
            <a:endParaRPr lang="en-US" altLang="ko-KR" sz="9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72000"/>
            <a:r>
              <a:rPr lang="en-US" altLang="ko-KR" sz="900" dirty="0">
                <a:solidFill>
                  <a:schemeClr val="tx1"/>
                </a:solidFill>
                <a:latin typeface="+mn-ea"/>
                <a:ea typeface="+mn-ea"/>
              </a:rPr>
              <a:t>           </a:t>
            </a:r>
            <a:endParaRPr lang="ko-KR" altLang="ko-KR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9867EA5-A552-E035-267D-BD8A4FB6038B}"/>
              </a:ext>
            </a:extLst>
          </p:cNvPr>
          <p:cNvCxnSpPr>
            <a:cxnSpLocks/>
          </p:cNvCxnSpPr>
          <p:nvPr/>
        </p:nvCxnSpPr>
        <p:spPr>
          <a:xfrm>
            <a:off x="1645913" y="2852912"/>
            <a:ext cx="54068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C1783B5-FE71-57E7-A2FB-C41616A4423C}"/>
              </a:ext>
            </a:extLst>
          </p:cNvPr>
          <p:cNvSpPr/>
          <p:nvPr/>
        </p:nvSpPr>
        <p:spPr>
          <a:xfrm>
            <a:off x="7337552" y="2503000"/>
            <a:ext cx="2165242" cy="177741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A2097EC-1904-214F-D6B1-0241CBB6927B}"/>
              </a:ext>
            </a:extLst>
          </p:cNvPr>
          <p:cNvSpPr/>
          <p:nvPr/>
        </p:nvSpPr>
        <p:spPr>
          <a:xfrm>
            <a:off x="7341425" y="2665618"/>
            <a:ext cx="2165242" cy="124149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19EBD7-0F3C-408F-93B2-E0770972CF91}"/>
              </a:ext>
            </a:extLst>
          </p:cNvPr>
          <p:cNvSpPr txBox="1"/>
          <p:nvPr/>
        </p:nvSpPr>
        <p:spPr>
          <a:xfrm>
            <a:off x="7275204" y="2465860"/>
            <a:ext cx="2161369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1: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만든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공개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+ 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학습중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BD07320-EE21-2D6D-C397-927D4847CA58}"/>
              </a:ext>
            </a:extLst>
          </p:cNvPr>
          <p:cNvCxnSpPr>
            <a:cxnSpLocks/>
          </p:cNvCxnSpPr>
          <p:nvPr/>
        </p:nvCxnSpPr>
        <p:spPr>
          <a:xfrm>
            <a:off x="1732418" y="4358294"/>
            <a:ext cx="0" cy="1566559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A94C6BF0-E3A0-3DCE-5B23-76F0CEA4E7CC}"/>
              </a:ext>
            </a:extLst>
          </p:cNvPr>
          <p:cNvSpPr/>
          <p:nvPr/>
        </p:nvSpPr>
        <p:spPr>
          <a:xfrm>
            <a:off x="1632430" y="4153572"/>
            <a:ext cx="199976" cy="1999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D8DA080-1D83-E010-C247-F9568A7AB465}"/>
              </a:ext>
            </a:extLst>
          </p:cNvPr>
          <p:cNvSpPr/>
          <p:nvPr/>
        </p:nvSpPr>
        <p:spPr>
          <a:xfrm>
            <a:off x="1909196" y="3837983"/>
            <a:ext cx="5143536" cy="831155"/>
          </a:xfrm>
          <a:prstGeom prst="roundRect">
            <a:avLst>
              <a:gd name="adj" fmla="val 10215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B4BCA58A-CD93-6743-CD64-B29FBC31BAD9}"/>
              </a:ext>
            </a:extLst>
          </p:cNvPr>
          <p:cNvGrpSpPr/>
          <p:nvPr/>
        </p:nvGrpSpPr>
        <p:grpSpPr>
          <a:xfrm>
            <a:off x="2017930" y="4027653"/>
            <a:ext cx="888255" cy="451814"/>
            <a:chOff x="3881483" y="978229"/>
            <a:chExt cx="2403430" cy="623266"/>
          </a:xfrm>
        </p:grpSpPr>
        <p:grpSp>
          <p:nvGrpSpPr>
            <p:cNvPr id="254" name="그룹 253">
              <a:extLst>
                <a:ext uri="{FF2B5EF4-FFF2-40B4-BE49-F238E27FC236}">
                  <a16:creationId xmlns:a16="http://schemas.microsoft.com/office/drawing/2014/main" id="{2DD545A2-9111-2570-5066-7448E1BFD233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0595EE58-105F-745E-508E-7C69D27A9E3F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7F4F0800-4386-C6E9-3368-F4384DE817A2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45197A20-EE65-68A9-B4D1-09895229D534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7456602B-4555-79C3-4817-00EFCB1EFE14}"/>
                </a:ext>
              </a:extLst>
            </p:cNvPr>
            <p:cNvSpPr txBox="1"/>
            <p:nvPr/>
          </p:nvSpPr>
          <p:spPr>
            <a:xfrm>
              <a:off x="3901078" y="1152537"/>
              <a:ext cx="2364242" cy="10132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altLang="ko-KR" sz="800" b="1" dirty="0" err="1">
                  <a:latin typeface="+mn-ea"/>
                  <a:ea typeface="+mn-ea"/>
                </a:rPr>
                <a:t>img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3422A7F8-F11C-D027-A18D-664273099707}"/>
              </a:ext>
            </a:extLst>
          </p:cNvPr>
          <p:cNvSpPr txBox="1"/>
          <p:nvPr/>
        </p:nvSpPr>
        <p:spPr>
          <a:xfrm>
            <a:off x="2963908" y="3907112"/>
            <a:ext cx="4004159" cy="677997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900" dirty="0">
                <a:latin typeface="+mn-ea"/>
                <a:ea typeface="+mn-ea"/>
              </a:rPr>
              <a:t>번아웃의 이해와 원인 분석</a:t>
            </a:r>
            <a:r>
              <a:rPr lang="en-US" altLang="ko-KR" sz="900" dirty="0">
                <a:latin typeface="+mn-ea"/>
                <a:ea typeface="+mn-ea"/>
              </a:rPr>
              <a:t>, </a:t>
            </a:r>
            <a:r>
              <a:rPr lang="ko-KR" altLang="en-US" sz="900" dirty="0">
                <a:latin typeface="+mn-ea"/>
                <a:ea typeface="+mn-ea"/>
              </a:rPr>
              <a:t>교사가 알아야 할 모든 것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spcAft>
                <a:spcPts val="200"/>
              </a:spcAft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번아웃이란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무엇인지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왜 발생하는지 알아봅니다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교사가 겪는 번아웃의 주요 원인과 초기 증상을 파악하여 스스로 점검할 수 있습니다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</a:p>
          <a:p>
            <a:pPr>
              <a:spcAft>
                <a:spcPts val="200"/>
              </a:spcAft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F1962D21-D5C1-A6C2-58E5-15A3FDF0A84E}"/>
              </a:ext>
            </a:extLst>
          </p:cNvPr>
          <p:cNvSpPr/>
          <p:nvPr/>
        </p:nvSpPr>
        <p:spPr>
          <a:xfrm>
            <a:off x="1632430" y="5029872"/>
            <a:ext cx="199976" cy="1999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54F052F-80AD-24CB-C971-8E2D6676D117}"/>
              </a:ext>
            </a:extLst>
          </p:cNvPr>
          <p:cNvSpPr/>
          <p:nvPr/>
        </p:nvSpPr>
        <p:spPr>
          <a:xfrm>
            <a:off x="1909196" y="4714283"/>
            <a:ext cx="5143536" cy="831155"/>
          </a:xfrm>
          <a:prstGeom prst="roundRect">
            <a:avLst>
              <a:gd name="adj" fmla="val 10215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F2685FE-1426-B087-3E9A-B502F394DCBC}"/>
              </a:ext>
            </a:extLst>
          </p:cNvPr>
          <p:cNvGrpSpPr/>
          <p:nvPr/>
        </p:nvGrpSpPr>
        <p:grpSpPr>
          <a:xfrm>
            <a:off x="2017930" y="4903953"/>
            <a:ext cx="888255" cy="451814"/>
            <a:chOff x="3881483" y="978229"/>
            <a:chExt cx="2403430" cy="623266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A2B5FA44-D822-B981-C6B2-2628FB174DE6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EEEC5E26-D0FA-1AA5-A93F-7FAF5D525C7A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BFB067D3-4FE1-DB70-52CF-85B4F8691282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218EA3E5-0F91-368B-1106-55A4948443B8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FD01139-F8A6-ED59-3AA4-74CB4239F952}"/>
                </a:ext>
              </a:extLst>
            </p:cNvPr>
            <p:cNvSpPr txBox="1"/>
            <p:nvPr/>
          </p:nvSpPr>
          <p:spPr>
            <a:xfrm>
              <a:off x="3901078" y="1152537"/>
              <a:ext cx="2364242" cy="10132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altLang="ko-KR" sz="800" b="1" dirty="0" err="1">
                  <a:latin typeface="+mn-ea"/>
                  <a:ea typeface="+mn-ea"/>
                </a:rPr>
                <a:t>img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D3F91811-0EE9-6721-FC38-9467BE0FB033}"/>
              </a:ext>
            </a:extLst>
          </p:cNvPr>
          <p:cNvSpPr txBox="1"/>
          <p:nvPr/>
        </p:nvSpPr>
        <p:spPr>
          <a:xfrm>
            <a:off x="2963908" y="4783412"/>
            <a:ext cx="4004159" cy="529238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900" dirty="0">
                <a:latin typeface="+mn-ea"/>
                <a:ea typeface="+mn-ea"/>
              </a:rPr>
              <a:t>스트레스 관리 실천 전략과 일상에서 적용하는 방법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spcAft>
                <a:spcPts val="200"/>
              </a:spcAft>
            </a:pP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일상에서 바로 적용할 수 있는 스트레스 관리 방법을 배웁니다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호흡법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마인드풀니스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등 실천 가능한 전략을 익힙니다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2740F7-E10D-445A-2AD1-A074088CF620}"/>
              </a:ext>
            </a:extLst>
          </p:cNvPr>
          <p:cNvSpPr txBox="1"/>
          <p:nvPr/>
        </p:nvSpPr>
        <p:spPr>
          <a:xfrm>
            <a:off x="6177507" y="4411629"/>
            <a:ext cx="820235" cy="195814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algn="r"/>
            <a:r>
              <a:rPr lang="ko-KR" altLang="en-US" sz="800" u="sng" dirty="0">
                <a:latin typeface="+mn-ea"/>
                <a:ea typeface="+mn-ea"/>
              </a:rPr>
              <a:t>컨텐츠 </a:t>
            </a:r>
            <a:r>
              <a:rPr lang="ko-KR" altLang="en-US" sz="800" u="sng" dirty="0" err="1">
                <a:latin typeface="+mn-ea"/>
                <a:ea typeface="+mn-ea"/>
              </a:rPr>
              <a:t>더보기</a:t>
            </a:r>
            <a:endParaRPr lang="ko-KR" altLang="en-US" sz="1000" u="sng" dirty="0">
              <a:latin typeface="+mn-ea"/>
              <a:ea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07D9B5-F94E-16D8-8856-4F639E0C29CC}"/>
              </a:ext>
            </a:extLst>
          </p:cNvPr>
          <p:cNvSpPr txBox="1"/>
          <p:nvPr/>
        </p:nvSpPr>
        <p:spPr>
          <a:xfrm>
            <a:off x="6177507" y="5291674"/>
            <a:ext cx="820235" cy="195814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algn="r"/>
            <a:r>
              <a:rPr lang="ko-KR" altLang="en-US" sz="800" u="sng" dirty="0">
                <a:latin typeface="+mn-ea"/>
                <a:ea typeface="+mn-ea"/>
              </a:rPr>
              <a:t>컨텐츠 </a:t>
            </a:r>
            <a:r>
              <a:rPr lang="ko-KR" altLang="en-US" sz="800" u="sng" dirty="0" err="1">
                <a:latin typeface="+mn-ea"/>
                <a:ea typeface="+mn-ea"/>
              </a:rPr>
              <a:t>더보기</a:t>
            </a:r>
            <a:endParaRPr lang="ko-KR" altLang="en-US" sz="1000" u="sng" dirty="0">
              <a:latin typeface="+mn-ea"/>
              <a:ea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6F4D42DB-8084-42B9-10E3-9D29DFE971FC}"/>
              </a:ext>
            </a:extLst>
          </p:cNvPr>
          <p:cNvCxnSpPr>
            <a:cxnSpLocks/>
          </p:cNvCxnSpPr>
          <p:nvPr/>
        </p:nvCxnSpPr>
        <p:spPr>
          <a:xfrm>
            <a:off x="1645913" y="3700842"/>
            <a:ext cx="54068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76B96D-571D-23D9-184F-EB50B9E33C71}"/>
              </a:ext>
            </a:extLst>
          </p:cNvPr>
          <p:cNvSpPr txBox="1"/>
          <p:nvPr/>
        </p:nvSpPr>
        <p:spPr>
          <a:xfrm>
            <a:off x="7360506" y="2658600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FC19EB-1400-143D-B138-F4F0233B09ED}"/>
              </a:ext>
            </a:extLst>
          </p:cNvPr>
          <p:cNvSpPr txBox="1"/>
          <p:nvPr/>
        </p:nvSpPr>
        <p:spPr>
          <a:xfrm>
            <a:off x="7337552" y="2850644"/>
            <a:ext cx="2071066" cy="513850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800" b="1" dirty="0">
                <a:latin typeface="+mn-ea"/>
                <a:ea typeface="+mn-ea"/>
              </a:rPr>
              <a:t>2. </a:t>
            </a:r>
            <a:r>
              <a:rPr lang="ko-KR" altLang="en-US" sz="800" b="1" dirty="0">
                <a:latin typeface="+mn-ea"/>
                <a:ea typeface="+mn-ea"/>
              </a:rPr>
              <a:t>스트레스 관리 실천 전략과 일상에서 적용하는 방법</a:t>
            </a:r>
          </a:p>
          <a:p>
            <a:pPr marL="108000">
              <a:spcAft>
                <a:spcPts val="200"/>
              </a:spcAft>
            </a:pP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F17BC8D0-4038-01A6-A852-347FA4BF14E6}"/>
              </a:ext>
            </a:extLst>
          </p:cNvPr>
          <p:cNvSpPr/>
          <p:nvPr/>
        </p:nvSpPr>
        <p:spPr>
          <a:xfrm>
            <a:off x="7489366" y="3259130"/>
            <a:ext cx="115450" cy="11545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9B9F19DE-05F2-317B-9A21-0B81B8545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847" y="3242328"/>
            <a:ext cx="149055" cy="149055"/>
          </a:xfrm>
          <a:prstGeom prst="rect">
            <a:avLst/>
          </a:prstGeom>
        </p:spPr>
      </p:pic>
      <p:sp>
        <p:nvSpPr>
          <p:cNvPr id="53" name="모서리가 둥근 직사각형 10">
            <a:extLst>
              <a:ext uri="{FF2B5EF4-FFF2-40B4-BE49-F238E27FC236}">
                <a16:creationId xmlns:a16="http://schemas.microsoft.com/office/drawing/2014/main" id="{944F7601-0A85-9FA2-D28E-2EE4D3B04F36}"/>
              </a:ext>
            </a:extLst>
          </p:cNvPr>
          <p:cNvSpPr/>
          <p:nvPr/>
        </p:nvSpPr>
        <p:spPr>
          <a:xfrm>
            <a:off x="7472849" y="3441038"/>
            <a:ext cx="1935769" cy="6555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모서리가 둥근 직사각형 46">
            <a:extLst>
              <a:ext uri="{FF2B5EF4-FFF2-40B4-BE49-F238E27FC236}">
                <a16:creationId xmlns:a16="http://schemas.microsoft.com/office/drawing/2014/main" id="{C96563F7-33E7-723D-DC93-5E8D6EB6071C}"/>
              </a:ext>
            </a:extLst>
          </p:cNvPr>
          <p:cNvSpPr/>
          <p:nvPr/>
        </p:nvSpPr>
        <p:spPr>
          <a:xfrm>
            <a:off x="7472851" y="3441038"/>
            <a:ext cx="859442" cy="6555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3442888-5914-811A-83DA-EF2CE07CF549}"/>
              </a:ext>
            </a:extLst>
          </p:cNvPr>
          <p:cNvSpPr txBox="1"/>
          <p:nvPr/>
        </p:nvSpPr>
        <p:spPr>
          <a:xfrm>
            <a:off x="7583679" y="3212219"/>
            <a:ext cx="519611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ko-KR" altLang="en-US" sz="800" dirty="0" err="1">
                <a:solidFill>
                  <a:schemeClr val="tx1"/>
                </a:solidFill>
                <a:latin typeface="+mn-ea"/>
                <a:ea typeface="+mn-ea"/>
              </a:rPr>
              <a:t>학습중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A6FA99A-7BEC-84DD-76B1-3E6C6F02289E}"/>
              </a:ext>
            </a:extLst>
          </p:cNvPr>
          <p:cNvSpPr txBox="1"/>
          <p:nvPr/>
        </p:nvSpPr>
        <p:spPr>
          <a:xfrm>
            <a:off x="8899444" y="3245543"/>
            <a:ext cx="591088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2/6 (30%)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7B8053F6-46D8-FC24-5230-E945EFC20EA3}"/>
              </a:ext>
            </a:extLst>
          </p:cNvPr>
          <p:cNvCxnSpPr>
            <a:cxnSpLocks/>
          </p:cNvCxnSpPr>
          <p:nvPr/>
        </p:nvCxnSpPr>
        <p:spPr>
          <a:xfrm>
            <a:off x="7338515" y="2874335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Input">
            <a:extLst>
              <a:ext uri="{FF2B5EF4-FFF2-40B4-BE49-F238E27FC236}">
                <a16:creationId xmlns:a16="http://schemas.microsoft.com/office/drawing/2014/main" id="{4B55739B-121D-B20D-8CE1-3376929D9BA5}"/>
              </a:ext>
            </a:extLst>
          </p:cNvPr>
          <p:cNvSpPr/>
          <p:nvPr/>
        </p:nvSpPr>
        <p:spPr>
          <a:xfrm>
            <a:off x="7941843" y="3608883"/>
            <a:ext cx="964406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이어서 학습하기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69FC9581-F37B-C77F-C38C-E91BA5F5E9F0}"/>
              </a:ext>
            </a:extLst>
          </p:cNvPr>
          <p:cNvSpPr/>
          <p:nvPr/>
        </p:nvSpPr>
        <p:spPr>
          <a:xfrm>
            <a:off x="1633281" y="5928405"/>
            <a:ext cx="199976" cy="1999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E71E0B04-4C44-B6B0-EEE2-58CF41D8A642}"/>
              </a:ext>
            </a:extLst>
          </p:cNvPr>
          <p:cNvSpPr/>
          <p:nvPr/>
        </p:nvSpPr>
        <p:spPr>
          <a:xfrm>
            <a:off x="1910047" y="5612816"/>
            <a:ext cx="5143536" cy="831155"/>
          </a:xfrm>
          <a:prstGeom prst="roundRect">
            <a:avLst>
              <a:gd name="adj" fmla="val 10215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60C48139-8C9B-EFF0-4885-D06784A16C57}"/>
              </a:ext>
            </a:extLst>
          </p:cNvPr>
          <p:cNvGrpSpPr/>
          <p:nvPr/>
        </p:nvGrpSpPr>
        <p:grpSpPr>
          <a:xfrm>
            <a:off x="2018781" y="5802486"/>
            <a:ext cx="888255" cy="451814"/>
            <a:chOff x="3881483" y="978229"/>
            <a:chExt cx="2403430" cy="623266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0CC54D3F-7996-D577-8431-C5330556094E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0DA68155-9D8E-B51A-8BC8-53D7E477923E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97" name="직선 연결선 96">
                <a:extLst>
                  <a:ext uri="{FF2B5EF4-FFF2-40B4-BE49-F238E27FC236}">
                    <a16:creationId xmlns:a16="http://schemas.microsoft.com/office/drawing/2014/main" id="{5AB219DD-988A-06FF-39EA-0666974855CF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8" name="직선 연결선 97">
                <a:extLst>
                  <a:ext uri="{FF2B5EF4-FFF2-40B4-BE49-F238E27FC236}">
                    <a16:creationId xmlns:a16="http://schemas.microsoft.com/office/drawing/2014/main" id="{0AE5A475-9D8B-819F-B728-CDA5A59AB5D2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34294C9-34E6-F0C7-F25B-6CE6EE43C09E}"/>
                </a:ext>
              </a:extLst>
            </p:cNvPr>
            <p:cNvSpPr txBox="1"/>
            <p:nvPr/>
          </p:nvSpPr>
          <p:spPr>
            <a:xfrm>
              <a:off x="3901078" y="1152537"/>
              <a:ext cx="2364242" cy="10132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altLang="ko-KR" sz="800" b="1" dirty="0" err="1">
                  <a:latin typeface="+mn-ea"/>
                  <a:ea typeface="+mn-ea"/>
                </a:rPr>
                <a:t>img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24023484-3FE9-E2F4-6321-AF4143DDEF86}"/>
              </a:ext>
            </a:extLst>
          </p:cNvPr>
          <p:cNvSpPr txBox="1"/>
          <p:nvPr/>
        </p:nvSpPr>
        <p:spPr>
          <a:xfrm>
            <a:off x="2964759" y="5681945"/>
            <a:ext cx="4003308" cy="677997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900" dirty="0">
                <a:latin typeface="+mn-ea"/>
                <a:ea typeface="+mn-ea"/>
              </a:rPr>
              <a:t>마음 건강 </a:t>
            </a:r>
            <a:r>
              <a:rPr lang="ko-KR" altLang="en-US" sz="900" dirty="0" err="1">
                <a:latin typeface="+mn-ea"/>
                <a:ea typeface="+mn-ea"/>
              </a:rPr>
              <a:t>셀프케어</a:t>
            </a:r>
            <a:r>
              <a:rPr lang="ko-KR" altLang="en-US" sz="900" dirty="0">
                <a:latin typeface="+mn-ea"/>
                <a:ea typeface="+mn-ea"/>
              </a:rPr>
              <a:t> 루틴 만들기</a:t>
            </a:r>
            <a:r>
              <a:rPr lang="en-US" altLang="ko-KR" sz="900" dirty="0">
                <a:latin typeface="+mn-ea"/>
                <a:ea typeface="+mn-ea"/>
              </a:rPr>
              <a:t>, </a:t>
            </a:r>
            <a:r>
              <a:rPr lang="ko-KR" altLang="en-US" sz="900" dirty="0">
                <a:latin typeface="+mn-ea"/>
                <a:ea typeface="+mn-ea"/>
              </a:rPr>
              <a:t>아침부터 저녁까지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spcAft>
                <a:spcPts val="200"/>
              </a:spcAft>
            </a:pP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아침부터 저녁까지 하루 일과에 맞춘 </a:t>
            </a: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셀프케어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루틴을 설계합니다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출근 전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수업 중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퇴근 후 각 시간대별 실천법을 알려드립니다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</a:p>
          <a:p>
            <a:pPr>
              <a:spcAft>
                <a:spcPts val="200"/>
              </a:spcAft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DCD9AF0-B0D1-96B6-13D6-0AFA691FBB3A}"/>
              </a:ext>
            </a:extLst>
          </p:cNvPr>
          <p:cNvSpPr txBox="1"/>
          <p:nvPr/>
        </p:nvSpPr>
        <p:spPr>
          <a:xfrm>
            <a:off x="6178358" y="6186462"/>
            <a:ext cx="820235" cy="195814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algn="r"/>
            <a:r>
              <a:rPr lang="ko-KR" altLang="en-US" sz="800" u="sng" dirty="0">
                <a:latin typeface="+mn-ea"/>
                <a:ea typeface="+mn-ea"/>
              </a:rPr>
              <a:t>콘텐츠 </a:t>
            </a:r>
            <a:r>
              <a:rPr lang="ko-KR" altLang="en-US" sz="800" u="sng" dirty="0" err="1">
                <a:latin typeface="+mn-ea"/>
                <a:ea typeface="+mn-ea"/>
              </a:rPr>
              <a:t>더보기</a:t>
            </a:r>
            <a:endParaRPr lang="ko-KR" altLang="en-US" sz="1000" u="sng" dirty="0">
              <a:latin typeface="+mn-ea"/>
              <a:ea typeface="+mn-ea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176BDE41-01B2-DC8F-44AF-B93E7072FC39}"/>
              </a:ext>
            </a:extLst>
          </p:cNvPr>
          <p:cNvSpPr/>
          <p:nvPr/>
        </p:nvSpPr>
        <p:spPr>
          <a:xfrm>
            <a:off x="7337552" y="3935731"/>
            <a:ext cx="2169115" cy="167323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9D051B1-C332-0C7C-6263-2896731578E0}"/>
              </a:ext>
            </a:extLst>
          </p:cNvPr>
          <p:cNvSpPr txBox="1"/>
          <p:nvPr/>
        </p:nvSpPr>
        <p:spPr>
          <a:xfrm>
            <a:off x="7341425" y="3898591"/>
            <a:ext cx="2028929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2: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만든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공개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+ 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학습전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81C4E6AE-4BBC-374C-FBAF-3E349FB3CA61}"/>
              </a:ext>
            </a:extLst>
          </p:cNvPr>
          <p:cNvSpPr/>
          <p:nvPr/>
        </p:nvSpPr>
        <p:spPr>
          <a:xfrm>
            <a:off x="7341425" y="4103055"/>
            <a:ext cx="2165242" cy="110822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01583E4-1243-3847-E218-643CC70C29E4}"/>
              </a:ext>
            </a:extLst>
          </p:cNvPr>
          <p:cNvSpPr txBox="1"/>
          <p:nvPr/>
        </p:nvSpPr>
        <p:spPr>
          <a:xfrm>
            <a:off x="7360506" y="4096154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CB18D98-94D7-2E28-7456-E8C35A31F863}"/>
              </a:ext>
            </a:extLst>
          </p:cNvPr>
          <p:cNvSpPr txBox="1"/>
          <p:nvPr/>
        </p:nvSpPr>
        <p:spPr>
          <a:xfrm>
            <a:off x="7337552" y="4303948"/>
            <a:ext cx="2071066" cy="365091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800" b="1" dirty="0">
                <a:latin typeface="+mn-ea"/>
                <a:ea typeface="+mn-ea"/>
              </a:rPr>
              <a:t>1. </a:t>
            </a:r>
            <a:r>
              <a:rPr lang="ko-KR" altLang="en-US" sz="800" b="1" dirty="0">
                <a:latin typeface="+mn-ea"/>
                <a:ea typeface="+mn-ea"/>
              </a:rPr>
              <a:t>번아웃의 이해와 원인 분석</a:t>
            </a:r>
            <a:r>
              <a:rPr lang="en-US" altLang="ko-KR" sz="800" b="1" dirty="0">
                <a:latin typeface="+mn-ea"/>
                <a:ea typeface="+mn-ea"/>
              </a:rPr>
              <a:t>, </a:t>
            </a:r>
            <a:r>
              <a:rPr lang="ko-KR" altLang="en-US" sz="800" b="1" dirty="0">
                <a:latin typeface="+mn-ea"/>
                <a:ea typeface="+mn-ea"/>
              </a:rPr>
              <a:t>교사가 알아야 할 모든 것</a:t>
            </a: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CC0D1C5-68A6-36A0-0029-F54025E3CCE5}"/>
              </a:ext>
            </a:extLst>
          </p:cNvPr>
          <p:cNvCxnSpPr>
            <a:cxnSpLocks/>
          </p:cNvCxnSpPr>
          <p:nvPr/>
        </p:nvCxnSpPr>
        <p:spPr>
          <a:xfrm>
            <a:off x="7338515" y="4311598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Input">
            <a:extLst>
              <a:ext uri="{FF2B5EF4-FFF2-40B4-BE49-F238E27FC236}">
                <a16:creationId xmlns:a16="http://schemas.microsoft.com/office/drawing/2014/main" id="{7DD27153-AFBC-119E-5431-819B0A9DFFAF}"/>
              </a:ext>
            </a:extLst>
          </p:cNvPr>
          <p:cNvSpPr/>
          <p:nvPr/>
        </p:nvSpPr>
        <p:spPr>
          <a:xfrm>
            <a:off x="7941843" y="4883518"/>
            <a:ext cx="964406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학습하기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A3989D7-CA0E-443B-24BC-1C0EF73E8F21}"/>
              </a:ext>
            </a:extLst>
          </p:cNvPr>
          <p:cNvSpPr txBox="1"/>
          <p:nvPr/>
        </p:nvSpPr>
        <p:spPr>
          <a:xfrm>
            <a:off x="7478240" y="4651745"/>
            <a:ext cx="1891613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ctr"/>
            <a:r>
              <a:rPr lang="ko-KR" altLang="en-US" sz="800" dirty="0"/>
              <a:t>아직 학습을 시작하지 않았습니다</a:t>
            </a:r>
            <a:r>
              <a:rPr lang="en-US" altLang="ko-KR" sz="800" dirty="0"/>
              <a:t>. 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1C082658-43F4-B3C0-EAA4-4BAD523427DA}"/>
              </a:ext>
            </a:extLst>
          </p:cNvPr>
          <p:cNvSpPr/>
          <p:nvPr/>
        </p:nvSpPr>
        <p:spPr>
          <a:xfrm>
            <a:off x="7337552" y="5248064"/>
            <a:ext cx="2169115" cy="167323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B011D9B-88BE-FFAA-BFDB-4ACDE19E0FEA}"/>
              </a:ext>
            </a:extLst>
          </p:cNvPr>
          <p:cNvSpPr txBox="1"/>
          <p:nvPr/>
        </p:nvSpPr>
        <p:spPr>
          <a:xfrm>
            <a:off x="7341425" y="5210924"/>
            <a:ext cx="2028929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3: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만든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비공개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+ 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작성중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3E3C126B-88F4-0EEB-49EE-A2B320C7930D}"/>
              </a:ext>
            </a:extLst>
          </p:cNvPr>
          <p:cNvSpPr/>
          <p:nvPr/>
        </p:nvSpPr>
        <p:spPr>
          <a:xfrm>
            <a:off x="7341425" y="5415388"/>
            <a:ext cx="2165242" cy="9445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46D4872-F92C-CA61-A05A-F0DA6850B8C1}"/>
              </a:ext>
            </a:extLst>
          </p:cNvPr>
          <p:cNvSpPr txBox="1"/>
          <p:nvPr/>
        </p:nvSpPr>
        <p:spPr>
          <a:xfrm>
            <a:off x="7360506" y="5408487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F941599-CC82-FF09-6222-76AE824FD979}"/>
              </a:ext>
            </a:extLst>
          </p:cNvPr>
          <p:cNvCxnSpPr>
            <a:cxnSpLocks/>
          </p:cNvCxnSpPr>
          <p:nvPr/>
        </p:nvCxnSpPr>
        <p:spPr>
          <a:xfrm>
            <a:off x="7338515" y="5623931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Input">
            <a:extLst>
              <a:ext uri="{FF2B5EF4-FFF2-40B4-BE49-F238E27FC236}">
                <a16:creationId xmlns:a16="http://schemas.microsoft.com/office/drawing/2014/main" id="{00C0683A-1AD9-993A-A0B5-902B66F703FC}"/>
              </a:ext>
            </a:extLst>
          </p:cNvPr>
          <p:cNvSpPr/>
          <p:nvPr/>
        </p:nvSpPr>
        <p:spPr>
          <a:xfrm>
            <a:off x="7941843" y="5941145"/>
            <a:ext cx="964406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수정하기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1DD1847-6AA6-6854-E686-2363F90F2B1A}"/>
              </a:ext>
            </a:extLst>
          </p:cNvPr>
          <p:cNvSpPr txBox="1"/>
          <p:nvPr/>
        </p:nvSpPr>
        <p:spPr>
          <a:xfrm>
            <a:off x="7478240" y="5694446"/>
            <a:ext cx="1891613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ctr"/>
            <a:r>
              <a:rPr lang="ko-KR" altLang="en-US" sz="800" dirty="0"/>
              <a:t>비공개 중입니다</a:t>
            </a:r>
            <a:r>
              <a:rPr lang="en-US" altLang="ko-KR" sz="800" dirty="0"/>
              <a:t>.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CA8B9447-4EC9-2942-8344-71DF5FB132E7}"/>
              </a:ext>
            </a:extLst>
          </p:cNvPr>
          <p:cNvSpPr/>
          <p:nvPr/>
        </p:nvSpPr>
        <p:spPr>
          <a:xfrm>
            <a:off x="1407185" y="87646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4F2CF960-8F04-F86F-B211-5C47710C6B9D}"/>
              </a:ext>
            </a:extLst>
          </p:cNvPr>
          <p:cNvSpPr/>
          <p:nvPr/>
        </p:nvSpPr>
        <p:spPr>
          <a:xfrm>
            <a:off x="1407185" y="266292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8B1366D7-CE21-2436-0B3A-52BA3C4479AA}"/>
              </a:ext>
            </a:extLst>
          </p:cNvPr>
          <p:cNvSpPr/>
          <p:nvPr/>
        </p:nvSpPr>
        <p:spPr>
          <a:xfrm>
            <a:off x="1407185" y="348419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2D986501-74C9-71D5-E5CB-AE98DE458096}"/>
              </a:ext>
            </a:extLst>
          </p:cNvPr>
          <p:cNvSpPr/>
          <p:nvPr/>
        </p:nvSpPr>
        <p:spPr>
          <a:xfrm>
            <a:off x="7173413" y="251049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3781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0F8CB99-B8C0-B31C-948A-E13F85C08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21EF9425-73D1-9054-DFF7-84B8AEE4567C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69E30D07-D8ED-15CD-EA80-FF8565212DF9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9B7A6E33-505E-E4BD-CFC4-3CFD25B013FB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EC86051F-3E1F-C7CD-631C-98F8678717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4671403"/>
              </p:ext>
            </p:extLst>
          </p:nvPr>
        </p:nvGraphicFramePr>
        <p:xfrm>
          <a:off x="9655174" y="276226"/>
          <a:ext cx="2532687" cy="2575463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평가 목록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평가 목록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평점 </a:t>
                      </a:r>
                      <a:r>
                        <a:rPr lang="en-US" altLang="ko-KR" sz="800" dirty="0"/>
                        <a:t>(★), </a:t>
                      </a:r>
                      <a:r>
                        <a:rPr lang="ko-KR" altLang="en-US" sz="800" dirty="0"/>
                        <a:t>작성자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마스킹</a:t>
                      </a:r>
                      <a:r>
                        <a:rPr lang="en-US" altLang="ko-KR" sz="800" dirty="0"/>
                        <a:t>), </a:t>
                      </a:r>
                      <a:r>
                        <a:rPr lang="ko-KR" altLang="en-US" sz="800" dirty="0"/>
                        <a:t>작성일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평가 내용 텍스트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 err="1"/>
                        <a:t>페이징</a:t>
                      </a:r>
                      <a:r>
                        <a:rPr lang="ko-KR" altLang="en-US" sz="800" dirty="0"/>
                        <a:t> 처리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평가 입력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평가 작성 영역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평점 선택 </a:t>
                      </a:r>
                      <a:r>
                        <a:rPr lang="en-US" altLang="ko-KR" sz="800" dirty="0"/>
                        <a:t>(★1~5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평가 내용 입력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최소 </a:t>
                      </a:r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/>
                        <a:t>자 이상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[</a:t>
                      </a:r>
                      <a:r>
                        <a:rPr lang="ko-KR" altLang="en-US" sz="800" dirty="0"/>
                        <a:t>평가 등록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클릭 시 평가 등록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신고하기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[</a:t>
                      </a:r>
                      <a:r>
                        <a:rPr lang="ko-KR" altLang="en-US" sz="800" dirty="0"/>
                        <a:t>신고하기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클릭 시 신고 팝업 호출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68495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22A658E-A46C-16E7-03C8-40F4020F52C1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41E38D-0B9F-CB8D-64F1-BA89867E039A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A4AAA2-063B-6642-8F01-812369336ED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2FDB59-EDB8-240E-B367-5E5B29CCDDE0}"/>
              </a:ext>
            </a:extLst>
          </p:cNvPr>
          <p:cNvSpPr txBox="1"/>
          <p:nvPr/>
        </p:nvSpPr>
        <p:spPr>
          <a:xfrm>
            <a:off x="1565766" y="452837"/>
            <a:ext cx="4638184" cy="5112994"/>
          </a:xfrm>
          <a:prstGeom prst="rect">
            <a:avLst/>
          </a:prstGeom>
          <a:solidFill>
            <a:srgbClr val="F2F2F2">
              <a:alpha val="50196"/>
            </a:srgbClr>
          </a:solidFill>
        </p:spPr>
        <p:txBody>
          <a:bodyPr wrap="square" lIns="36000" rIns="36000" rtlCol="0" anchor="t">
            <a:noAutofit/>
          </a:bodyPr>
          <a:lstStyle/>
          <a:p>
            <a:pPr marL="72000"/>
            <a:endParaRPr lang="en-US" altLang="ko-KR" sz="900" b="1" dirty="0">
              <a:latin typeface="+mn-ea"/>
              <a:ea typeface="+mn-ea"/>
            </a:endParaRPr>
          </a:p>
          <a:p>
            <a:pPr marL="72000"/>
            <a:r>
              <a:rPr lang="ko-KR" altLang="en-US" sz="900" b="1" dirty="0" err="1">
                <a:latin typeface="+mn-ea"/>
                <a:ea typeface="+mn-ea"/>
              </a:rPr>
              <a:t>학습모듈</a:t>
            </a:r>
            <a:r>
              <a:rPr lang="ko-KR" altLang="en-US" sz="900" b="1" dirty="0">
                <a:latin typeface="+mn-ea"/>
                <a:ea typeface="+mn-ea"/>
              </a:rPr>
              <a:t> 평가 </a:t>
            </a:r>
            <a:r>
              <a:rPr lang="en-US" altLang="ko-KR" sz="900" b="1" dirty="0">
                <a:latin typeface="+mn-ea"/>
                <a:ea typeface="+mn-ea"/>
              </a:rPr>
              <a:t>(</a:t>
            </a:r>
            <a:r>
              <a:rPr lang="ko-KR" altLang="en-US" sz="900" b="1" dirty="0">
                <a:latin typeface="+mn-ea"/>
                <a:ea typeface="+mn-ea"/>
              </a:rPr>
              <a:t>총 </a:t>
            </a:r>
            <a:r>
              <a:rPr lang="en-US" altLang="ko-KR" sz="900" b="1" dirty="0">
                <a:latin typeface="+mn-ea"/>
                <a:ea typeface="+mn-ea"/>
              </a:rPr>
              <a:t>23</a:t>
            </a:r>
            <a:r>
              <a:rPr lang="ko-KR" altLang="en-US" sz="900" b="1" dirty="0">
                <a:latin typeface="+mn-ea"/>
                <a:ea typeface="+mn-ea"/>
              </a:rPr>
              <a:t>개</a:t>
            </a:r>
            <a:r>
              <a:rPr lang="en-US" altLang="ko-KR" sz="900" b="1" dirty="0">
                <a:latin typeface="+mn-ea"/>
                <a:ea typeface="+mn-ea"/>
              </a:rPr>
              <a:t>)</a:t>
            </a:r>
            <a:endParaRPr lang="ko-KR" altLang="ko-KR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CE6F14-FFF5-2CC9-1CED-913608AC8735}"/>
              </a:ext>
            </a:extLst>
          </p:cNvPr>
          <p:cNvSpPr txBox="1"/>
          <p:nvPr/>
        </p:nvSpPr>
        <p:spPr>
          <a:xfrm>
            <a:off x="2020714" y="809463"/>
            <a:ext cx="1992494" cy="47186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★★★★★ 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5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윤*습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en-US" altLang="ko-KR" sz="900" dirty="0" err="1">
                <a:latin typeface="나눔고딕" pitchFamily="2" charset="-127"/>
                <a:ea typeface="나눔고딕" pitchFamily="2" charset="-127"/>
              </a:rPr>
              <a:t>amer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*****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) 2025-03-16  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0639F96-9F1D-603B-834D-70B115423731}"/>
              </a:ext>
            </a:extLst>
          </p:cNvPr>
          <p:cNvGrpSpPr/>
          <p:nvPr/>
        </p:nvGrpSpPr>
        <p:grpSpPr>
          <a:xfrm>
            <a:off x="1672993" y="900102"/>
            <a:ext cx="378678" cy="376824"/>
            <a:chOff x="7252700" y="1491544"/>
            <a:chExt cx="395262" cy="330917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A492F9F3-AF5D-BD2C-ED33-0E9DF72019C5}"/>
                </a:ext>
              </a:extLst>
            </p:cNvPr>
            <p:cNvSpPr/>
            <p:nvPr/>
          </p:nvSpPr>
          <p:spPr>
            <a:xfrm>
              <a:off x="7252700" y="1491544"/>
              <a:ext cx="363780" cy="313441"/>
            </a:xfrm>
            <a:prstGeom prst="roundRect">
              <a:avLst>
                <a:gd name="adj" fmla="val 12547"/>
              </a:avLst>
            </a:prstGeom>
            <a:solidFill>
              <a:srgbClr val="F2F2F2">
                <a:alpha val="5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ctr"/>
            <a:lstStyle/>
            <a:p>
              <a:endParaRPr lang="ko-KR" altLang="en-US" sz="1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31" name="그래픽 30" descr="사용자">
              <a:extLst>
                <a:ext uri="{FF2B5EF4-FFF2-40B4-BE49-F238E27FC236}">
                  <a16:creationId xmlns:a16="http://schemas.microsoft.com/office/drawing/2014/main" id="{2BE0B7B2-C286-BF3A-36C6-9725E7F1A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52701" y="1507343"/>
              <a:ext cx="395261" cy="315118"/>
            </a:xfrm>
            <a:prstGeom prst="rect">
              <a:avLst/>
            </a:prstGeom>
          </p:spPr>
        </p:pic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B458627C-F44B-42AE-F549-9B00A5E12016}"/>
              </a:ext>
            </a:extLst>
          </p:cNvPr>
          <p:cNvSpPr txBox="1"/>
          <p:nvPr/>
        </p:nvSpPr>
        <p:spPr>
          <a:xfrm>
            <a:off x="1661904" y="1292169"/>
            <a:ext cx="4429956" cy="60343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제가 찾던 학습 공동체 활동 관련 교육 콘텐츠 였어요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^^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감사합니다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이곳 </a:t>
            </a:r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하이코칭에서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다양한 관련 영상 자료로 학습도 하고 필요할 때 마다 찾아 볼 수 도 있어서 너무너무 좋습니다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 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 </a:t>
            </a:r>
            <a:endParaRPr lang="en-US" altLang="ko-KR" sz="9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75E4B010-4250-6B67-B6F7-9C2511FC29DD}"/>
              </a:ext>
            </a:extLst>
          </p:cNvPr>
          <p:cNvSpPr/>
          <p:nvPr/>
        </p:nvSpPr>
        <p:spPr>
          <a:xfrm>
            <a:off x="3116416" y="4617459"/>
            <a:ext cx="1599307" cy="224903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bIns="90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평가 등록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4E9C89A5-AA94-9940-CC6C-E3FBAEE7DC08}"/>
              </a:ext>
            </a:extLst>
          </p:cNvPr>
          <p:cNvSpPr txBox="1"/>
          <p:nvPr/>
        </p:nvSpPr>
        <p:spPr>
          <a:xfrm>
            <a:off x="4948552" y="3324804"/>
            <a:ext cx="1143000" cy="27328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dirty="0">
                <a:latin typeface="+mn-ea"/>
                <a:ea typeface="+mn-ea"/>
              </a:rPr>
              <a:t>평점</a:t>
            </a:r>
            <a:r>
              <a:rPr lang="en-US" altLang="ko-KR" sz="900" dirty="0">
                <a:latin typeface="+mn-ea"/>
                <a:ea typeface="+mn-ea"/>
              </a:rPr>
              <a:t>:</a:t>
            </a:r>
            <a:r>
              <a:rPr lang="ko-KR" altLang="en-US" sz="900" dirty="0">
                <a:latin typeface="+mn-ea"/>
                <a:ea typeface="+mn-ea"/>
              </a:rPr>
              <a:t> ★★★★☆</a:t>
            </a:r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CE814FD2-C1C8-4B53-12F3-B69E389785FF}"/>
              </a:ext>
            </a:extLst>
          </p:cNvPr>
          <p:cNvSpPr/>
          <p:nvPr/>
        </p:nvSpPr>
        <p:spPr>
          <a:xfrm>
            <a:off x="1750203" y="3583149"/>
            <a:ext cx="4331733" cy="849310"/>
          </a:xfrm>
          <a:prstGeom prst="rect">
            <a:avLst/>
          </a:prstGeom>
          <a:solidFill>
            <a:schemeClr val="bg1">
              <a:lumMod val="75000"/>
              <a:alpha val="30196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최소 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10</a:t>
            </a:r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자 이상 입력해주세요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.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  <a:latin typeface="나눔고딕" pitchFamily="2" charset="-127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A09F59AD-11BC-A53D-8AD2-BDFE3529235B}"/>
              </a:ext>
            </a:extLst>
          </p:cNvPr>
          <p:cNvSpPr txBox="1"/>
          <p:nvPr/>
        </p:nvSpPr>
        <p:spPr>
          <a:xfrm>
            <a:off x="1569059" y="3341119"/>
            <a:ext cx="3327400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72000"/>
            <a:r>
              <a:rPr lang="ko-KR" altLang="en-US" sz="900" b="1" dirty="0">
                <a:latin typeface="+mn-ea"/>
                <a:ea typeface="+mn-ea"/>
              </a:rPr>
              <a:t>모듈 평가</a:t>
            </a:r>
            <a:endParaRPr lang="ko-KR" altLang="ko-KR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78F23ED7-A66F-5FAA-9488-AE373C0A7EA0}"/>
              </a:ext>
            </a:extLst>
          </p:cNvPr>
          <p:cNvGrpSpPr/>
          <p:nvPr/>
        </p:nvGrpSpPr>
        <p:grpSpPr>
          <a:xfrm>
            <a:off x="6044235" y="3609282"/>
            <a:ext cx="18001" cy="811697"/>
            <a:chOff x="9231725" y="2171522"/>
            <a:chExt cx="36001" cy="792000"/>
          </a:xfrm>
        </p:grpSpPr>
        <p:sp>
          <p:nvSpPr>
            <p:cNvPr id="230" name="Track">
              <a:extLst>
                <a:ext uri="{FF2B5EF4-FFF2-40B4-BE49-F238E27FC236}">
                  <a16:creationId xmlns:a16="http://schemas.microsoft.com/office/drawing/2014/main" id="{804E9321-9B85-EC20-625C-67F99AE3DD26}"/>
                </a:ext>
              </a:extLst>
            </p:cNvPr>
            <p:cNvSpPr/>
            <p:nvPr/>
          </p:nvSpPr>
          <p:spPr>
            <a:xfrm rot="5400000">
              <a:off x="8853726" y="2549522"/>
              <a:ext cx="792000" cy="3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1" name="Track">
              <a:extLst>
                <a:ext uri="{FF2B5EF4-FFF2-40B4-BE49-F238E27FC236}">
                  <a16:creationId xmlns:a16="http://schemas.microsoft.com/office/drawing/2014/main" id="{E6BFC020-FE4D-9ECA-023E-95308B315733}"/>
                </a:ext>
              </a:extLst>
            </p:cNvPr>
            <p:cNvSpPr/>
            <p:nvPr/>
          </p:nvSpPr>
          <p:spPr>
            <a:xfrm rot="5400000">
              <a:off x="9087725" y="2318636"/>
              <a:ext cx="324000" cy="3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2" name="모서리가 둥근 직사각형 53">
            <a:extLst>
              <a:ext uri="{FF2B5EF4-FFF2-40B4-BE49-F238E27FC236}">
                <a16:creationId xmlns:a16="http://schemas.microsoft.com/office/drawing/2014/main" id="{4DAAE178-FA12-CFB3-D78B-82EEC798B0B1}"/>
              </a:ext>
            </a:extLst>
          </p:cNvPr>
          <p:cNvSpPr/>
          <p:nvPr/>
        </p:nvSpPr>
        <p:spPr>
          <a:xfrm>
            <a:off x="5361936" y="4617459"/>
            <a:ext cx="720000" cy="21309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신고하기</a:t>
            </a:r>
          </a:p>
        </p:txBody>
      </p:sp>
      <p:grpSp>
        <p:nvGrpSpPr>
          <p:cNvPr id="233" name="Pagination">
            <a:extLst>
              <a:ext uri="{FF2B5EF4-FFF2-40B4-BE49-F238E27FC236}">
                <a16:creationId xmlns:a16="http://schemas.microsoft.com/office/drawing/2014/main" id="{22270EBF-E397-3C53-0460-884C83CBEA63}"/>
              </a:ext>
            </a:extLst>
          </p:cNvPr>
          <p:cNvGrpSpPr/>
          <p:nvPr/>
        </p:nvGrpSpPr>
        <p:grpSpPr>
          <a:xfrm>
            <a:off x="2054080" y="5071037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4" name="Previous">
              <a:extLst>
                <a:ext uri="{FF2B5EF4-FFF2-40B4-BE49-F238E27FC236}">
                  <a16:creationId xmlns:a16="http://schemas.microsoft.com/office/drawing/2014/main" id="{29FEAD3A-E83B-20F4-47A9-D941C6CBA290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35" name="Page 1">
              <a:extLst>
                <a:ext uri="{FF2B5EF4-FFF2-40B4-BE49-F238E27FC236}">
                  <a16:creationId xmlns:a16="http://schemas.microsoft.com/office/drawing/2014/main" id="{AECA959F-85D3-BCF1-E992-D38225B17DA6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36" name="Page 2">
              <a:extLst>
                <a:ext uri="{FF2B5EF4-FFF2-40B4-BE49-F238E27FC236}">
                  <a16:creationId xmlns:a16="http://schemas.microsoft.com/office/drawing/2014/main" id="{91205AC3-3918-7B86-688B-8AFDBC857FBB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37" name="Page 3">
              <a:extLst>
                <a:ext uri="{FF2B5EF4-FFF2-40B4-BE49-F238E27FC236}">
                  <a16:creationId xmlns:a16="http://schemas.microsoft.com/office/drawing/2014/main" id="{6D8DE24A-A780-4CB9-0EC5-E1698F0D9DEB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38" name="Page 4">
              <a:extLst>
                <a:ext uri="{FF2B5EF4-FFF2-40B4-BE49-F238E27FC236}">
                  <a16:creationId xmlns:a16="http://schemas.microsoft.com/office/drawing/2014/main" id="{83B992DD-5A9E-86B0-4043-0298A1399AFF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39" name="Page 5">
              <a:extLst>
                <a:ext uri="{FF2B5EF4-FFF2-40B4-BE49-F238E27FC236}">
                  <a16:creationId xmlns:a16="http://schemas.microsoft.com/office/drawing/2014/main" id="{DDC25F86-BB64-4AAD-1B50-6DCDA0BA067B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40" name="Next">
              <a:extLst>
                <a:ext uri="{FF2B5EF4-FFF2-40B4-BE49-F238E27FC236}">
                  <a16:creationId xmlns:a16="http://schemas.microsoft.com/office/drawing/2014/main" id="{80455D58-A524-9A5D-F723-19567073361A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241" name="Page 1">
              <a:extLst>
                <a:ext uri="{FF2B5EF4-FFF2-40B4-BE49-F238E27FC236}">
                  <a16:creationId xmlns:a16="http://schemas.microsoft.com/office/drawing/2014/main" id="{289D1B9A-5232-A7BF-9D30-4F11DC190DEC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242" name="Page 2">
              <a:extLst>
                <a:ext uri="{FF2B5EF4-FFF2-40B4-BE49-F238E27FC236}">
                  <a16:creationId xmlns:a16="http://schemas.microsoft.com/office/drawing/2014/main" id="{FBE6984E-7779-71E4-A2B2-3AB98BE0CA39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243" name="Page 3">
              <a:extLst>
                <a:ext uri="{FF2B5EF4-FFF2-40B4-BE49-F238E27FC236}">
                  <a16:creationId xmlns:a16="http://schemas.microsoft.com/office/drawing/2014/main" id="{7B941FF3-9EF8-462B-32C2-35C80636535D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244" name="Page 4">
              <a:extLst>
                <a:ext uri="{FF2B5EF4-FFF2-40B4-BE49-F238E27FC236}">
                  <a16:creationId xmlns:a16="http://schemas.microsoft.com/office/drawing/2014/main" id="{BA189105-2B26-3B71-5C0B-2F6209F63897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245" name="Page 5">
              <a:extLst>
                <a:ext uri="{FF2B5EF4-FFF2-40B4-BE49-F238E27FC236}">
                  <a16:creationId xmlns:a16="http://schemas.microsoft.com/office/drawing/2014/main" id="{4AF9C37C-D659-7A30-25DC-6237396372ED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246" name="Page 5">
              <a:extLst>
                <a:ext uri="{FF2B5EF4-FFF2-40B4-BE49-F238E27FC236}">
                  <a16:creationId xmlns:a16="http://schemas.microsoft.com/office/drawing/2014/main" id="{0EF91D33-5911-C740-C06B-6CB53A88770F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47" name="Page 2">
              <a:extLst>
                <a:ext uri="{FF2B5EF4-FFF2-40B4-BE49-F238E27FC236}">
                  <a16:creationId xmlns:a16="http://schemas.microsoft.com/office/drawing/2014/main" id="{8B2A1964-7753-FB8D-0216-81C3C5F86BA5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248" name="TextBox 247">
            <a:extLst>
              <a:ext uri="{FF2B5EF4-FFF2-40B4-BE49-F238E27FC236}">
                <a16:creationId xmlns:a16="http://schemas.microsoft.com/office/drawing/2014/main" id="{74B3CD4A-DCEC-61AF-9A54-55CC9DE84C02}"/>
              </a:ext>
            </a:extLst>
          </p:cNvPr>
          <p:cNvSpPr txBox="1"/>
          <p:nvPr/>
        </p:nvSpPr>
        <p:spPr>
          <a:xfrm>
            <a:off x="2020714" y="2011730"/>
            <a:ext cx="1992494" cy="47186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★★★★☆ 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4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김*동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(kim7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*****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) 2025-03-16  </a:t>
            </a:r>
          </a:p>
        </p:txBody>
      </p:sp>
      <p:grpSp>
        <p:nvGrpSpPr>
          <p:cNvPr id="249" name="그룹 248">
            <a:extLst>
              <a:ext uri="{FF2B5EF4-FFF2-40B4-BE49-F238E27FC236}">
                <a16:creationId xmlns:a16="http://schemas.microsoft.com/office/drawing/2014/main" id="{D98F1DA3-466A-370F-01F0-16E5D5598819}"/>
              </a:ext>
            </a:extLst>
          </p:cNvPr>
          <p:cNvGrpSpPr/>
          <p:nvPr/>
        </p:nvGrpSpPr>
        <p:grpSpPr>
          <a:xfrm>
            <a:off x="1672993" y="2102369"/>
            <a:ext cx="378678" cy="376824"/>
            <a:chOff x="7252700" y="1491544"/>
            <a:chExt cx="395262" cy="330917"/>
          </a:xfrm>
        </p:grpSpPr>
        <p:sp>
          <p:nvSpPr>
            <p:cNvPr id="250" name="사각형: 둥근 모서리 249">
              <a:extLst>
                <a:ext uri="{FF2B5EF4-FFF2-40B4-BE49-F238E27FC236}">
                  <a16:creationId xmlns:a16="http://schemas.microsoft.com/office/drawing/2014/main" id="{28D67033-F8BB-6161-8CF4-CFCA572922BE}"/>
                </a:ext>
              </a:extLst>
            </p:cNvPr>
            <p:cNvSpPr/>
            <p:nvPr/>
          </p:nvSpPr>
          <p:spPr>
            <a:xfrm>
              <a:off x="7252700" y="1491544"/>
              <a:ext cx="363780" cy="313441"/>
            </a:xfrm>
            <a:prstGeom prst="roundRect">
              <a:avLst>
                <a:gd name="adj" fmla="val 12547"/>
              </a:avLst>
            </a:prstGeom>
            <a:solidFill>
              <a:srgbClr val="F2F2F2">
                <a:alpha val="5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ctr"/>
            <a:lstStyle/>
            <a:p>
              <a:endParaRPr lang="ko-KR" altLang="en-US" sz="1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251" name="그래픽 250" descr="사용자">
              <a:extLst>
                <a:ext uri="{FF2B5EF4-FFF2-40B4-BE49-F238E27FC236}">
                  <a16:creationId xmlns:a16="http://schemas.microsoft.com/office/drawing/2014/main" id="{C191F313-5EA5-B043-F1C5-804305866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52701" y="1507343"/>
              <a:ext cx="395261" cy="315118"/>
            </a:xfrm>
            <a:prstGeom prst="rect">
              <a:avLst/>
            </a:prstGeom>
          </p:spPr>
        </p:pic>
      </p:grpSp>
      <p:sp>
        <p:nvSpPr>
          <p:cNvPr id="252" name="TextBox 251">
            <a:extLst>
              <a:ext uri="{FF2B5EF4-FFF2-40B4-BE49-F238E27FC236}">
                <a16:creationId xmlns:a16="http://schemas.microsoft.com/office/drawing/2014/main" id="{42B5D59A-5CA5-EDBE-BE42-5C1406C901BE}"/>
              </a:ext>
            </a:extLst>
          </p:cNvPr>
          <p:cNvSpPr txBox="1"/>
          <p:nvPr/>
        </p:nvSpPr>
        <p:spPr>
          <a:xfrm>
            <a:off x="1661904" y="2494436"/>
            <a:ext cx="4429956" cy="60343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체계적인 학습자료를 제공해 주셔서 생각보다 짧은 시간에 부족한 생활교육 역량을 향상시키는데 많은 도움이 되었습니다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관련영상들도 이번에 </a:t>
            </a:r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학습모듈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구성할때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활용하면 참 좋을 것 같아요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</a:t>
            </a:r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146A7EB5-0D32-C714-325A-70AE600EBE17}"/>
              </a:ext>
            </a:extLst>
          </p:cNvPr>
          <p:cNvSpPr/>
          <p:nvPr/>
        </p:nvSpPr>
        <p:spPr>
          <a:xfrm>
            <a:off x="1407185" y="66447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8A54A822-09A0-31AE-E686-43DB2857623D}"/>
              </a:ext>
            </a:extLst>
          </p:cNvPr>
          <p:cNvSpPr/>
          <p:nvPr/>
        </p:nvSpPr>
        <p:spPr>
          <a:xfrm>
            <a:off x="1407185" y="339074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4D832E3C-0AD4-100A-F5A7-8B3604262822}"/>
              </a:ext>
            </a:extLst>
          </p:cNvPr>
          <p:cNvSpPr/>
          <p:nvPr/>
        </p:nvSpPr>
        <p:spPr>
          <a:xfrm>
            <a:off x="5191785" y="461840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116E7469-CB3A-FD71-1205-1A50AD3F8132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0419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8105873-7548-D085-088E-FBDF10314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6C1841F1-68C2-1186-3A44-B0E0E7EF820A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21FA706F-7BAE-B333-9D3E-E87A08E0A6EE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8553FE76-D15B-BD25-073F-BBD82A856DB0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7905A303-C5DF-B0CB-7866-ACD45D080F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4065690"/>
              </p:ext>
            </p:extLst>
          </p:nvPr>
        </p:nvGraphicFramePr>
        <p:xfrm>
          <a:off x="9655174" y="276226"/>
          <a:ext cx="2532687" cy="5237965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내가 담은 모듈 상세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일때</a:t>
                      </a:r>
                      <a:endParaRPr lang="ko-KR" altLang="en-US"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기본 정보 표시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모듈명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작성자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역량태그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총 콘텐츠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총 학습시간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평점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완료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담은 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등록일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소개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모듈에 대한 설명 텍스트 표시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 모듈 목록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모듈에 포함된 콘텐츠 목록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썸네일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콘텐츠명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설명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[</a:t>
                      </a:r>
                      <a:r>
                        <a:rPr lang="ko-KR" altLang="en-US" sz="800" dirty="0"/>
                        <a:t>컨텐츠 </a:t>
                      </a:r>
                      <a:r>
                        <a:rPr lang="ko-KR" altLang="en-US" sz="800" dirty="0" err="1"/>
                        <a:t>더보기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클릭 시 상세로 이동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684958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나의 학습 현황 영역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1: </a:t>
                      </a:r>
                      <a:r>
                        <a:rPr lang="ko-KR" altLang="en-US" sz="800" dirty="0"/>
                        <a:t>담은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학습 중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현재 학습 중인 콘텐츠명 표시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진행률 </a:t>
                      </a:r>
                      <a:r>
                        <a:rPr lang="en-US" altLang="ko-KR" sz="800" dirty="0"/>
                        <a:t>(N/N, %) + </a:t>
                      </a:r>
                      <a:r>
                        <a:rPr lang="ko-KR" altLang="en-US" sz="800" dirty="0" err="1"/>
                        <a:t>프로그레스</a:t>
                      </a:r>
                      <a:r>
                        <a:rPr lang="ko-KR" altLang="en-US" sz="800" dirty="0"/>
                        <a:t> 바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[</a:t>
                      </a:r>
                      <a:r>
                        <a:rPr lang="ko-KR" altLang="en-US" sz="800" dirty="0"/>
                        <a:t>이어서 학습하기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클릭 시 마지막 학습 위치로 이동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2: </a:t>
                      </a:r>
                      <a:r>
                        <a:rPr lang="ko-KR" altLang="en-US" sz="800" dirty="0"/>
                        <a:t>담은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학습 전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첫 번째 콘텐츠명 표시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"</a:t>
                      </a:r>
                      <a:r>
                        <a:rPr lang="ko-KR" altLang="en-US" sz="800" dirty="0"/>
                        <a:t>아직 학습을 시작하지 않았습니다</a:t>
                      </a:r>
                      <a:r>
                        <a:rPr lang="en-US" altLang="ko-KR" sz="800" dirty="0"/>
                        <a:t>." </a:t>
                      </a:r>
                      <a:r>
                        <a:rPr lang="ko-KR" altLang="en-US" sz="800" dirty="0"/>
                        <a:t>안내 문구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[</a:t>
                      </a:r>
                      <a:r>
                        <a:rPr lang="ko-KR" altLang="en-US" sz="800" dirty="0"/>
                        <a:t>학습하기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클릭 시 첫 번째 콘텐츠부터 학습 시작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[</a:t>
                      </a:r>
                      <a:r>
                        <a:rPr lang="ko-KR" altLang="en-US" sz="800" dirty="0"/>
                        <a:t>수정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클릭 시 </a:t>
                      </a:r>
                      <a:r>
                        <a:rPr lang="ko-KR" altLang="en-US" sz="800" dirty="0" err="1"/>
                        <a:t>학습모듈구성</a:t>
                      </a:r>
                      <a:r>
                        <a:rPr lang="ko-KR" altLang="en-US" sz="800" dirty="0"/>
                        <a:t> 수정 화면으로 이동 </a:t>
                      </a:r>
                      <a:r>
                        <a:rPr lang="en-US" altLang="ko-KR" sz="800" dirty="0"/>
                        <a:t>(V-HMR-02-002)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Case 3: </a:t>
                      </a:r>
                      <a:r>
                        <a:rPr lang="ko-KR" altLang="en-US" sz="800" dirty="0"/>
                        <a:t>담기 전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"</a:t>
                      </a:r>
                      <a:r>
                        <a:rPr lang="ko-KR" altLang="en-US" sz="800" dirty="0"/>
                        <a:t>이 모듈을 담으면 학습을 시작할 수 있어요</a:t>
                      </a:r>
                      <a:r>
                        <a:rPr lang="en-US" altLang="ko-KR" sz="800" dirty="0"/>
                        <a:t>" </a:t>
                      </a:r>
                      <a:r>
                        <a:rPr lang="ko-KR" altLang="en-US" sz="800" dirty="0"/>
                        <a:t>안내 문구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[</a:t>
                      </a:r>
                      <a:r>
                        <a:rPr lang="ko-KR" altLang="en-US" sz="800" dirty="0"/>
                        <a:t>모듈 담기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클릭 시 내 모듈로 복사되어 </a:t>
                      </a:r>
                      <a:r>
                        <a:rPr lang="en-US" altLang="ko-KR" sz="800" dirty="0"/>
                        <a:t>"</a:t>
                      </a:r>
                      <a:r>
                        <a:rPr lang="ko-KR" altLang="en-US" sz="800" dirty="0"/>
                        <a:t>내가 담은 모듈</a:t>
                      </a:r>
                      <a:r>
                        <a:rPr lang="en-US" altLang="ko-KR" sz="800" dirty="0"/>
                        <a:t>"</a:t>
                      </a:r>
                      <a:r>
                        <a:rPr lang="ko-KR" altLang="en-US" sz="800" dirty="0"/>
                        <a:t>에 추가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0598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DF9B883-886F-C8E8-62F1-69AD8C5D040C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2BE34-E34F-2607-3941-FB62BF06F996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A660CE-3CB4-1E33-6E25-2CAEA9A492E5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V-HMR-04-006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0AE2FB-E3D6-B616-FD1E-5B0E3B6B810D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1ADE016-394C-59C2-0AA6-827F0EBFC972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96388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BEFBB08-B4A8-46BC-D73B-AD94D9F1CFB0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모듈학습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65FB57D-B697-0312-214C-0B61B1AB1C95}"/>
              </a:ext>
            </a:extLst>
          </p:cNvPr>
          <p:cNvSpPr/>
          <p:nvPr/>
        </p:nvSpPr>
        <p:spPr bwMode="auto">
          <a:xfrm>
            <a:off x="1553093" y="873126"/>
            <a:ext cx="7953574" cy="157626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noFill/>
            <a:prstDash val="solid"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바탕" pitchFamily="18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6A4C73D-55E3-EEAC-9A50-87B0D035A75A}"/>
              </a:ext>
            </a:extLst>
          </p:cNvPr>
          <p:cNvGrpSpPr/>
          <p:nvPr/>
        </p:nvGrpSpPr>
        <p:grpSpPr>
          <a:xfrm>
            <a:off x="1692273" y="989717"/>
            <a:ext cx="2809466" cy="1337543"/>
            <a:chOff x="5617382" y="4110731"/>
            <a:chExt cx="1928564" cy="883141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CD2BB21-E169-B764-654B-5044A26B8681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14A7E32E-9CE5-8059-31AB-C57A64C72E0C}"/>
                </a:ext>
              </a:extLst>
            </p:cNvPr>
            <p:cNvGrpSpPr/>
            <p:nvPr/>
          </p:nvGrpSpPr>
          <p:grpSpPr>
            <a:xfrm>
              <a:off x="5643207" y="4110731"/>
              <a:ext cx="1902739" cy="853414"/>
              <a:chOff x="5662257" y="4115456"/>
              <a:chExt cx="1828495" cy="820114"/>
            </a:xfrm>
          </p:grpSpPr>
          <p:sp>
            <p:nvSpPr>
              <p:cNvPr id="224" name="직사각형 223">
                <a:extLst>
                  <a:ext uri="{FF2B5EF4-FFF2-40B4-BE49-F238E27FC236}">
                    <a16:creationId xmlns:a16="http://schemas.microsoft.com/office/drawing/2014/main" id="{92BB0031-3372-136D-A1FC-51B021AA8212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25" name="그룹 224">
                <a:extLst>
                  <a:ext uri="{FF2B5EF4-FFF2-40B4-BE49-F238E27FC236}">
                    <a16:creationId xmlns:a16="http://schemas.microsoft.com/office/drawing/2014/main" id="{10C33E54-348E-D194-6696-51136256437E}"/>
                  </a:ext>
                </a:extLst>
              </p:cNvPr>
              <p:cNvGrpSpPr/>
              <p:nvPr/>
            </p:nvGrpSpPr>
            <p:grpSpPr>
              <a:xfrm>
                <a:off x="5662257" y="4115456"/>
                <a:ext cx="1828495" cy="812999"/>
                <a:chOff x="5642911" y="1570812"/>
                <a:chExt cx="1662434" cy="878264"/>
              </a:xfrm>
            </p:grpSpPr>
            <p:cxnSp>
              <p:nvCxnSpPr>
                <p:cNvPr id="226" name="직선 연결선 225">
                  <a:extLst>
                    <a:ext uri="{FF2B5EF4-FFF2-40B4-BE49-F238E27FC236}">
                      <a16:creationId xmlns:a16="http://schemas.microsoft.com/office/drawing/2014/main" id="{DB33622A-80D1-4B2E-68B5-660FFCA5FC49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27" name="직선 연결선 226">
                  <a:extLst>
                    <a:ext uri="{FF2B5EF4-FFF2-40B4-BE49-F238E27FC236}">
                      <a16:creationId xmlns:a16="http://schemas.microsoft.com/office/drawing/2014/main" id="{7B5EA676-7C71-0D0A-B1AF-75F4EADB3A06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8FEBCC3F-EDF7-689E-BF6E-E615B0BDD563}"/>
                    </a:ext>
                  </a:extLst>
                </p:cNvPr>
                <p:cNvSpPr txBox="1"/>
                <p:nvPr/>
              </p:nvSpPr>
              <p:spPr>
                <a:xfrm>
                  <a:off x="5656421" y="1900729"/>
                  <a:ext cx="1648924" cy="184039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15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1500" b="1" dirty="0">
                    <a:latin typeface="+mn-ea"/>
                    <a:ea typeface="+mn-ea"/>
                  </a:endParaRPr>
                </a:p>
              </p:txBody>
            </p:sp>
          </p:grpSp>
        </p:grpSp>
      </p:grpSp>
      <p:sp>
        <p:nvSpPr>
          <p:cNvPr id="229" name="TextBox 228">
            <a:extLst>
              <a:ext uri="{FF2B5EF4-FFF2-40B4-BE49-F238E27FC236}">
                <a16:creationId xmlns:a16="http://schemas.microsoft.com/office/drawing/2014/main" id="{0C4BA824-E77B-AEFA-9E5F-BF1E012379CC}"/>
              </a:ext>
            </a:extLst>
          </p:cNvPr>
          <p:cNvSpPr txBox="1"/>
          <p:nvPr/>
        </p:nvSpPr>
        <p:spPr>
          <a:xfrm>
            <a:off x="4639235" y="904840"/>
            <a:ext cx="4591247" cy="1077218"/>
          </a:xfrm>
          <a:prstGeom prst="rect">
            <a:avLst/>
          </a:prstGeom>
          <a:noFill/>
        </p:spPr>
        <p:txBody>
          <a:bodyPr wrap="square" lIns="72000" rIns="72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 err="1">
                <a:latin typeface="+mn-ea"/>
                <a:ea typeface="+mn-ea"/>
              </a:rPr>
              <a:t>번아웃</a:t>
            </a:r>
            <a:r>
              <a:rPr lang="ko-KR" altLang="en-US" sz="1200" b="1" dirty="0">
                <a:latin typeface="+mn-ea"/>
                <a:ea typeface="+mn-ea"/>
              </a:rPr>
              <a:t> 없이 지속 가능한 교직 생활을 위한 마음 건강 관리</a:t>
            </a:r>
            <a:endParaRPr lang="en-US" altLang="ko-KR" sz="12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 err="1">
                <a:latin typeface="+mn-ea"/>
                <a:ea typeface="+mn-ea"/>
              </a:rPr>
              <a:t>김코칭</a:t>
            </a:r>
            <a:r>
              <a:rPr lang="ko-KR" altLang="en-US" sz="1000" dirty="0">
                <a:latin typeface="+mn-ea"/>
                <a:ea typeface="+mn-ea"/>
              </a:rPr>
              <a:t> 선생님</a:t>
            </a:r>
            <a:endParaRPr lang="en-US" altLang="ko-KR" sz="1000" dirty="0">
              <a:latin typeface="+mn-ea"/>
              <a:ea typeface="+mn-ea"/>
            </a:endParaRPr>
          </a:p>
          <a:p>
            <a:r>
              <a:rPr lang="en-US" altLang="ko-KR" sz="1000" dirty="0">
                <a:solidFill>
                  <a:schemeClr val="tx1"/>
                </a:solidFill>
                <a:latin typeface="+mn-ea"/>
                <a:ea typeface="+mn-ea"/>
              </a:rPr>
              <a:t>#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ea typeface="+mn-ea"/>
              </a:rPr>
              <a:t>자기개발</a:t>
            </a:r>
            <a:endParaRPr lang="en-US" altLang="ko-KR" sz="1000" dirty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  <a:p>
            <a:endParaRPr lang="en-US" altLang="ko-KR" sz="300" dirty="0">
              <a:solidFill>
                <a:schemeClr val="tx1">
                  <a:lumMod val="50000"/>
                  <a:lumOff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9D889A79-7B32-A475-F362-4BE94ABDBC08}"/>
              </a:ext>
            </a:extLst>
          </p:cNvPr>
          <p:cNvSpPr txBox="1"/>
          <p:nvPr/>
        </p:nvSpPr>
        <p:spPr>
          <a:xfrm>
            <a:off x="4627481" y="1770710"/>
            <a:ext cx="3409106" cy="601190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총 </a:t>
            </a:r>
            <a:r>
              <a:rPr lang="en-US" altLang="ko-KR" sz="1000" dirty="0">
                <a:latin typeface="+mn-ea"/>
                <a:ea typeface="+mn-ea"/>
              </a:rPr>
              <a:t>3</a:t>
            </a:r>
            <a:r>
              <a:rPr lang="ko-KR" altLang="en-US" sz="1000" dirty="0">
                <a:latin typeface="+mn-ea"/>
                <a:ea typeface="+mn-ea"/>
              </a:rPr>
              <a:t>개 콘텐츠 </a:t>
            </a:r>
            <a:r>
              <a:rPr lang="en-US" altLang="ko-KR" sz="1000" dirty="0">
                <a:latin typeface="+mn-ea"/>
                <a:ea typeface="+mn-ea"/>
              </a:rPr>
              <a:t>| 120</a:t>
            </a:r>
            <a:r>
              <a:rPr lang="ko-KR" altLang="en-US" sz="1000" dirty="0">
                <a:latin typeface="+mn-ea"/>
                <a:ea typeface="+mn-ea"/>
              </a:rPr>
              <a:t>분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| </a:t>
            </a:r>
            <a:endParaRPr lang="en-US" altLang="ko-KR" sz="1000" dirty="0">
              <a:latin typeface="+mn-ea"/>
              <a:ea typeface="+mn-ea"/>
            </a:endParaRPr>
          </a:p>
          <a:p>
            <a:r>
              <a:rPr lang="en-US" altLang="ko-KR" sz="1000" dirty="0">
                <a:latin typeface="+mn-ea"/>
                <a:ea typeface="+mn-ea"/>
              </a:rPr>
              <a:t>★★★★☆ 4.8 | 156</a:t>
            </a:r>
            <a:r>
              <a:rPr lang="ko-KR" altLang="en-US" sz="1000" dirty="0">
                <a:latin typeface="+mn-ea"/>
                <a:ea typeface="+mn-ea"/>
              </a:rPr>
              <a:t>명 완료 </a:t>
            </a:r>
            <a:r>
              <a:rPr lang="en-US" altLang="ko-KR" sz="1000" dirty="0">
                <a:latin typeface="+mn-ea"/>
                <a:ea typeface="+mn-ea"/>
              </a:rPr>
              <a:t>| </a:t>
            </a:r>
            <a:r>
              <a:rPr lang="en-US" altLang="ko-KR" sz="1000" dirty="0"/>
              <a:t>87</a:t>
            </a:r>
            <a:r>
              <a:rPr lang="ko-KR" altLang="en-US" sz="1000" dirty="0"/>
              <a:t>명 담음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+mn-ea"/>
                <a:ea typeface="+mn-ea"/>
              </a:rPr>
              <a:t>등록일 </a:t>
            </a:r>
            <a:r>
              <a:rPr lang="en-US" altLang="ko-KR" sz="1000" dirty="0">
                <a:latin typeface="+mn-ea"/>
                <a:ea typeface="+mn-ea"/>
              </a:rPr>
              <a:t>: 2025-03-01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67E37790-2BDA-D919-94DD-561AD7464769}"/>
              </a:ext>
            </a:extLst>
          </p:cNvPr>
          <p:cNvSpPr txBox="1"/>
          <p:nvPr/>
        </p:nvSpPr>
        <p:spPr>
          <a:xfrm>
            <a:off x="1547981" y="2481100"/>
            <a:ext cx="5758752" cy="4148298"/>
          </a:xfrm>
          <a:prstGeom prst="rect">
            <a:avLst/>
          </a:prstGeom>
          <a:solidFill>
            <a:srgbClr val="F2F2F2">
              <a:alpha val="50196"/>
            </a:srgbClr>
          </a:solidFill>
        </p:spPr>
        <p:txBody>
          <a:bodyPr wrap="square" lIns="36000" rIns="36000" rtlCol="0" anchor="t">
            <a:noAutofit/>
          </a:bodyPr>
          <a:lstStyle/>
          <a:p>
            <a:pPr marL="72000"/>
            <a:endParaRPr lang="en-US" altLang="ko-KR" sz="900" b="1" dirty="0">
              <a:latin typeface="+mn-ea"/>
              <a:ea typeface="+mn-ea"/>
            </a:endParaRPr>
          </a:p>
          <a:p>
            <a:pPr marL="72000"/>
            <a:r>
              <a:rPr lang="ko-KR" altLang="en-US" sz="900" b="1" dirty="0">
                <a:latin typeface="+mn-ea"/>
                <a:ea typeface="+mn-ea"/>
              </a:rPr>
              <a:t>모듈 소개</a:t>
            </a:r>
            <a:endParaRPr lang="en-US" altLang="ko-KR" sz="900" b="1" dirty="0">
              <a:latin typeface="+mn-ea"/>
              <a:ea typeface="+mn-ea"/>
            </a:endParaRPr>
          </a:p>
          <a:p>
            <a:pPr marL="72000"/>
            <a:endParaRPr lang="en-US" altLang="ko-KR" sz="900" dirty="0">
              <a:latin typeface="+mn-ea"/>
              <a:ea typeface="+mn-ea"/>
            </a:endParaRPr>
          </a:p>
          <a:p>
            <a:pPr marL="72000"/>
            <a:r>
              <a:rPr lang="ko-KR" altLang="en-US" sz="900" dirty="0"/>
              <a:t>교사로서 지치지 않고 오래 행복하게 일하기 위한 마음 건강 관리법을 배웁니다</a:t>
            </a:r>
            <a:r>
              <a:rPr lang="en-US" altLang="ko-KR" sz="900" dirty="0"/>
              <a:t>. </a:t>
            </a:r>
            <a:r>
              <a:rPr lang="ko-KR" altLang="en-US" sz="900" dirty="0"/>
              <a:t>번아웃의 원인을 이해하고</a:t>
            </a:r>
            <a:r>
              <a:rPr lang="en-US" altLang="ko-KR" sz="900" dirty="0"/>
              <a:t>, </a:t>
            </a:r>
            <a:r>
              <a:rPr lang="ko-KR" altLang="en-US" sz="900" dirty="0"/>
              <a:t>제로 적용할 수 있는 </a:t>
            </a:r>
            <a:r>
              <a:rPr lang="ko-KR" altLang="en-US" sz="900" dirty="0" err="1"/>
              <a:t>셀프케어</a:t>
            </a:r>
            <a:r>
              <a:rPr lang="ko-KR" altLang="en-US" sz="900" dirty="0"/>
              <a:t> 전략을 익힐 수 있습니다</a:t>
            </a:r>
            <a:r>
              <a:rPr lang="en-US" altLang="ko-KR" sz="900" dirty="0"/>
              <a:t>.</a:t>
            </a:r>
            <a:endParaRPr lang="en-US" altLang="ko-KR" sz="900" dirty="0">
              <a:latin typeface="+mn-ea"/>
            </a:endParaRPr>
          </a:p>
          <a:p>
            <a:pPr marL="72000"/>
            <a:endParaRPr lang="en-US" altLang="ko-KR" sz="900" b="1" dirty="0">
              <a:latin typeface="+mn-ea"/>
            </a:endParaRPr>
          </a:p>
          <a:p>
            <a:pPr marL="72000"/>
            <a:endParaRPr lang="en-US" altLang="ko-KR" sz="900" b="1" dirty="0">
              <a:latin typeface="+mn-ea"/>
            </a:endParaRPr>
          </a:p>
          <a:p>
            <a:pPr marL="72000"/>
            <a:r>
              <a:rPr lang="ko-KR" altLang="en-US" sz="900" b="1" dirty="0">
                <a:latin typeface="+mn-ea"/>
              </a:rPr>
              <a:t>학습 모듈 목록</a:t>
            </a:r>
            <a:endParaRPr lang="en-US" altLang="ko-KR" sz="900" dirty="0">
              <a:latin typeface="+mn-ea"/>
              <a:ea typeface="+mn-ea"/>
            </a:endParaRPr>
          </a:p>
          <a:p>
            <a:pPr marL="72000"/>
            <a:endParaRPr lang="en-US" altLang="ko-KR" sz="9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72000"/>
            <a:r>
              <a:rPr lang="en-US" altLang="ko-KR" sz="900" dirty="0">
                <a:solidFill>
                  <a:schemeClr val="tx1"/>
                </a:solidFill>
                <a:latin typeface="+mn-ea"/>
                <a:ea typeface="+mn-ea"/>
              </a:rPr>
              <a:t>           </a:t>
            </a:r>
            <a:endParaRPr lang="ko-KR" altLang="ko-KR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8CB27D1C-6568-303B-0E80-34C034BAA0A9}"/>
              </a:ext>
            </a:extLst>
          </p:cNvPr>
          <p:cNvCxnSpPr>
            <a:cxnSpLocks/>
          </p:cNvCxnSpPr>
          <p:nvPr/>
        </p:nvCxnSpPr>
        <p:spPr>
          <a:xfrm>
            <a:off x="1645913" y="2852912"/>
            <a:ext cx="54068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1551EAF7-E51E-CA8C-4D53-C20B4BBA15AB}"/>
              </a:ext>
            </a:extLst>
          </p:cNvPr>
          <p:cNvSpPr/>
          <p:nvPr/>
        </p:nvSpPr>
        <p:spPr>
          <a:xfrm>
            <a:off x="7337552" y="2503000"/>
            <a:ext cx="2165242" cy="177741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4" name="사각형: 둥근 모서리 233">
            <a:extLst>
              <a:ext uri="{FF2B5EF4-FFF2-40B4-BE49-F238E27FC236}">
                <a16:creationId xmlns:a16="http://schemas.microsoft.com/office/drawing/2014/main" id="{F988EAE0-DBF9-CEF8-C6B2-4ABCBF5169FF}"/>
              </a:ext>
            </a:extLst>
          </p:cNvPr>
          <p:cNvSpPr/>
          <p:nvPr/>
        </p:nvSpPr>
        <p:spPr>
          <a:xfrm>
            <a:off x="7341425" y="2665618"/>
            <a:ext cx="2165242" cy="124149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6F64B7A-08A0-08A2-732F-103D7131F4C0}"/>
              </a:ext>
            </a:extLst>
          </p:cNvPr>
          <p:cNvSpPr txBox="1"/>
          <p:nvPr/>
        </p:nvSpPr>
        <p:spPr>
          <a:xfrm>
            <a:off x="7275204" y="2465860"/>
            <a:ext cx="2161369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1: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담은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담은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+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학습 중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36" name="직선 연결선 235">
            <a:extLst>
              <a:ext uri="{FF2B5EF4-FFF2-40B4-BE49-F238E27FC236}">
                <a16:creationId xmlns:a16="http://schemas.microsoft.com/office/drawing/2014/main" id="{3E7CCC8E-ED51-A635-610C-B88C823992D0}"/>
              </a:ext>
            </a:extLst>
          </p:cNvPr>
          <p:cNvCxnSpPr>
            <a:cxnSpLocks/>
          </p:cNvCxnSpPr>
          <p:nvPr/>
        </p:nvCxnSpPr>
        <p:spPr>
          <a:xfrm>
            <a:off x="1732418" y="4358294"/>
            <a:ext cx="0" cy="1566559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타원 236">
            <a:extLst>
              <a:ext uri="{FF2B5EF4-FFF2-40B4-BE49-F238E27FC236}">
                <a16:creationId xmlns:a16="http://schemas.microsoft.com/office/drawing/2014/main" id="{791C16E1-31D8-415E-921C-C3DDE9027553}"/>
              </a:ext>
            </a:extLst>
          </p:cNvPr>
          <p:cNvSpPr/>
          <p:nvPr/>
        </p:nvSpPr>
        <p:spPr>
          <a:xfrm>
            <a:off x="1632430" y="4153572"/>
            <a:ext cx="199976" cy="1999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CD32A511-D620-D4DF-B50C-ED8D64CD8EA1}"/>
              </a:ext>
            </a:extLst>
          </p:cNvPr>
          <p:cNvSpPr/>
          <p:nvPr/>
        </p:nvSpPr>
        <p:spPr>
          <a:xfrm>
            <a:off x="1909196" y="3837983"/>
            <a:ext cx="5143536" cy="831155"/>
          </a:xfrm>
          <a:prstGeom prst="roundRect">
            <a:avLst>
              <a:gd name="adj" fmla="val 10215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7DC94777-AFF5-B68E-268F-5FABE6AC6AD1}"/>
              </a:ext>
            </a:extLst>
          </p:cNvPr>
          <p:cNvGrpSpPr/>
          <p:nvPr/>
        </p:nvGrpSpPr>
        <p:grpSpPr>
          <a:xfrm>
            <a:off x="2017930" y="4027653"/>
            <a:ext cx="888255" cy="451814"/>
            <a:chOff x="3881483" y="978229"/>
            <a:chExt cx="2403430" cy="623266"/>
          </a:xfrm>
        </p:grpSpPr>
        <p:grpSp>
          <p:nvGrpSpPr>
            <p:cNvPr id="240" name="그룹 239">
              <a:extLst>
                <a:ext uri="{FF2B5EF4-FFF2-40B4-BE49-F238E27FC236}">
                  <a16:creationId xmlns:a16="http://schemas.microsoft.com/office/drawing/2014/main" id="{91B96ED3-2950-ED2C-30BE-FBCE01426DAA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872E6974-E77C-2C03-621C-E4341549CDDD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243" name="직선 연결선 242">
                <a:extLst>
                  <a:ext uri="{FF2B5EF4-FFF2-40B4-BE49-F238E27FC236}">
                    <a16:creationId xmlns:a16="http://schemas.microsoft.com/office/drawing/2014/main" id="{186ED042-45DF-D24C-3E98-30836D0A9CCC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4" name="직선 연결선 243">
                <a:extLst>
                  <a:ext uri="{FF2B5EF4-FFF2-40B4-BE49-F238E27FC236}">
                    <a16:creationId xmlns:a16="http://schemas.microsoft.com/office/drawing/2014/main" id="{8A48456B-6A06-9075-53CC-660137FA6BAA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96F483A2-4782-8BC6-8A3A-F40FCAE83B33}"/>
                </a:ext>
              </a:extLst>
            </p:cNvPr>
            <p:cNvSpPr txBox="1"/>
            <p:nvPr/>
          </p:nvSpPr>
          <p:spPr>
            <a:xfrm>
              <a:off x="3901078" y="1152537"/>
              <a:ext cx="2364242" cy="10132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altLang="ko-KR" sz="800" b="1" dirty="0" err="1">
                  <a:latin typeface="+mn-ea"/>
                  <a:ea typeface="+mn-ea"/>
                </a:rPr>
                <a:t>img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245" name="TextBox 244">
            <a:extLst>
              <a:ext uri="{FF2B5EF4-FFF2-40B4-BE49-F238E27FC236}">
                <a16:creationId xmlns:a16="http://schemas.microsoft.com/office/drawing/2014/main" id="{66937AA2-45BC-2B76-850B-9B15FC1110A7}"/>
              </a:ext>
            </a:extLst>
          </p:cNvPr>
          <p:cNvSpPr txBox="1"/>
          <p:nvPr/>
        </p:nvSpPr>
        <p:spPr>
          <a:xfrm>
            <a:off x="2963908" y="3907112"/>
            <a:ext cx="4004159" cy="677997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900" dirty="0">
                <a:latin typeface="+mn-ea"/>
                <a:ea typeface="+mn-ea"/>
              </a:rPr>
              <a:t>번아웃의 이해와 원인 분석</a:t>
            </a:r>
            <a:r>
              <a:rPr lang="en-US" altLang="ko-KR" sz="900" dirty="0">
                <a:latin typeface="+mn-ea"/>
                <a:ea typeface="+mn-ea"/>
              </a:rPr>
              <a:t>, </a:t>
            </a:r>
            <a:r>
              <a:rPr lang="ko-KR" altLang="en-US" sz="900" dirty="0">
                <a:latin typeface="+mn-ea"/>
                <a:ea typeface="+mn-ea"/>
              </a:rPr>
              <a:t>교사가 알아야 할 모든 것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spcAft>
                <a:spcPts val="200"/>
              </a:spcAft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번아웃이란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무엇인지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왜 발생하는지 알아봅니다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교사가 겪는 번아웃의 주요 원인과 초기 증상을 파악하여 스스로 점검할 수 있습니다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</a:p>
          <a:p>
            <a:pPr>
              <a:spcAft>
                <a:spcPts val="200"/>
              </a:spcAft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46" name="타원 245">
            <a:extLst>
              <a:ext uri="{FF2B5EF4-FFF2-40B4-BE49-F238E27FC236}">
                <a16:creationId xmlns:a16="http://schemas.microsoft.com/office/drawing/2014/main" id="{EC8ED914-6557-ADEF-D768-4968103D2FE8}"/>
              </a:ext>
            </a:extLst>
          </p:cNvPr>
          <p:cNvSpPr/>
          <p:nvPr/>
        </p:nvSpPr>
        <p:spPr>
          <a:xfrm>
            <a:off x="1632430" y="5029872"/>
            <a:ext cx="199976" cy="1999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사각형: 둥근 모서리 246">
            <a:extLst>
              <a:ext uri="{FF2B5EF4-FFF2-40B4-BE49-F238E27FC236}">
                <a16:creationId xmlns:a16="http://schemas.microsoft.com/office/drawing/2014/main" id="{1CB7FD90-CA6A-A2EB-B32A-000A3C421F8F}"/>
              </a:ext>
            </a:extLst>
          </p:cNvPr>
          <p:cNvSpPr/>
          <p:nvPr/>
        </p:nvSpPr>
        <p:spPr>
          <a:xfrm>
            <a:off x="1909196" y="4714283"/>
            <a:ext cx="5143536" cy="831155"/>
          </a:xfrm>
          <a:prstGeom prst="roundRect">
            <a:avLst>
              <a:gd name="adj" fmla="val 10215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8" name="그룹 247">
            <a:extLst>
              <a:ext uri="{FF2B5EF4-FFF2-40B4-BE49-F238E27FC236}">
                <a16:creationId xmlns:a16="http://schemas.microsoft.com/office/drawing/2014/main" id="{912319DE-78E4-F516-EF1E-C152D1D2865A}"/>
              </a:ext>
            </a:extLst>
          </p:cNvPr>
          <p:cNvGrpSpPr/>
          <p:nvPr/>
        </p:nvGrpSpPr>
        <p:grpSpPr>
          <a:xfrm>
            <a:off x="2017930" y="4903953"/>
            <a:ext cx="888255" cy="451814"/>
            <a:chOff x="3881483" y="978229"/>
            <a:chExt cx="2403430" cy="623266"/>
          </a:xfrm>
        </p:grpSpPr>
        <p:grpSp>
          <p:nvGrpSpPr>
            <p:cNvPr id="249" name="그룹 248">
              <a:extLst>
                <a:ext uri="{FF2B5EF4-FFF2-40B4-BE49-F238E27FC236}">
                  <a16:creationId xmlns:a16="http://schemas.microsoft.com/office/drawing/2014/main" id="{3AE33200-186D-5CC0-67B8-0DE384CA6B8A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251" name="직사각형 250">
                <a:extLst>
                  <a:ext uri="{FF2B5EF4-FFF2-40B4-BE49-F238E27FC236}">
                    <a16:creationId xmlns:a16="http://schemas.microsoft.com/office/drawing/2014/main" id="{BED68481-0812-E823-788B-538F1AD7CC04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252" name="직선 연결선 251">
                <a:extLst>
                  <a:ext uri="{FF2B5EF4-FFF2-40B4-BE49-F238E27FC236}">
                    <a16:creationId xmlns:a16="http://schemas.microsoft.com/office/drawing/2014/main" id="{39BBC4F7-FA2E-EB21-B192-CF8126749CCE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3" name="직선 연결선 122">
                <a:extLst>
                  <a:ext uri="{FF2B5EF4-FFF2-40B4-BE49-F238E27FC236}">
                    <a16:creationId xmlns:a16="http://schemas.microsoft.com/office/drawing/2014/main" id="{9C0475E9-8A46-4232-1E1C-580D23BB6E32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1FB036F0-9570-B0EB-4094-EE61FDF0BFCD}"/>
                </a:ext>
              </a:extLst>
            </p:cNvPr>
            <p:cNvSpPr txBox="1"/>
            <p:nvPr/>
          </p:nvSpPr>
          <p:spPr>
            <a:xfrm>
              <a:off x="3901078" y="1152537"/>
              <a:ext cx="2364242" cy="10132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altLang="ko-KR" sz="800" b="1" dirty="0" err="1">
                  <a:latin typeface="+mn-ea"/>
                  <a:ea typeface="+mn-ea"/>
                </a:rPr>
                <a:t>img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160F3DD7-C17E-B232-1237-7ECBA7268320}"/>
              </a:ext>
            </a:extLst>
          </p:cNvPr>
          <p:cNvSpPr txBox="1"/>
          <p:nvPr/>
        </p:nvSpPr>
        <p:spPr>
          <a:xfrm>
            <a:off x="2963908" y="4783412"/>
            <a:ext cx="4004159" cy="529238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900" dirty="0">
                <a:latin typeface="+mn-ea"/>
                <a:ea typeface="+mn-ea"/>
              </a:rPr>
              <a:t>스트레스 관리 실천 전략과 일상에서 적용하는 방법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spcAft>
                <a:spcPts val="200"/>
              </a:spcAft>
            </a:pP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일상에서 바로 적용할 수 있는 스트레스 관리 방법을 배웁니다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호흡법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마인드풀니스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등 실천 가능한 전략을 익힙니다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0532C68-2602-8FEE-5041-6DBCA5B63099}"/>
              </a:ext>
            </a:extLst>
          </p:cNvPr>
          <p:cNvSpPr txBox="1"/>
          <p:nvPr/>
        </p:nvSpPr>
        <p:spPr>
          <a:xfrm>
            <a:off x="6177507" y="4411629"/>
            <a:ext cx="820235" cy="195814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algn="r"/>
            <a:r>
              <a:rPr lang="ko-KR" altLang="en-US" sz="800" u="sng" dirty="0">
                <a:latin typeface="+mn-ea"/>
                <a:ea typeface="+mn-ea"/>
              </a:rPr>
              <a:t>컨텐츠 </a:t>
            </a:r>
            <a:r>
              <a:rPr lang="ko-KR" altLang="en-US" sz="800" u="sng" dirty="0" err="1">
                <a:latin typeface="+mn-ea"/>
                <a:ea typeface="+mn-ea"/>
              </a:rPr>
              <a:t>더보기</a:t>
            </a:r>
            <a:endParaRPr lang="ko-KR" altLang="en-US" sz="1000" u="sng" dirty="0">
              <a:latin typeface="+mn-ea"/>
              <a:ea typeface="+mn-ea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0059381-3A90-B8FC-D38A-7F62F6BA8CE5}"/>
              </a:ext>
            </a:extLst>
          </p:cNvPr>
          <p:cNvSpPr txBox="1"/>
          <p:nvPr/>
        </p:nvSpPr>
        <p:spPr>
          <a:xfrm>
            <a:off x="6177507" y="5291674"/>
            <a:ext cx="820235" cy="195814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algn="r"/>
            <a:r>
              <a:rPr lang="ko-KR" altLang="en-US" sz="800" u="sng" dirty="0">
                <a:latin typeface="+mn-ea"/>
                <a:ea typeface="+mn-ea"/>
              </a:rPr>
              <a:t>컨텐츠 </a:t>
            </a:r>
            <a:r>
              <a:rPr lang="ko-KR" altLang="en-US" sz="800" u="sng" dirty="0" err="1">
                <a:latin typeface="+mn-ea"/>
                <a:ea typeface="+mn-ea"/>
              </a:rPr>
              <a:t>더보기</a:t>
            </a:r>
            <a:endParaRPr lang="ko-KR" altLang="en-US" sz="1000" u="sng" dirty="0">
              <a:latin typeface="+mn-ea"/>
              <a:ea typeface="+mn-ea"/>
            </a:endParaRP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EFFD74B-AFC1-6597-A0E8-3B81B2B0CFFB}"/>
              </a:ext>
            </a:extLst>
          </p:cNvPr>
          <p:cNvCxnSpPr>
            <a:cxnSpLocks/>
          </p:cNvCxnSpPr>
          <p:nvPr/>
        </p:nvCxnSpPr>
        <p:spPr>
          <a:xfrm>
            <a:off x="1645913" y="3700842"/>
            <a:ext cx="54068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E71739F3-9B88-0BE5-7956-1FE1AA29A695}"/>
              </a:ext>
            </a:extLst>
          </p:cNvPr>
          <p:cNvSpPr txBox="1"/>
          <p:nvPr/>
        </p:nvSpPr>
        <p:spPr>
          <a:xfrm>
            <a:off x="7360506" y="2658600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46EF0CE8-41E1-03D7-B902-0F27CCE49D36}"/>
              </a:ext>
            </a:extLst>
          </p:cNvPr>
          <p:cNvSpPr txBox="1"/>
          <p:nvPr/>
        </p:nvSpPr>
        <p:spPr>
          <a:xfrm>
            <a:off x="7337552" y="2850644"/>
            <a:ext cx="2071066" cy="513850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800" b="1" dirty="0">
                <a:latin typeface="+mn-ea"/>
                <a:ea typeface="+mn-ea"/>
              </a:rPr>
              <a:t>2. </a:t>
            </a:r>
            <a:r>
              <a:rPr lang="ko-KR" altLang="en-US" sz="800" b="1" dirty="0">
                <a:latin typeface="+mn-ea"/>
                <a:ea typeface="+mn-ea"/>
              </a:rPr>
              <a:t>스트레스 관리 실천 전략과 일상에서 적용하는 방법</a:t>
            </a:r>
          </a:p>
          <a:p>
            <a:pPr marL="108000">
              <a:spcAft>
                <a:spcPts val="200"/>
              </a:spcAft>
            </a:pP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258" name="타원 257">
            <a:extLst>
              <a:ext uri="{FF2B5EF4-FFF2-40B4-BE49-F238E27FC236}">
                <a16:creationId xmlns:a16="http://schemas.microsoft.com/office/drawing/2014/main" id="{630A40D7-1816-A627-086F-19CEF70746BA}"/>
              </a:ext>
            </a:extLst>
          </p:cNvPr>
          <p:cNvSpPr/>
          <p:nvPr/>
        </p:nvSpPr>
        <p:spPr>
          <a:xfrm>
            <a:off x="7489366" y="3259130"/>
            <a:ext cx="115450" cy="11545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CEAE3094-7D45-0301-3446-654BF68BB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847" y="3242328"/>
            <a:ext cx="149055" cy="149055"/>
          </a:xfrm>
          <a:prstGeom prst="rect">
            <a:avLst/>
          </a:prstGeom>
        </p:spPr>
      </p:pic>
      <p:sp>
        <p:nvSpPr>
          <p:cNvPr id="260" name="모서리가 둥근 직사각형 10">
            <a:extLst>
              <a:ext uri="{FF2B5EF4-FFF2-40B4-BE49-F238E27FC236}">
                <a16:creationId xmlns:a16="http://schemas.microsoft.com/office/drawing/2014/main" id="{06502FA4-BC4C-D934-97A3-6937374054AA}"/>
              </a:ext>
            </a:extLst>
          </p:cNvPr>
          <p:cNvSpPr/>
          <p:nvPr/>
        </p:nvSpPr>
        <p:spPr>
          <a:xfrm>
            <a:off x="7472849" y="3441038"/>
            <a:ext cx="1935769" cy="6555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1" name="모서리가 둥근 직사각형 46">
            <a:extLst>
              <a:ext uri="{FF2B5EF4-FFF2-40B4-BE49-F238E27FC236}">
                <a16:creationId xmlns:a16="http://schemas.microsoft.com/office/drawing/2014/main" id="{8F0A7602-912D-5F8D-98B8-4D1DCBC50E92}"/>
              </a:ext>
            </a:extLst>
          </p:cNvPr>
          <p:cNvSpPr/>
          <p:nvPr/>
        </p:nvSpPr>
        <p:spPr>
          <a:xfrm>
            <a:off x="7472851" y="3441038"/>
            <a:ext cx="859442" cy="6555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B6EDCF24-EEC1-CD3A-1809-EDA634F5B1F2}"/>
              </a:ext>
            </a:extLst>
          </p:cNvPr>
          <p:cNvSpPr txBox="1"/>
          <p:nvPr/>
        </p:nvSpPr>
        <p:spPr>
          <a:xfrm>
            <a:off x="7583679" y="3212219"/>
            <a:ext cx="519611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ko-KR" altLang="en-US" sz="800" dirty="0" err="1">
                <a:solidFill>
                  <a:schemeClr val="tx1"/>
                </a:solidFill>
                <a:latin typeface="+mn-ea"/>
                <a:ea typeface="+mn-ea"/>
              </a:rPr>
              <a:t>학습중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A41A5CBB-1D61-6A07-FA5D-92B58CE4C542}"/>
              </a:ext>
            </a:extLst>
          </p:cNvPr>
          <p:cNvSpPr txBox="1"/>
          <p:nvPr/>
        </p:nvSpPr>
        <p:spPr>
          <a:xfrm>
            <a:off x="8899444" y="3245543"/>
            <a:ext cx="591088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2/6 (30%)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1692D1EC-C3B1-5D74-AC86-0B51E1AE6BF8}"/>
              </a:ext>
            </a:extLst>
          </p:cNvPr>
          <p:cNvCxnSpPr>
            <a:cxnSpLocks/>
          </p:cNvCxnSpPr>
          <p:nvPr/>
        </p:nvCxnSpPr>
        <p:spPr>
          <a:xfrm>
            <a:off x="7338515" y="2874335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Input">
            <a:extLst>
              <a:ext uri="{FF2B5EF4-FFF2-40B4-BE49-F238E27FC236}">
                <a16:creationId xmlns:a16="http://schemas.microsoft.com/office/drawing/2014/main" id="{3F4A3DAD-14F1-E0E4-D07F-9FE6543C1723}"/>
              </a:ext>
            </a:extLst>
          </p:cNvPr>
          <p:cNvSpPr/>
          <p:nvPr/>
        </p:nvSpPr>
        <p:spPr>
          <a:xfrm>
            <a:off x="7941843" y="3608883"/>
            <a:ext cx="964406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이어서 학습하기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66" name="타원 265">
            <a:extLst>
              <a:ext uri="{FF2B5EF4-FFF2-40B4-BE49-F238E27FC236}">
                <a16:creationId xmlns:a16="http://schemas.microsoft.com/office/drawing/2014/main" id="{6BDCD337-1F55-562C-C75F-6588EFBE0D65}"/>
              </a:ext>
            </a:extLst>
          </p:cNvPr>
          <p:cNvSpPr/>
          <p:nvPr/>
        </p:nvSpPr>
        <p:spPr>
          <a:xfrm>
            <a:off x="1633281" y="5928405"/>
            <a:ext cx="199976" cy="1999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7" name="사각형: 둥근 모서리 266">
            <a:extLst>
              <a:ext uri="{FF2B5EF4-FFF2-40B4-BE49-F238E27FC236}">
                <a16:creationId xmlns:a16="http://schemas.microsoft.com/office/drawing/2014/main" id="{F82C15C9-637F-8892-11DD-D0E5AF28017E}"/>
              </a:ext>
            </a:extLst>
          </p:cNvPr>
          <p:cNvSpPr/>
          <p:nvPr/>
        </p:nvSpPr>
        <p:spPr>
          <a:xfrm>
            <a:off x="1910047" y="5612816"/>
            <a:ext cx="5143536" cy="831155"/>
          </a:xfrm>
          <a:prstGeom prst="roundRect">
            <a:avLst>
              <a:gd name="adj" fmla="val 10215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8F978F16-4D69-7330-8B09-953123E89003}"/>
              </a:ext>
            </a:extLst>
          </p:cNvPr>
          <p:cNvGrpSpPr/>
          <p:nvPr/>
        </p:nvGrpSpPr>
        <p:grpSpPr>
          <a:xfrm>
            <a:off x="2018781" y="5802486"/>
            <a:ext cx="888255" cy="451814"/>
            <a:chOff x="3881483" y="978229"/>
            <a:chExt cx="2403430" cy="623266"/>
          </a:xfrm>
        </p:grpSpPr>
        <p:grpSp>
          <p:nvGrpSpPr>
            <p:cNvPr id="269" name="그룹 268">
              <a:extLst>
                <a:ext uri="{FF2B5EF4-FFF2-40B4-BE49-F238E27FC236}">
                  <a16:creationId xmlns:a16="http://schemas.microsoft.com/office/drawing/2014/main" id="{315854BA-884F-9EC1-8FFD-8BF451A3581D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271" name="직사각형 270">
                <a:extLst>
                  <a:ext uri="{FF2B5EF4-FFF2-40B4-BE49-F238E27FC236}">
                    <a16:creationId xmlns:a16="http://schemas.microsoft.com/office/drawing/2014/main" id="{B6820CFE-61A7-7E96-DF1E-7EF24EF2CB73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272" name="직선 연결선 271">
                <a:extLst>
                  <a:ext uri="{FF2B5EF4-FFF2-40B4-BE49-F238E27FC236}">
                    <a16:creationId xmlns:a16="http://schemas.microsoft.com/office/drawing/2014/main" id="{DCDD8418-C245-F493-BD19-340DCED27695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3" name="직선 연결선 272">
                <a:extLst>
                  <a:ext uri="{FF2B5EF4-FFF2-40B4-BE49-F238E27FC236}">
                    <a16:creationId xmlns:a16="http://schemas.microsoft.com/office/drawing/2014/main" id="{CD4429EF-4805-AA69-36E8-211C7ADB44AD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F43EE3FD-AE04-C823-4B33-FFC405F5D5CC}"/>
                </a:ext>
              </a:extLst>
            </p:cNvPr>
            <p:cNvSpPr txBox="1"/>
            <p:nvPr/>
          </p:nvSpPr>
          <p:spPr>
            <a:xfrm>
              <a:off x="3901078" y="1152537"/>
              <a:ext cx="2364242" cy="101322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altLang="ko-KR" sz="800" b="1" dirty="0" err="1">
                  <a:latin typeface="+mn-ea"/>
                  <a:ea typeface="+mn-ea"/>
                </a:rPr>
                <a:t>img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274" name="TextBox 273">
            <a:extLst>
              <a:ext uri="{FF2B5EF4-FFF2-40B4-BE49-F238E27FC236}">
                <a16:creationId xmlns:a16="http://schemas.microsoft.com/office/drawing/2014/main" id="{3C12BA83-C5A3-1883-2A96-966C9F1C9940}"/>
              </a:ext>
            </a:extLst>
          </p:cNvPr>
          <p:cNvSpPr txBox="1"/>
          <p:nvPr/>
        </p:nvSpPr>
        <p:spPr>
          <a:xfrm>
            <a:off x="2964759" y="5681945"/>
            <a:ext cx="4003308" cy="677997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900" dirty="0">
                <a:latin typeface="+mn-ea"/>
                <a:ea typeface="+mn-ea"/>
              </a:rPr>
              <a:t>마음 건강 </a:t>
            </a:r>
            <a:r>
              <a:rPr lang="ko-KR" altLang="en-US" sz="900" dirty="0" err="1">
                <a:latin typeface="+mn-ea"/>
                <a:ea typeface="+mn-ea"/>
              </a:rPr>
              <a:t>셀프케어</a:t>
            </a:r>
            <a:r>
              <a:rPr lang="ko-KR" altLang="en-US" sz="900" dirty="0">
                <a:latin typeface="+mn-ea"/>
                <a:ea typeface="+mn-ea"/>
              </a:rPr>
              <a:t> 루틴 만들기</a:t>
            </a:r>
            <a:r>
              <a:rPr lang="en-US" altLang="ko-KR" sz="900" dirty="0">
                <a:latin typeface="+mn-ea"/>
                <a:ea typeface="+mn-ea"/>
              </a:rPr>
              <a:t>, </a:t>
            </a:r>
            <a:r>
              <a:rPr lang="ko-KR" altLang="en-US" sz="900" dirty="0">
                <a:latin typeface="+mn-ea"/>
                <a:ea typeface="+mn-ea"/>
              </a:rPr>
              <a:t>아침부터 저녁까지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spcAft>
                <a:spcPts val="200"/>
              </a:spcAft>
            </a:pP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아침부터 저녁까지 하루 일과에 맞춘 </a:t>
            </a: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셀프케어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루틴을 설계합니다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출근 전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수업 중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퇴근 후 각 시간대별 실천법을 알려드립니다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</a:p>
          <a:p>
            <a:pPr>
              <a:spcAft>
                <a:spcPts val="200"/>
              </a:spcAft>
            </a:pP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6DD63043-E3CF-2B2A-F086-F201648ABF8A}"/>
              </a:ext>
            </a:extLst>
          </p:cNvPr>
          <p:cNvSpPr txBox="1"/>
          <p:nvPr/>
        </p:nvSpPr>
        <p:spPr>
          <a:xfrm>
            <a:off x="6178358" y="6186462"/>
            <a:ext cx="820235" cy="195814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algn="r"/>
            <a:r>
              <a:rPr lang="ko-KR" altLang="en-US" sz="800" u="sng" dirty="0">
                <a:latin typeface="+mn-ea"/>
                <a:ea typeface="+mn-ea"/>
              </a:rPr>
              <a:t>콘텐츠 </a:t>
            </a:r>
            <a:r>
              <a:rPr lang="ko-KR" altLang="en-US" sz="800" u="sng" dirty="0" err="1">
                <a:latin typeface="+mn-ea"/>
                <a:ea typeface="+mn-ea"/>
              </a:rPr>
              <a:t>더보기</a:t>
            </a:r>
            <a:endParaRPr lang="ko-KR" altLang="en-US" sz="1000" u="sng" dirty="0">
              <a:latin typeface="+mn-ea"/>
              <a:ea typeface="+mn-ea"/>
            </a:endParaRPr>
          </a:p>
        </p:txBody>
      </p: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CC516893-1C7E-71B0-218A-2CD2C5723FC0}"/>
              </a:ext>
            </a:extLst>
          </p:cNvPr>
          <p:cNvSpPr/>
          <p:nvPr/>
        </p:nvSpPr>
        <p:spPr>
          <a:xfrm>
            <a:off x="7337552" y="3935731"/>
            <a:ext cx="2169115" cy="167323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F02D7F73-B6EC-D2CF-ED4B-0896A8E6B7F2}"/>
              </a:ext>
            </a:extLst>
          </p:cNvPr>
          <p:cNvSpPr txBox="1"/>
          <p:nvPr/>
        </p:nvSpPr>
        <p:spPr>
          <a:xfrm>
            <a:off x="7341425" y="3898591"/>
            <a:ext cx="2028929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2: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담은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담은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+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학습 전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8" name="사각형: 둥근 모서리 277">
            <a:extLst>
              <a:ext uri="{FF2B5EF4-FFF2-40B4-BE49-F238E27FC236}">
                <a16:creationId xmlns:a16="http://schemas.microsoft.com/office/drawing/2014/main" id="{E9DFF75B-E434-08A3-81D0-29F927010506}"/>
              </a:ext>
            </a:extLst>
          </p:cNvPr>
          <p:cNvSpPr/>
          <p:nvPr/>
        </p:nvSpPr>
        <p:spPr>
          <a:xfrm>
            <a:off x="7341425" y="4103055"/>
            <a:ext cx="2165242" cy="110822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FBE77D38-05A0-C717-0287-8A6BAD70F040}"/>
              </a:ext>
            </a:extLst>
          </p:cNvPr>
          <p:cNvSpPr txBox="1"/>
          <p:nvPr/>
        </p:nvSpPr>
        <p:spPr>
          <a:xfrm>
            <a:off x="7360506" y="4096154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5D9343C5-9875-6427-E950-D54378D490F8}"/>
              </a:ext>
            </a:extLst>
          </p:cNvPr>
          <p:cNvSpPr txBox="1"/>
          <p:nvPr/>
        </p:nvSpPr>
        <p:spPr>
          <a:xfrm>
            <a:off x="7337552" y="4303948"/>
            <a:ext cx="2071066" cy="365091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800" b="1" dirty="0">
                <a:latin typeface="+mn-ea"/>
                <a:ea typeface="+mn-ea"/>
              </a:rPr>
              <a:t>1. </a:t>
            </a:r>
            <a:r>
              <a:rPr lang="ko-KR" altLang="en-US" sz="800" b="1" dirty="0">
                <a:latin typeface="+mn-ea"/>
                <a:ea typeface="+mn-ea"/>
              </a:rPr>
              <a:t>번아웃의 이해와 원인 분석</a:t>
            </a:r>
            <a:r>
              <a:rPr lang="en-US" altLang="ko-KR" sz="800" b="1" dirty="0">
                <a:latin typeface="+mn-ea"/>
                <a:ea typeface="+mn-ea"/>
              </a:rPr>
              <a:t>, </a:t>
            </a:r>
            <a:r>
              <a:rPr lang="ko-KR" altLang="en-US" sz="800" b="1" dirty="0">
                <a:latin typeface="+mn-ea"/>
                <a:ea typeface="+mn-ea"/>
              </a:rPr>
              <a:t>교사가 알아야 할 모든 것</a:t>
            </a:r>
          </a:p>
        </p:txBody>
      </p:sp>
      <p:cxnSp>
        <p:nvCxnSpPr>
          <p:cNvPr id="281" name="직선 연결선 280">
            <a:extLst>
              <a:ext uri="{FF2B5EF4-FFF2-40B4-BE49-F238E27FC236}">
                <a16:creationId xmlns:a16="http://schemas.microsoft.com/office/drawing/2014/main" id="{F3A70385-9D5E-F79F-254E-F608DB3213CF}"/>
              </a:ext>
            </a:extLst>
          </p:cNvPr>
          <p:cNvCxnSpPr>
            <a:cxnSpLocks/>
          </p:cNvCxnSpPr>
          <p:nvPr/>
        </p:nvCxnSpPr>
        <p:spPr>
          <a:xfrm>
            <a:off x="7338515" y="4311598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E70FCA18-C8DE-F7CB-ABAE-836A3000FACB}"/>
              </a:ext>
            </a:extLst>
          </p:cNvPr>
          <p:cNvSpPr txBox="1"/>
          <p:nvPr/>
        </p:nvSpPr>
        <p:spPr>
          <a:xfrm>
            <a:off x="7478240" y="4651745"/>
            <a:ext cx="1891613" cy="21544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ctr"/>
            <a:r>
              <a:rPr lang="ko-KR" altLang="en-US" sz="800" dirty="0"/>
              <a:t>아직 학습을 시작하지 않았습니다</a:t>
            </a:r>
            <a:r>
              <a:rPr lang="en-US" altLang="ko-KR" sz="800" dirty="0"/>
              <a:t>. 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83" name="직사각형 282">
            <a:extLst>
              <a:ext uri="{FF2B5EF4-FFF2-40B4-BE49-F238E27FC236}">
                <a16:creationId xmlns:a16="http://schemas.microsoft.com/office/drawing/2014/main" id="{7F6F3777-72A2-4357-0447-54ABA7346310}"/>
              </a:ext>
            </a:extLst>
          </p:cNvPr>
          <p:cNvSpPr/>
          <p:nvPr/>
        </p:nvSpPr>
        <p:spPr>
          <a:xfrm>
            <a:off x="7337552" y="5248064"/>
            <a:ext cx="2169115" cy="167323"/>
          </a:xfrm>
          <a:prstGeom prst="rect">
            <a:avLst/>
          </a:prstGeom>
          <a:solidFill>
            <a:srgbClr val="000000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5B23E79C-690C-81C6-930D-3309202BE885}"/>
              </a:ext>
            </a:extLst>
          </p:cNvPr>
          <p:cNvSpPr txBox="1"/>
          <p:nvPr/>
        </p:nvSpPr>
        <p:spPr>
          <a:xfrm>
            <a:off x="7341425" y="5210924"/>
            <a:ext cx="2028929" cy="211203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 marL="108000">
              <a:spcAft>
                <a:spcPts val="200"/>
              </a:spcAft>
            </a:pP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Case 3: 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내가 담은 모듈 진입 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dirty="0">
                <a:solidFill>
                  <a:schemeClr val="bg1"/>
                </a:solidFill>
                <a:latin typeface="+mn-ea"/>
              </a:rPr>
              <a:t>담기 전</a:t>
            </a:r>
            <a:r>
              <a:rPr lang="en-US" altLang="ko-KR" sz="60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600" dirty="0" err="1">
                <a:solidFill>
                  <a:schemeClr val="bg1"/>
                </a:solidFill>
                <a:latin typeface="+mn-ea"/>
              </a:rPr>
              <a:t>일때</a:t>
            </a:r>
            <a:endParaRPr lang="ko-KR" altLang="en-US" sz="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5" name="사각형: 둥근 모서리 284">
            <a:extLst>
              <a:ext uri="{FF2B5EF4-FFF2-40B4-BE49-F238E27FC236}">
                <a16:creationId xmlns:a16="http://schemas.microsoft.com/office/drawing/2014/main" id="{1CDFB717-72D0-A249-F20A-B2023DF26978}"/>
              </a:ext>
            </a:extLst>
          </p:cNvPr>
          <p:cNvSpPr/>
          <p:nvPr/>
        </p:nvSpPr>
        <p:spPr>
          <a:xfrm>
            <a:off x="7341425" y="5415388"/>
            <a:ext cx="2165242" cy="94455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7C0FE30-508C-DDE8-79B2-0DB0B356B335}"/>
              </a:ext>
            </a:extLst>
          </p:cNvPr>
          <p:cNvSpPr txBox="1"/>
          <p:nvPr/>
        </p:nvSpPr>
        <p:spPr>
          <a:xfrm>
            <a:off x="7360506" y="5408487"/>
            <a:ext cx="125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itchFamily="2" charset="-127"/>
                <a:ea typeface="나눔고딕" pitchFamily="2" charset="-127"/>
              </a:rPr>
              <a:t>나의 학습 현황</a:t>
            </a:r>
            <a:endParaRPr lang="en-US" altLang="ko-KR" sz="800" b="1" dirty="0">
              <a:latin typeface="나눔고딕" pitchFamily="2" charset="-127"/>
              <a:ea typeface="나눔고딕" pitchFamily="2" charset="-127"/>
            </a:endParaRPr>
          </a:p>
        </p:txBody>
      </p:sp>
      <p:cxnSp>
        <p:nvCxnSpPr>
          <p:cNvPr id="287" name="직선 연결선 286">
            <a:extLst>
              <a:ext uri="{FF2B5EF4-FFF2-40B4-BE49-F238E27FC236}">
                <a16:creationId xmlns:a16="http://schemas.microsoft.com/office/drawing/2014/main" id="{393697EB-E6D7-FAA0-D358-067D7BA2804E}"/>
              </a:ext>
            </a:extLst>
          </p:cNvPr>
          <p:cNvCxnSpPr>
            <a:cxnSpLocks/>
          </p:cNvCxnSpPr>
          <p:nvPr/>
        </p:nvCxnSpPr>
        <p:spPr>
          <a:xfrm>
            <a:off x="7338515" y="5623931"/>
            <a:ext cx="216532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Input">
            <a:extLst>
              <a:ext uri="{FF2B5EF4-FFF2-40B4-BE49-F238E27FC236}">
                <a16:creationId xmlns:a16="http://schemas.microsoft.com/office/drawing/2014/main" id="{CBADC14B-9596-1C5F-A6A0-B1414E13BEC6}"/>
              </a:ext>
            </a:extLst>
          </p:cNvPr>
          <p:cNvSpPr/>
          <p:nvPr/>
        </p:nvSpPr>
        <p:spPr>
          <a:xfrm>
            <a:off x="7941843" y="6056835"/>
            <a:ext cx="964406" cy="226043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모듈 담기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2D7F67EF-7CD8-DB48-94BF-5CDFFAD671FB}"/>
              </a:ext>
            </a:extLst>
          </p:cNvPr>
          <p:cNvSpPr txBox="1"/>
          <p:nvPr/>
        </p:nvSpPr>
        <p:spPr>
          <a:xfrm>
            <a:off x="7478240" y="5695851"/>
            <a:ext cx="1891613" cy="338554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ctr"/>
            <a:r>
              <a:rPr lang="ko-KR" altLang="en-US" sz="800" dirty="0"/>
              <a:t>이 모듈을 담으면</a:t>
            </a:r>
            <a:br>
              <a:rPr lang="en-US" altLang="ko-KR" sz="800" dirty="0"/>
            </a:br>
            <a:r>
              <a:rPr lang="ko-KR" altLang="en-US" sz="800" dirty="0"/>
              <a:t>학습을 시작할 수 있어요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290" name="그룹 289">
            <a:extLst>
              <a:ext uri="{FF2B5EF4-FFF2-40B4-BE49-F238E27FC236}">
                <a16:creationId xmlns:a16="http://schemas.microsoft.com/office/drawing/2014/main" id="{8F694C3D-A21C-32AB-3BB2-CF380FFD298B}"/>
              </a:ext>
            </a:extLst>
          </p:cNvPr>
          <p:cNvGrpSpPr/>
          <p:nvPr/>
        </p:nvGrpSpPr>
        <p:grpSpPr>
          <a:xfrm>
            <a:off x="7433843" y="4883518"/>
            <a:ext cx="1980406" cy="226043"/>
            <a:chOff x="7483510" y="4883518"/>
            <a:chExt cx="1980406" cy="226043"/>
          </a:xfrm>
        </p:grpSpPr>
        <p:sp>
          <p:nvSpPr>
            <p:cNvPr id="291" name="Input">
              <a:extLst>
                <a:ext uri="{FF2B5EF4-FFF2-40B4-BE49-F238E27FC236}">
                  <a16:creationId xmlns:a16="http://schemas.microsoft.com/office/drawing/2014/main" id="{F372B966-44E7-D618-20CA-C78A595D1BC8}"/>
                </a:ext>
              </a:extLst>
            </p:cNvPr>
            <p:cNvSpPr/>
            <p:nvPr/>
          </p:nvSpPr>
          <p:spPr>
            <a:xfrm>
              <a:off x="7483510" y="4883518"/>
              <a:ext cx="964406" cy="226043"/>
            </a:xfrm>
            <a:prstGeom prst="roundRect">
              <a:avLst>
                <a:gd name="adj" fmla="val 7781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학습하기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92" name="Input">
              <a:extLst>
                <a:ext uri="{FF2B5EF4-FFF2-40B4-BE49-F238E27FC236}">
                  <a16:creationId xmlns:a16="http://schemas.microsoft.com/office/drawing/2014/main" id="{490ACA3B-BFDC-940A-20FF-910FD6762535}"/>
                </a:ext>
              </a:extLst>
            </p:cNvPr>
            <p:cNvSpPr/>
            <p:nvPr/>
          </p:nvSpPr>
          <p:spPr>
            <a:xfrm>
              <a:off x="8499510" y="4883518"/>
              <a:ext cx="964406" cy="226043"/>
            </a:xfrm>
            <a:prstGeom prst="roundRect">
              <a:avLst>
                <a:gd name="adj" fmla="val 7781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수정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293" name="타원 292">
            <a:extLst>
              <a:ext uri="{FF2B5EF4-FFF2-40B4-BE49-F238E27FC236}">
                <a16:creationId xmlns:a16="http://schemas.microsoft.com/office/drawing/2014/main" id="{5342507D-8A20-ABA8-3BA7-1082A298F0CB}"/>
              </a:ext>
            </a:extLst>
          </p:cNvPr>
          <p:cNvSpPr/>
          <p:nvPr/>
        </p:nvSpPr>
        <p:spPr>
          <a:xfrm>
            <a:off x="1407185" y="87646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4" name="타원 293">
            <a:extLst>
              <a:ext uri="{FF2B5EF4-FFF2-40B4-BE49-F238E27FC236}">
                <a16:creationId xmlns:a16="http://schemas.microsoft.com/office/drawing/2014/main" id="{CBFFA7DF-A6C5-E9B6-57B7-43CA6B49B9DB}"/>
              </a:ext>
            </a:extLst>
          </p:cNvPr>
          <p:cNvSpPr/>
          <p:nvPr/>
        </p:nvSpPr>
        <p:spPr>
          <a:xfrm>
            <a:off x="1407185" y="266292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5" name="타원 294">
            <a:extLst>
              <a:ext uri="{FF2B5EF4-FFF2-40B4-BE49-F238E27FC236}">
                <a16:creationId xmlns:a16="http://schemas.microsoft.com/office/drawing/2014/main" id="{B2C34E33-91AC-AA80-1658-0509C06F6508}"/>
              </a:ext>
            </a:extLst>
          </p:cNvPr>
          <p:cNvSpPr/>
          <p:nvPr/>
        </p:nvSpPr>
        <p:spPr>
          <a:xfrm>
            <a:off x="1407185" y="348419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6" name="타원 295">
            <a:extLst>
              <a:ext uri="{FF2B5EF4-FFF2-40B4-BE49-F238E27FC236}">
                <a16:creationId xmlns:a16="http://schemas.microsoft.com/office/drawing/2014/main" id="{33214010-013B-2ECA-459D-32590B34E000}"/>
              </a:ext>
            </a:extLst>
          </p:cNvPr>
          <p:cNvSpPr/>
          <p:nvPr/>
        </p:nvSpPr>
        <p:spPr>
          <a:xfrm>
            <a:off x="7173413" y="251049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320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2ADF2B7-516E-1729-D560-79B8B7821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5D33A03F-1378-D7CA-DA5F-3B1A52281D2B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B93F7D34-DB72-D123-58A0-47B1A30CABF0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DF6349E6-6C7F-5A96-F829-8C8A47B5BEBD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E9AD6B1E-F41A-CC92-1B9D-F8D7F97F87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355446"/>
              </p:ext>
            </p:extLst>
          </p:nvPr>
        </p:nvGraphicFramePr>
        <p:xfrm>
          <a:off x="9655174" y="276226"/>
          <a:ext cx="2532687" cy="2575463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평가 목록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평가 목록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평점 </a:t>
                      </a:r>
                      <a:r>
                        <a:rPr lang="en-US" altLang="ko-KR" sz="800" dirty="0"/>
                        <a:t>(★), </a:t>
                      </a:r>
                      <a:r>
                        <a:rPr lang="ko-KR" altLang="en-US" sz="800" dirty="0"/>
                        <a:t>작성자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마스킹</a:t>
                      </a:r>
                      <a:r>
                        <a:rPr lang="en-US" altLang="ko-KR" sz="800" dirty="0"/>
                        <a:t>), </a:t>
                      </a:r>
                      <a:r>
                        <a:rPr lang="ko-KR" altLang="en-US" sz="800" dirty="0"/>
                        <a:t>작성일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평가 내용 텍스트</a:t>
                      </a:r>
                      <a:br>
                        <a:rPr lang="ko-KR" altLang="en-US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 err="1"/>
                        <a:t>페이징</a:t>
                      </a:r>
                      <a:r>
                        <a:rPr lang="ko-KR" altLang="en-US" sz="800" dirty="0"/>
                        <a:t> 처리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모듈 평가 입력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평가 작성 영역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평점 선택 </a:t>
                      </a:r>
                      <a:r>
                        <a:rPr lang="en-US" altLang="ko-KR" sz="800" dirty="0"/>
                        <a:t>(★1~5</a:t>
                      </a:r>
                      <a:r>
                        <a:rPr lang="ko-KR" altLang="en-US" sz="800" dirty="0"/>
                        <a:t>점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평가 내용 입력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최소 </a:t>
                      </a:r>
                      <a:r>
                        <a:rPr lang="en-US" altLang="ko-KR" sz="800" dirty="0"/>
                        <a:t>10</a:t>
                      </a:r>
                      <a:r>
                        <a:rPr lang="ko-KR" altLang="en-US" sz="800" dirty="0"/>
                        <a:t>자 이상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[</a:t>
                      </a:r>
                      <a:r>
                        <a:rPr lang="ko-KR" altLang="en-US" sz="800" dirty="0"/>
                        <a:t>평가 등록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클릭 시 평가 등록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신고하기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[</a:t>
                      </a:r>
                      <a:r>
                        <a:rPr lang="ko-KR" altLang="en-US" sz="800" dirty="0"/>
                        <a:t>신고하기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버튼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클릭 시 신고 팝업 호출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68495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EA092D4-3480-120A-C76E-8B76E827A8D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4153D2-90CD-1CBB-925C-4E6DC2395BFB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14126-91C6-AB65-A71F-17699B58D3AF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8DE6F2-B043-C569-5386-17CE4B15CA3B}"/>
              </a:ext>
            </a:extLst>
          </p:cNvPr>
          <p:cNvSpPr txBox="1"/>
          <p:nvPr/>
        </p:nvSpPr>
        <p:spPr>
          <a:xfrm>
            <a:off x="1565766" y="452837"/>
            <a:ext cx="4638184" cy="5112994"/>
          </a:xfrm>
          <a:prstGeom prst="rect">
            <a:avLst/>
          </a:prstGeom>
          <a:solidFill>
            <a:srgbClr val="F2F2F2">
              <a:alpha val="50196"/>
            </a:srgbClr>
          </a:solidFill>
        </p:spPr>
        <p:txBody>
          <a:bodyPr wrap="square" lIns="36000" rIns="36000" rtlCol="0" anchor="t">
            <a:noAutofit/>
          </a:bodyPr>
          <a:lstStyle/>
          <a:p>
            <a:pPr marL="72000"/>
            <a:endParaRPr lang="en-US" altLang="ko-KR" sz="900" b="1" dirty="0">
              <a:latin typeface="+mn-ea"/>
              <a:ea typeface="+mn-ea"/>
            </a:endParaRPr>
          </a:p>
          <a:p>
            <a:pPr marL="72000"/>
            <a:r>
              <a:rPr lang="ko-KR" altLang="en-US" sz="900" b="1" dirty="0" err="1">
                <a:latin typeface="+mn-ea"/>
                <a:ea typeface="+mn-ea"/>
              </a:rPr>
              <a:t>학습모듈</a:t>
            </a:r>
            <a:r>
              <a:rPr lang="ko-KR" altLang="en-US" sz="900" b="1" dirty="0">
                <a:latin typeface="+mn-ea"/>
                <a:ea typeface="+mn-ea"/>
              </a:rPr>
              <a:t> 평가 </a:t>
            </a:r>
            <a:r>
              <a:rPr lang="en-US" altLang="ko-KR" sz="900" b="1" dirty="0">
                <a:latin typeface="+mn-ea"/>
                <a:ea typeface="+mn-ea"/>
              </a:rPr>
              <a:t>(</a:t>
            </a:r>
            <a:r>
              <a:rPr lang="ko-KR" altLang="en-US" sz="900" b="1" dirty="0">
                <a:latin typeface="+mn-ea"/>
                <a:ea typeface="+mn-ea"/>
              </a:rPr>
              <a:t>총 </a:t>
            </a:r>
            <a:r>
              <a:rPr lang="en-US" altLang="ko-KR" sz="900" b="1" dirty="0">
                <a:latin typeface="+mn-ea"/>
                <a:ea typeface="+mn-ea"/>
              </a:rPr>
              <a:t>23</a:t>
            </a:r>
            <a:r>
              <a:rPr lang="ko-KR" altLang="en-US" sz="900" b="1" dirty="0">
                <a:latin typeface="+mn-ea"/>
                <a:ea typeface="+mn-ea"/>
              </a:rPr>
              <a:t>개</a:t>
            </a:r>
            <a:r>
              <a:rPr lang="en-US" altLang="ko-KR" sz="900" b="1" dirty="0">
                <a:latin typeface="+mn-ea"/>
                <a:ea typeface="+mn-ea"/>
              </a:rPr>
              <a:t>)</a:t>
            </a:r>
            <a:endParaRPr lang="ko-KR" altLang="ko-KR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7A1D10-D102-4981-318E-96806BE6E29E}"/>
              </a:ext>
            </a:extLst>
          </p:cNvPr>
          <p:cNvSpPr txBox="1"/>
          <p:nvPr/>
        </p:nvSpPr>
        <p:spPr>
          <a:xfrm>
            <a:off x="2020714" y="809463"/>
            <a:ext cx="1992494" cy="47186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★★★★★ 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5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윤*습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en-US" altLang="ko-KR" sz="900" dirty="0" err="1">
                <a:latin typeface="나눔고딕" pitchFamily="2" charset="-127"/>
                <a:ea typeface="나눔고딕" pitchFamily="2" charset="-127"/>
              </a:rPr>
              <a:t>amer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*****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) 2025-03-16  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5959665-B628-2C69-AA6D-7296325BFEA9}"/>
              </a:ext>
            </a:extLst>
          </p:cNvPr>
          <p:cNvGrpSpPr/>
          <p:nvPr/>
        </p:nvGrpSpPr>
        <p:grpSpPr>
          <a:xfrm>
            <a:off x="1672993" y="900102"/>
            <a:ext cx="378678" cy="376824"/>
            <a:chOff x="7252700" y="1491544"/>
            <a:chExt cx="395262" cy="330917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67CB7E1-308D-4229-B4E0-F01CC2AE9C84}"/>
                </a:ext>
              </a:extLst>
            </p:cNvPr>
            <p:cNvSpPr/>
            <p:nvPr/>
          </p:nvSpPr>
          <p:spPr>
            <a:xfrm>
              <a:off x="7252700" y="1491544"/>
              <a:ext cx="363780" cy="313441"/>
            </a:xfrm>
            <a:prstGeom prst="roundRect">
              <a:avLst>
                <a:gd name="adj" fmla="val 12547"/>
              </a:avLst>
            </a:prstGeom>
            <a:solidFill>
              <a:srgbClr val="F2F2F2">
                <a:alpha val="5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ctr"/>
            <a:lstStyle/>
            <a:p>
              <a:endParaRPr lang="ko-KR" altLang="en-US" sz="1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31" name="그래픽 30" descr="사용자">
              <a:extLst>
                <a:ext uri="{FF2B5EF4-FFF2-40B4-BE49-F238E27FC236}">
                  <a16:creationId xmlns:a16="http://schemas.microsoft.com/office/drawing/2014/main" id="{BEF9EC09-82ED-BEE8-FC24-E73DBFC443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52701" y="1507343"/>
              <a:ext cx="395261" cy="315118"/>
            </a:xfrm>
            <a:prstGeom prst="rect">
              <a:avLst/>
            </a:prstGeom>
          </p:spPr>
        </p:pic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1F59DCF6-C6D9-8D38-4EE3-0CC8A546EC19}"/>
              </a:ext>
            </a:extLst>
          </p:cNvPr>
          <p:cNvSpPr txBox="1"/>
          <p:nvPr/>
        </p:nvSpPr>
        <p:spPr>
          <a:xfrm>
            <a:off x="1661904" y="1292169"/>
            <a:ext cx="4429956" cy="60343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제가 찾던 학습 공동체 활동 관련 교육 콘텐츠 였어요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^^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감사합니다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이곳 </a:t>
            </a:r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하이코칭에서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다양한 관련 영상 자료로 학습도 하고 필요할 때 마다 찾아 볼 수 도 있어서 너무너무 좋습니다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 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 </a:t>
            </a:r>
            <a:endParaRPr lang="en-US" altLang="ko-KR" sz="9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C5888CAA-84C0-3863-AAA9-700AB506152B}"/>
              </a:ext>
            </a:extLst>
          </p:cNvPr>
          <p:cNvSpPr/>
          <p:nvPr/>
        </p:nvSpPr>
        <p:spPr>
          <a:xfrm>
            <a:off x="3116416" y="4617459"/>
            <a:ext cx="1599307" cy="224903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bIns="90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평가 등록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10111BC4-3298-DB0F-2723-F79474FC7995}"/>
              </a:ext>
            </a:extLst>
          </p:cNvPr>
          <p:cNvSpPr txBox="1"/>
          <p:nvPr/>
        </p:nvSpPr>
        <p:spPr>
          <a:xfrm>
            <a:off x="4948552" y="3324804"/>
            <a:ext cx="1143000" cy="27328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dirty="0">
                <a:latin typeface="+mn-ea"/>
                <a:ea typeface="+mn-ea"/>
              </a:rPr>
              <a:t>평점</a:t>
            </a:r>
            <a:r>
              <a:rPr lang="en-US" altLang="ko-KR" sz="900" dirty="0">
                <a:latin typeface="+mn-ea"/>
                <a:ea typeface="+mn-ea"/>
              </a:rPr>
              <a:t>:</a:t>
            </a:r>
            <a:r>
              <a:rPr lang="ko-KR" altLang="en-US" sz="900" dirty="0">
                <a:latin typeface="+mn-ea"/>
                <a:ea typeface="+mn-ea"/>
              </a:rPr>
              <a:t> ★★★★☆</a:t>
            </a:r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3A83624D-32F6-88FD-2754-A025DB608D17}"/>
              </a:ext>
            </a:extLst>
          </p:cNvPr>
          <p:cNvSpPr/>
          <p:nvPr/>
        </p:nvSpPr>
        <p:spPr>
          <a:xfrm>
            <a:off x="1750203" y="3583149"/>
            <a:ext cx="4331733" cy="849310"/>
          </a:xfrm>
          <a:prstGeom prst="rect">
            <a:avLst/>
          </a:prstGeom>
          <a:solidFill>
            <a:schemeClr val="bg1">
              <a:lumMod val="75000"/>
              <a:alpha val="30196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최소 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10</a:t>
            </a:r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자 이상 입력해주세요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나눔고딕" pitchFamily="2" charset="-127"/>
              </a:rPr>
              <a:t>.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  <a:latin typeface="나눔고딕" pitchFamily="2" charset="-127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8ECEC328-4483-6566-C87B-7A03806E71C5}"/>
              </a:ext>
            </a:extLst>
          </p:cNvPr>
          <p:cNvSpPr txBox="1"/>
          <p:nvPr/>
        </p:nvSpPr>
        <p:spPr>
          <a:xfrm>
            <a:off x="1569059" y="3341119"/>
            <a:ext cx="3327400" cy="230832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marL="72000"/>
            <a:r>
              <a:rPr lang="ko-KR" altLang="en-US" sz="900" b="1" dirty="0">
                <a:latin typeface="+mn-ea"/>
                <a:ea typeface="+mn-ea"/>
              </a:rPr>
              <a:t>모듈 평가</a:t>
            </a:r>
            <a:endParaRPr lang="ko-KR" altLang="ko-KR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D63DE2BC-5B20-6AB5-A582-3AF668064806}"/>
              </a:ext>
            </a:extLst>
          </p:cNvPr>
          <p:cNvGrpSpPr/>
          <p:nvPr/>
        </p:nvGrpSpPr>
        <p:grpSpPr>
          <a:xfrm>
            <a:off x="6044235" y="3609282"/>
            <a:ext cx="18001" cy="811697"/>
            <a:chOff x="9231725" y="2171522"/>
            <a:chExt cx="36001" cy="792000"/>
          </a:xfrm>
        </p:grpSpPr>
        <p:sp>
          <p:nvSpPr>
            <p:cNvPr id="230" name="Track">
              <a:extLst>
                <a:ext uri="{FF2B5EF4-FFF2-40B4-BE49-F238E27FC236}">
                  <a16:creationId xmlns:a16="http://schemas.microsoft.com/office/drawing/2014/main" id="{FB021EAE-3C53-11B8-3C6F-1A18739DAB63}"/>
                </a:ext>
              </a:extLst>
            </p:cNvPr>
            <p:cNvSpPr/>
            <p:nvPr/>
          </p:nvSpPr>
          <p:spPr>
            <a:xfrm rot="5400000">
              <a:off x="8853726" y="2549522"/>
              <a:ext cx="792000" cy="3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1" name="Track">
              <a:extLst>
                <a:ext uri="{FF2B5EF4-FFF2-40B4-BE49-F238E27FC236}">
                  <a16:creationId xmlns:a16="http://schemas.microsoft.com/office/drawing/2014/main" id="{C1DAE944-D556-0892-9179-BBF4E6B75DAF}"/>
                </a:ext>
              </a:extLst>
            </p:cNvPr>
            <p:cNvSpPr/>
            <p:nvPr/>
          </p:nvSpPr>
          <p:spPr>
            <a:xfrm rot="5400000">
              <a:off x="9087725" y="2318636"/>
              <a:ext cx="324000" cy="3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2" name="모서리가 둥근 직사각형 53">
            <a:extLst>
              <a:ext uri="{FF2B5EF4-FFF2-40B4-BE49-F238E27FC236}">
                <a16:creationId xmlns:a16="http://schemas.microsoft.com/office/drawing/2014/main" id="{395AFD46-6309-4590-3F35-971DE8881B59}"/>
              </a:ext>
            </a:extLst>
          </p:cNvPr>
          <p:cNvSpPr/>
          <p:nvPr/>
        </p:nvSpPr>
        <p:spPr>
          <a:xfrm>
            <a:off x="5361936" y="4617459"/>
            <a:ext cx="720000" cy="21309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신고하기</a:t>
            </a:r>
          </a:p>
        </p:txBody>
      </p:sp>
      <p:grpSp>
        <p:nvGrpSpPr>
          <p:cNvPr id="233" name="Pagination">
            <a:extLst>
              <a:ext uri="{FF2B5EF4-FFF2-40B4-BE49-F238E27FC236}">
                <a16:creationId xmlns:a16="http://schemas.microsoft.com/office/drawing/2014/main" id="{D208FC89-36D9-0E56-DE3B-AF4B9F3525D5}"/>
              </a:ext>
            </a:extLst>
          </p:cNvPr>
          <p:cNvGrpSpPr/>
          <p:nvPr/>
        </p:nvGrpSpPr>
        <p:grpSpPr>
          <a:xfrm>
            <a:off x="2054080" y="5071037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4" name="Previous">
              <a:extLst>
                <a:ext uri="{FF2B5EF4-FFF2-40B4-BE49-F238E27FC236}">
                  <a16:creationId xmlns:a16="http://schemas.microsoft.com/office/drawing/2014/main" id="{5FEF5C0D-9E98-8E3F-7C43-1BF3B524C94C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35" name="Page 1">
              <a:extLst>
                <a:ext uri="{FF2B5EF4-FFF2-40B4-BE49-F238E27FC236}">
                  <a16:creationId xmlns:a16="http://schemas.microsoft.com/office/drawing/2014/main" id="{78700207-644F-8D41-E0CB-429A57E2BA35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36" name="Page 2">
              <a:extLst>
                <a:ext uri="{FF2B5EF4-FFF2-40B4-BE49-F238E27FC236}">
                  <a16:creationId xmlns:a16="http://schemas.microsoft.com/office/drawing/2014/main" id="{63C36134-493E-1131-78F8-8ECF267716D7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37" name="Page 3">
              <a:extLst>
                <a:ext uri="{FF2B5EF4-FFF2-40B4-BE49-F238E27FC236}">
                  <a16:creationId xmlns:a16="http://schemas.microsoft.com/office/drawing/2014/main" id="{58E56659-1E90-5372-5982-10148BFCDB3C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38" name="Page 4">
              <a:extLst>
                <a:ext uri="{FF2B5EF4-FFF2-40B4-BE49-F238E27FC236}">
                  <a16:creationId xmlns:a16="http://schemas.microsoft.com/office/drawing/2014/main" id="{AFEFFBD2-9E59-2D59-D359-2F1ABCF140B1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39" name="Page 5">
              <a:extLst>
                <a:ext uri="{FF2B5EF4-FFF2-40B4-BE49-F238E27FC236}">
                  <a16:creationId xmlns:a16="http://schemas.microsoft.com/office/drawing/2014/main" id="{02A37C37-E515-245C-07AC-1FD45D373639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40" name="Next">
              <a:extLst>
                <a:ext uri="{FF2B5EF4-FFF2-40B4-BE49-F238E27FC236}">
                  <a16:creationId xmlns:a16="http://schemas.microsoft.com/office/drawing/2014/main" id="{D223A27E-807A-B174-BDD9-A827C22568BB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241" name="Page 1">
              <a:extLst>
                <a:ext uri="{FF2B5EF4-FFF2-40B4-BE49-F238E27FC236}">
                  <a16:creationId xmlns:a16="http://schemas.microsoft.com/office/drawing/2014/main" id="{D887CF11-32AC-8B0C-019B-D12002CDE872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242" name="Page 2">
              <a:extLst>
                <a:ext uri="{FF2B5EF4-FFF2-40B4-BE49-F238E27FC236}">
                  <a16:creationId xmlns:a16="http://schemas.microsoft.com/office/drawing/2014/main" id="{68E6705D-1EB3-D3CE-1BB4-6AA264B14F4F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243" name="Page 3">
              <a:extLst>
                <a:ext uri="{FF2B5EF4-FFF2-40B4-BE49-F238E27FC236}">
                  <a16:creationId xmlns:a16="http://schemas.microsoft.com/office/drawing/2014/main" id="{FE86A142-F7C3-210B-9C17-575DB4CDC9C3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244" name="Page 4">
              <a:extLst>
                <a:ext uri="{FF2B5EF4-FFF2-40B4-BE49-F238E27FC236}">
                  <a16:creationId xmlns:a16="http://schemas.microsoft.com/office/drawing/2014/main" id="{CB2CBD6B-9C98-A8CE-F9EA-0A28B7FE7B09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245" name="Page 5">
              <a:extLst>
                <a:ext uri="{FF2B5EF4-FFF2-40B4-BE49-F238E27FC236}">
                  <a16:creationId xmlns:a16="http://schemas.microsoft.com/office/drawing/2014/main" id="{A0E88965-ED59-515C-DA66-EEE58FD7491C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246" name="Page 5">
              <a:extLst>
                <a:ext uri="{FF2B5EF4-FFF2-40B4-BE49-F238E27FC236}">
                  <a16:creationId xmlns:a16="http://schemas.microsoft.com/office/drawing/2014/main" id="{85E9BCEA-F13E-E05E-E515-5474FFBA1CB4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47" name="Page 2">
              <a:extLst>
                <a:ext uri="{FF2B5EF4-FFF2-40B4-BE49-F238E27FC236}">
                  <a16:creationId xmlns:a16="http://schemas.microsoft.com/office/drawing/2014/main" id="{C565EF3C-B894-F744-8D66-D91CF7A66551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248" name="TextBox 247">
            <a:extLst>
              <a:ext uri="{FF2B5EF4-FFF2-40B4-BE49-F238E27FC236}">
                <a16:creationId xmlns:a16="http://schemas.microsoft.com/office/drawing/2014/main" id="{2CA70C6D-51CF-50A4-56FF-3192D9F1B141}"/>
              </a:ext>
            </a:extLst>
          </p:cNvPr>
          <p:cNvSpPr txBox="1"/>
          <p:nvPr/>
        </p:nvSpPr>
        <p:spPr>
          <a:xfrm>
            <a:off x="2020714" y="2011730"/>
            <a:ext cx="1992494" cy="47186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★★★★☆ 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4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김*동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(kim7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*****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) 2025-03-16  </a:t>
            </a:r>
          </a:p>
        </p:txBody>
      </p:sp>
      <p:grpSp>
        <p:nvGrpSpPr>
          <p:cNvPr id="249" name="그룹 248">
            <a:extLst>
              <a:ext uri="{FF2B5EF4-FFF2-40B4-BE49-F238E27FC236}">
                <a16:creationId xmlns:a16="http://schemas.microsoft.com/office/drawing/2014/main" id="{0CDAB5CD-2D5A-62ED-6142-B3C901627953}"/>
              </a:ext>
            </a:extLst>
          </p:cNvPr>
          <p:cNvGrpSpPr/>
          <p:nvPr/>
        </p:nvGrpSpPr>
        <p:grpSpPr>
          <a:xfrm>
            <a:off x="1672993" y="2102369"/>
            <a:ext cx="378678" cy="376824"/>
            <a:chOff x="7252700" y="1491544"/>
            <a:chExt cx="395262" cy="330917"/>
          </a:xfrm>
        </p:grpSpPr>
        <p:sp>
          <p:nvSpPr>
            <p:cNvPr id="250" name="사각형: 둥근 모서리 249">
              <a:extLst>
                <a:ext uri="{FF2B5EF4-FFF2-40B4-BE49-F238E27FC236}">
                  <a16:creationId xmlns:a16="http://schemas.microsoft.com/office/drawing/2014/main" id="{11660FB7-4CE9-6B2B-7402-55F46BFAD3BD}"/>
                </a:ext>
              </a:extLst>
            </p:cNvPr>
            <p:cNvSpPr/>
            <p:nvPr/>
          </p:nvSpPr>
          <p:spPr>
            <a:xfrm>
              <a:off x="7252700" y="1491544"/>
              <a:ext cx="363780" cy="313441"/>
            </a:xfrm>
            <a:prstGeom prst="roundRect">
              <a:avLst>
                <a:gd name="adj" fmla="val 12547"/>
              </a:avLst>
            </a:prstGeom>
            <a:solidFill>
              <a:srgbClr val="F2F2F2">
                <a:alpha val="5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108000" rtlCol="0" anchor="ctr"/>
            <a:lstStyle/>
            <a:p>
              <a:endParaRPr lang="ko-KR" altLang="en-US" sz="1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251" name="그래픽 250" descr="사용자">
              <a:extLst>
                <a:ext uri="{FF2B5EF4-FFF2-40B4-BE49-F238E27FC236}">
                  <a16:creationId xmlns:a16="http://schemas.microsoft.com/office/drawing/2014/main" id="{5538FA32-019F-7A2C-09E0-A9E4A4C4A7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52701" y="1507343"/>
              <a:ext cx="395261" cy="315118"/>
            </a:xfrm>
            <a:prstGeom prst="rect">
              <a:avLst/>
            </a:prstGeom>
          </p:spPr>
        </p:pic>
      </p:grpSp>
      <p:sp>
        <p:nvSpPr>
          <p:cNvPr id="252" name="TextBox 251">
            <a:extLst>
              <a:ext uri="{FF2B5EF4-FFF2-40B4-BE49-F238E27FC236}">
                <a16:creationId xmlns:a16="http://schemas.microsoft.com/office/drawing/2014/main" id="{77CF4E2D-EB16-0A6E-330A-60FABB8EBEC6}"/>
              </a:ext>
            </a:extLst>
          </p:cNvPr>
          <p:cNvSpPr txBox="1"/>
          <p:nvPr/>
        </p:nvSpPr>
        <p:spPr>
          <a:xfrm>
            <a:off x="1661904" y="2494436"/>
            <a:ext cx="4429956" cy="60343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체계적인 학습자료를 제공해 주셔서 생각보다 짧은 시간에 부족한 생활교육 역량을 향상시키는데 많은 도움이 되었습니다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관련영상들도 이번에 </a:t>
            </a:r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학습모듈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sz="900" dirty="0" err="1">
                <a:latin typeface="나눔고딕" pitchFamily="2" charset="-127"/>
                <a:ea typeface="나눔고딕" pitchFamily="2" charset="-127"/>
              </a:rPr>
              <a:t>구성할때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활용하면 참 좋을 것 같아요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</a:t>
            </a:r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CACE5661-542F-A464-98F2-A4F639CC8048}"/>
              </a:ext>
            </a:extLst>
          </p:cNvPr>
          <p:cNvSpPr/>
          <p:nvPr/>
        </p:nvSpPr>
        <p:spPr>
          <a:xfrm>
            <a:off x="1407185" y="66447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92A9552A-15FE-94E0-0D24-00BF349CBBB2}"/>
              </a:ext>
            </a:extLst>
          </p:cNvPr>
          <p:cNvSpPr/>
          <p:nvPr/>
        </p:nvSpPr>
        <p:spPr>
          <a:xfrm>
            <a:off x="1407185" y="339074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4EEBA21B-71E6-E5D8-F5D8-FDD3DE7A996B}"/>
              </a:ext>
            </a:extLst>
          </p:cNvPr>
          <p:cNvSpPr/>
          <p:nvPr/>
        </p:nvSpPr>
        <p:spPr>
          <a:xfrm>
            <a:off x="5191785" y="461840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1C1AB98E-2497-586C-6E0B-2C9F52C4563B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7979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1695F65-6E51-CF18-3D08-48D429A4D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753E1475-9A2C-DCD3-5810-A85AD6661463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14BEDD04-77F3-0A13-9173-F3EE08AD66C8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490A2244-096D-EBD5-5A0C-BEF4EF46CB46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6C1519EE-21F9-A6CF-DC2B-8E206D9FF0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2022941"/>
              </p:ext>
            </p:extLst>
          </p:nvPr>
        </p:nvGraphicFramePr>
        <p:xfrm>
          <a:off x="9655174" y="276226"/>
          <a:ext cx="2532687" cy="419409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영상 플레이어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콘텐츠 영상 재생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재생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일시정지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진도 바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볼륨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설정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전체화면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콘텐츠 목록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 err="1"/>
                        <a:t>모듈명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전체 진행률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콘텐츠 목록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완료 </a:t>
                      </a:r>
                      <a:r>
                        <a:rPr lang="en-US" altLang="ko-KR" sz="800" dirty="0"/>
                        <a:t>/ </a:t>
                      </a:r>
                      <a:r>
                        <a:rPr lang="ko-KR" altLang="en-US" sz="800" dirty="0" err="1"/>
                        <a:t>학습중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/ </a:t>
                      </a:r>
                      <a:r>
                        <a:rPr lang="ko-KR" altLang="en-US" sz="800" dirty="0" err="1"/>
                        <a:t>학습전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클릭 시 해당 콘텐츠 학습하기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콘텐츠 정보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콘텐츠명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설명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출처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시간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684958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 완료 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Confirm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마지막 콘텐츠 완료 시 노출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[</a:t>
                      </a:r>
                      <a:r>
                        <a:rPr lang="ko-KR" altLang="en-US" sz="800" dirty="0"/>
                        <a:t>취소</a:t>
                      </a:r>
                      <a:r>
                        <a:rPr lang="en-US" altLang="ko-KR" sz="800" dirty="0"/>
                        <a:t>]: Confirm </a:t>
                      </a:r>
                      <a:r>
                        <a:rPr lang="ko-KR" altLang="en-US" sz="800" dirty="0"/>
                        <a:t>닫기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[</a:t>
                      </a:r>
                      <a:r>
                        <a:rPr lang="ko-KR" altLang="en-US" sz="800" dirty="0"/>
                        <a:t>완료</a:t>
                      </a:r>
                      <a:r>
                        <a:rPr lang="en-US" altLang="ko-KR" sz="800" dirty="0"/>
                        <a:t>]: </a:t>
                      </a:r>
                      <a:r>
                        <a:rPr lang="ko-KR" altLang="en-US" sz="800" dirty="0"/>
                        <a:t>학습 완료 처리 후 모듈 상세로 이동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56738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학습 완료 </a:t>
                      </a:r>
                      <a:r>
                        <a:rPr lang="en-US" altLang="ko-KR" sz="800" dirty="0"/>
                        <a:t>Confirm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메시지</a:t>
                      </a:r>
                      <a:r>
                        <a:rPr lang="en-US" altLang="ko-KR" sz="800" dirty="0"/>
                        <a:t>: 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＂</a:t>
                      </a:r>
                      <a:r>
                        <a:rPr lang="ko-KR" altLang="en-US" sz="800" dirty="0"/>
                        <a:t>모든 콘텐츠 학습을 완료했습니다</a:t>
                      </a:r>
                      <a:r>
                        <a:rPr lang="en-US" altLang="ko-KR" sz="800" dirty="0"/>
                        <a:t>.</a:t>
                      </a:r>
                      <a:br>
                        <a:rPr lang="en-US" altLang="ko-KR" sz="800" dirty="0"/>
                      </a:br>
                      <a:r>
                        <a:rPr lang="ko-KR" altLang="en-US" sz="800" dirty="0"/>
                        <a:t>학습을 </a:t>
                      </a:r>
                      <a:r>
                        <a:rPr lang="ko-KR" altLang="en-US" sz="800" dirty="0" err="1"/>
                        <a:t>완료하시겠습니까</a:t>
                      </a:r>
                      <a:r>
                        <a:rPr lang="en-US" altLang="ko-KR" sz="800" dirty="0"/>
                        <a:t>? "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버튼 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취소</a:t>
                      </a:r>
                      <a:r>
                        <a:rPr lang="en-US" altLang="ko-KR" sz="800" dirty="0"/>
                        <a:t> / </a:t>
                      </a:r>
                      <a:r>
                        <a:rPr lang="ko-KR" altLang="en-US" sz="800" dirty="0"/>
                        <a:t>완료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완료 </a:t>
                      </a:r>
                      <a:r>
                        <a:rPr lang="en-US" altLang="ko-KR" sz="800" dirty="0"/>
                        <a:t>Toast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메시지</a:t>
                      </a:r>
                      <a:r>
                        <a:rPr lang="en-US" altLang="ko-KR" sz="800" dirty="0"/>
                        <a:t>: ＂</a:t>
                      </a:r>
                      <a:r>
                        <a:rPr lang="ko-KR" altLang="en-US" sz="800" dirty="0"/>
                        <a:t>완료되었습니다</a:t>
                      </a:r>
                      <a:r>
                        <a:rPr lang="en-US" altLang="ko-KR" sz="800" dirty="0"/>
                        <a:t>.“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90346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094E459-203D-0283-353A-ADCCA8C4376A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이수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5DB5E2-5AA9-9145-E101-55CB6260E9A1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모듈학습 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1E14C4-37E9-4723-2B7D-15A6C5EFB54E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V-HMR-04-006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ACFE3E50-AA3C-F13C-4653-15783EA91FAB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512FB0-E73B-9936-F1BD-F583DB737B78}"/>
              </a:ext>
            </a:extLst>
          </p:cNvPr>
          <p:cNvSpPr/>
          <p:nvPr/>
        </p:nvSpPr>
        <p:spPr>
          <a:xfrm>
            <a:off x="1475810" y="560276"/>
            <a:ext cx="8113164" cy="6216762"/>
          </a:xfrm>
          <a:prstGeom prst="rect">
            <a:avLst/>
          </a:prstGeom>
          <a:solidFill>
            <a:srgbClr val="000000">
              <a:alpha val="69804"/>
            </a:srgb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모서리가 둥근 직사각형 25">
            <a:extLst>
              <a:ext uri="{FF2B5EF4-FFF2-40B4-BE49-F238E27FC236}">
                <a16:creationId xmlns:a16="http://schemas.microsoft.com/office/drawing/2014/main" id="{2D1C7326-3621-384F-752F-4D62428E065D}"/>
              </a:ext>
            </a:extLst>
          </p:cNvPr>
          <p:cNvSpPr/>
          <p:nvPr/>
        </p:nvSpPr>
        <p:spPr>
          <a:xfrm>
            <a:off x="1617234" y="1415674"/>
            <a:ext cx="7840975" cy="4165222"/>
          </a:xfrm>
          <a:prstGeom prst="roundRect">
            <a:avLst>
              <a:gd name="adj" fmla="val 199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E8B87F0-FFF9-9238-FB0D-73552C4C10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6302" y="1557471"/>
            <a:ext cx="144000" cy="144000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1656845-AA95-93F5-6C5D-AB658753AE1A}"/>
              </a:ext>
            </a:extLst>
          </p:cNvPr>
          <p:cNvSpPr/>
          <p:nvPr/>
        </p:nvSpPr>
        <p:spPr>
          <a:xfrm>
            <a:off x="1828800" y="1866549"/>
            <a:ext cx="7475589" cy="33475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DAAF58F-4F22-2E15-E37D-C25177141E65}"/>
              </a:ext>
            </a:extLst>
          </p:cNvPr>
          <p:cNvSpPr/>
          <p:nvPr/>
        </p:nvSpPr>
        <p:spPr>
          <a:xfrm>
            <a:off x="1828799" y="1877137"/>
            <a:ext cx="4956886" cy="3336929"/>
          </a:xfrm>
          <a:prstGeom prst="roundRect">
            <a:avLst>
              <a:gd name="adj" fmla="val 0"/>
            </a:avLst>
          </a:prstGeom>
          <a:solidFill>
            <a:srgbClr val="5F5F5F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16D37FC-85DB-AB43-5F3F-03DFA42251AE}"/>
              </a:ext>
            </a:extLst>
          </p:cNvPr>
          <p:cNvSpPr/>
          <p:nvPr/>
        </p:nvSpPr>
        <p:spPr>
          <a:xfrm>
            <a:off x="1917732" y="1954750"/>
            <a:ext cx="4794619" cy="2893158"/>
          </a:xfrm>
          <a:prstGeom prst="rect">
            <a:avLst/>
          </a:prstGeom>
          <a:solidFill>
            <a:srgbClr val="000000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0">
            <a:extLst>
              <a:ext uri="{FF2B5EF4-FFF2-40B4-BE49-F238E27FC236}">
                <a16:creationId xmlns:a16="http://schemas.microsoft.com/office/drawing/2014/main" id="{3D87FD36-3F3D-12AD-88AD-4A6A0AE9E563}"/>
              </a:ext>
            </a:extLst>
          </p:cNvPr>
          <p:cNvSpPr/>
          <p:nvPr/>
        </p:nvSpPr>
        <p:spPr>
          <a:xfrm>
            <a:off x="1917732" y="4786202"/>
            <a:ext cx="4794620" cy="6317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46">
            <a:extLst>
              <a:ext uri="{FF2B5EF4-FFF2-40B4-BE49-F238E27FC236}">
                <a16:creationId xmlns:a16="http://schemas.microsoft.com/office/drawing/2014/main" id="{8FD8F2A6-F924-CBE5-6322-5D8D1B381C24}"/>
              </a:ext>
            </a:extLst>
          </p:cNvPr>
          <p:cNvSpPr/>
          <p:nvPr/>
        </p:nvSpPr>
        <p:spPr>
          <a:xfrm>
            <a:off x="1917734" y="4786202"/>
            <a:ext cx="2143942" cy="6317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CA5EC9-DE02-62BF-3EAC-548CF0E8B5B0}"/>
              </a:ext>
            </a:extLst>
          </p:cNvPr>
          <p:cNvSpPr txBox="1"/>
          <p:nvPr/>
        </p:nvSpPr>
        <p:spPr>
          <a:xfrm>
            <a:off x="1917729" y="4451418"/>
            <a:ext cx="581959" cy="246221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+mn-ea"/>
                <a:ea typeface="+mn-ea"/>
              </a:rPr>
              <a:t>17:00</a:t>
            </a:r>
            <a:endParaRPr lang="ko-KR" altLang="en-US" sz="1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749E055-E2DE-B793-402E-9C0A1226A9F3}"/>
              </a:ext>
            </a:extLst>
          </p:cNvPr>
          <p:cNvGrpSpPr/>
          <p:nvPr/>
        </p:nvGrpSpPr>
        <p:grpSpPr>
          <a:xfrm>
            <a:off x="3456394" y="3199220"/>
            <a:ext cx="1717294" cy="404219"/>
            <a:chOff x="3402817" y="2205798"/>
            <a:chExt cx="1717294" cy="40421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F045E6C9-CB5F-F60F-A2D3-3261343841A6}"/>
                </a:ext>
              </a:extLst>
            </p:cNvPr>
            <p:cNvGrpSpPr/>
            <p:nvPr/>
          </p:nvGrpSpPr>
          <p:grpSpPr>
            <a:xfrm>
              <a:off x="3402817" y="2311653"/>
              <a:ext cx="151544" cy="192509"/>
              <a:chOff x="1044075" y="2590758"/>
              <a:chExt cx="90268" cy="115048"/>
            </a:xfrm>
            <a:solidFill>
              <a:schemeClr val="bg1"/>
            </a:solidFill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E3CF42D7-57CC-9562-3C17-B1DBA34E3FFC}"/>
                  </a:ext>
                </a:extLst>
              </p:cNvPr>
              <p:cNvSpPr/>
              <p:nvPr/>
            </p:nvSpPr>
            <p:spPr>
              <a:xfrm>
                <a:off x="1044075" y="2590758"/>
                <a:ext cx="15190" cy="115048"/>
              </a:xfrm>
              <a:prstGeom prst="round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이등변 삼각형 23">
                <a:extLst>
                  <a:ext uri="{FF2B5EF4-FFF2-40B4-BE49-F238E27FC236}">
                    <a16:creationId xmlns:a16="http://schemas.microsoft.com/office/drawing/2014/main" id="{47067E58-6239-9DFC-E740-5ADA45675F43}"/>
                  </a:ext>
                </a:extLst>
              </p:cNvPr>
              <p:cNvSpPr/>
              <p:nvPr/>
            </p:nvSpPr>
            <p:spPr>
              <a:xfrm rot="16200000">
                <a:off x="1041893" y="2611443"/>
                <a:ext cx="110294" cy="74606"/>
              </a:xfrm>
              <a:prstGeom prst="triangl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0DA79DC5-AB87-DF81-1A2F-9404F656F6D0}"/>
                </a:ext>
              </a:extLst>
            </p:cNvPr>
            <p:cNvGrpSpPr/>
            <p:nvPr/>
          </p:nvGrpSpPr>
          <p:grpSpPr>
            <a:xfrm>
              <a:off x="4081077" y="2205798"/>
              <a:ext cx="405553" cy="404219"/>
              <a:chOff x="4055092" y="2812439"/>
              <a:chExt cx="838822" cy="838822"/>
            </a:xfrm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F7B3847D-49D6-C4D8-14DB-9240C332C03F}"/>
                  </a:ext>
                </a:extLst>
              </p:cNvPr>
              <p:cNvSpPr/>
              <p:nvPr/>
            </p:nvSpPr>
            <p:spPr>
              <a:xfrm>
                <a:off x="4055092" y="2812439"/>
                <a:ext cx="838822" cy="838822"/>
              </a:xfrm>
              <a:prstGeom prst="ellipse">
                <a:avLst/>
              </a:prstGeom>
              <a:solidFill>
                <a:srgbClr val="FFFFFF">
                  <a:alpha val="20000"/>
                </a:srgb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이등변 삼각형 21">
                <a:extLst>
                  <a:ext uri="{FF2B5EF4-FFF2-40B4-BE49-F238E27FC236}">
                    <a16:creationId xmlns:a16="http://schemas.microsoft.com/office/drawing/2014/main" id="{E9A316FC-510F-BF55-248E-4E0A3D5F4168}"/>
                  </a:ext>
                </a:extLst>
              </p:cNvPr>
              <p:cNvSpPr/>
              <p:nvPr/>
            </p:nvSpPr>
            <p:spPr>
              <a:xfrm rot="5400000">
                <a:off x="4360440" y="3091064"/>
                <a:ext cx="344186" cy="281575"/>
              </a:xfrm>
              <a:prstGeom prst="triangle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C6C39E29-D337-7386-085D-2553881F6F6B}"/>
                </a:ext>
              </a:extLst>
            </p:cNvPr>
            <p:cNvGrpSpPr/>
            <p:nvPr/>
          </p:nvGrpSpPr>
          <p:grpSpPr>
            <a:xfrm rot="10800000">
              <a:off x="4968567" y="2311653"/>
              <a:ext cx="151544" cy="192509"/>
              <a:chOff x="1044075" y="2590758"/>
              <a:chExt cx="90268" cy="115048"/>
            </a:xfrm>
            <a:solidFill>
              <a:schemeClr val="bg1"/>
            </a:solidFill>
          </p:grpSpPr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14C187F6-5215-3FAB-2AE8-0ABCF0D78CCC}"/>
                  </a:ext>
                </a:extLst>
              </p:cNvPr>
              <p:cNvSpPr/>
              <p:nvPr/>
            </p:nvSpPr>
            <p:spPr>
              <a:xfrm>
                <a:off x="1044075" y="2590758"/>
                <a:ext cx="15190" cy="115048"/>
              </a:xfrm>
              <a:prstGeom prst="roundRect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이등변 삼각형 19">
                <a:extLst>
                  <a:ext uri="{FF2B5EF4-FFF2-40B4-BE49-F238E27FC236}">
                    <a16:creationId xmlns:a16="http://schemas.microsoft.com/office/drawing/2014/main" id="{9ABE9E67-837D-A683-9A37-1CDE9831A925}"/>
                  </a:ext>
                </a:extLst>
              </p:cNvPr>
              <p:cNvSpPr/>
              <p:nvPr/>
            </p:nvSpPr>
            <p:spPr>
              <a:xfrm rot="16200000">
                <a:off x="1041893" y="2611444"/>
                <a:ext cx="110294" cy="74607"/>
              </a:xfrm>
              <a:prstGeom prst="triangle">
                <a:avLst/>
              </a:prstGeom>
              <a:grp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D49C133-E668-DF27-654E-A776B4B3394A}"/>
              </a:ext>
            </a:extLst>
          </p:cNvPr>
          <p:cNvSpPr txBox="1"/>
          <p:nvPr/>
        </p:nvSpPr>
        <p:spPr>
          <a:xfrm>
            <a:off x="5784399" y="4455877"/>
            <a:ext cx="846514" cy="237302"/>
          </a:xfrm>
          <a:prstGeom prst="rect">
            <a:avLst/>
          </a:prstGeom>
          <a:noFill/>
        </p:spPr>
        <p:txBody>
          <a:bodyPr wrap="square" lIns="72000" rIns="72000" rtlCol="0" anchor="ctr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+mn-ea"/>
                <a:ea typeface="+mn-ea"/>
              </a:rPr>
              <a:t>25:00</a:t>
            </a:r>
            <a:endParaRPr lang="ko-KR" altLang="en-US" sz="1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A463F59-FE9C-E786-CD33-EA191DA8D443}"/>
              </a:ext>
            </a:extLst>
          </p:cNvPr>
          <p:cNvGrpSpPr/>
          <p:nvPr/>
        </p:nvGrpSpPr>
        <p:grpSpPr>
          <a:xfrm>
            <a:off x="6229371" y="4385675"/>
            <a:ext cx="359700" cy="358516"/>
            <a:chOff x="3893843" y="5842279"/>
            <a:chExt cx="544632" cy="54463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AB944C1-9F76-9112-8315-3200D9625F7F}"/>
                </a:ext>
              </a:extLst>
            </p:cNvPr>
            <p:cNvSpPr/>
            <p:nvPr/>
          </p:nvSpPr>
          <p:spPr>
            <a:xfrm>
              <a:off x="3961266" y="5902942"/>
              <a:ext cx="418648" cy="418648"/>
            </a:xfrm>
            <a:prstGeom prst="ellipse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53" name="그림 252">
              <a:extLst>
                <a:ext uri="{FF2B5EF4-FFF2-40B4-BE49-F238E27FC236}">
                  <a16:creationId xmlns:a16="http://schemas.microsoft.com/office/drawing/2014/main" id="{207BB314-E09D-7395-DB24-931B9EDF7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93843" y="5842279"/>
              <a:ext cx="544632" cy="544632"/>
            </a:xfrm>
            <a:prstGeom prst="rect">
              <a:avLst/>
            </a:prstGeom>
          </p:spPr>
        </p:pic>
      </p:grpSp>
      <p:sp>
        <p:nvSpPr>
          <p:cNvPr id="254" name="타원 253">
            <a:extLst>
              <a:ext uri="{FF2B5EF4-FFF2-40B4-BE49-F238E27FC236}">
                <a16:creationId xmlns:a16="http://schemas.microsoft.com/office/drawing/2014/main" id="{4E5D3478-065B-7B85-FCF3-E680F0F1EA3D}"/>
              </a:ext>
            </a:extLst>
          </p:cNvPr>
          <p:cNvSpPr/>
          <p:nvPr/>
        </p:nvSpPr>
        <p:spPr>
          <a:xfrm>
            <a:off x="1697428" y="187024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3D5B7A5E-8D4E-6EA4-066D-EA72FABEBF28}"/>
              </a:ext>
            </a:extLst>
          </p:cNvPr>
          <p:cNvGrpSpPr/>
          <p:nvPr/>
        </p:nvGrpSpPr>
        <p:grpSpPr>
          <a:xfrm>
            <a:off x="6785685" y="1870247"/>
            <a:ext cx="2525880" cy="3343820"/>
            <a:chOff x="6998360" y="876825"/>
            <a:chExt cx="2525880" cy="3343820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4763E1FC-32D2-9174-655D-F01F5BCCDE07}"/>
                </a:ext>
              </a:extLst>
            </p:cNvPr>
            <p:cNvSpPr/>
            <p:nvPr/>
          </p:nvSpPr>
          <p:spPr>
            <a:xfrm>
              <a:off x="7000578" y="883715"/>
              <a:ext cx="2516486" cy="33369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B123702E-1C5B-D733-C769-12241A8084F5}"/>
                </a:ext>
              </a:extLst>
            </p:cNvPr>
            <p:cNvSpPr/>
            <p:nvPr/>
          </p:nvSpPr>
          <p:spPr>
            <a:xfrm>
              <a:off x="7008280" y="1140226"/>
              <a:ext cx="2508784" cy="91837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69C20691-E2D7-6790-EDEE-E831371B8061}"/>
                </a:ext>
              </a:extLst>
            </p:cNvPr>
            <p:cNvSpPr/>
            <p:nvPr/>
          </p:nvSpPr>
          <p:spPr>
            <a:xfrm>
              <a:off x="7483299" y="2552180"/>
              <a:ext cx="115450" cy="115450"/>
            </a:xfrm>
            <a:prstGeom prst="ellipse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DC494EEE-9B2A-920F-AAA2-3FAA831C3CBB}"/>
                </a:ext>
              </a:extLst>
            </p:cNvPr>
            <p:cNvGrpSpPr/>
            <p:nvPr/>
          </p:nvGrpSpPr>
          <p:grpSpPr>
            <a:xfrm>
              <a:off x="7000578" y="1109960"/>
              <a:ext cx="2516486" cy="650371"/>
              <a:chOff x="7000578" y="1200432"/>
              <a:chExt cx="2516486" cy="650371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3D7B6C5-1A92-2ABC-E3CE-7F4335F386E7}"/>
                  </a:ext>
                </a:extLst>
              </p:cNvPr>
              <p:cNvSpPr txBox="1"/>
              <p:nvPr/>
            </p:nvSpPr>
            <p:spPr>
              <a:xfrm>
                <a:off x="7000578" y="1200432"/>
                <a:ext cx="2516486" cy="551617"/>
              </a:xfrm>
              <a:prstGeom prst="rect">
                <a:avLst/>
              </a:prstGeom>
              <a:noFill/>
            </p:spPr>
            <p:txBody>
              <a:bodyPr wrap="square" lIns="18000" tIns="72000" rIns="18000" rtlCol="0" anchor="t">
                <a:spAutoFit/>
              </a:bodyPr>
              <a:lstStyle/>
              <a:p>
                <a:pPr marL="108000">
                  <a:spcAft>
                    <a:spcPts val="200"/>
                  </a:spcAft>
                </a:pPr>
                <a:r>
                  <a:rPr lang="ko-KR" altLang="en-US" sz="800" b="1" dirty="0" err="1">
                    <a:latin typeface="+mn-ea"/>
                    <a:ea typeface="+mn-ea"/>
                  </a:rPr>
                  <a:t>블렌디드</a:t>
                </a:r>
                <a:r>
                  <a:rPr lang="ko-KR" altLang="en-US" sz="800" b="1" dirty="0">
                    <a:latin typeface="+mn-ea"/>
                    <a:ea typeface="+mn-ea"/>
                  </a:rPr>
                  <a:t> 러닝 기반 미래형 </a:t>
                </a:r>
                <a:r>
                  <a:rPr lang="ko-KR" altLang="en-US" sz="800" b="1" dirty="0" err="1">
                    <a:latin typeface="+mn-ea"/>
                    <a:ea typeface="+mn-ea"/>
                  </a:rPr>
                  <a:t>배움중심수업</a:t>
                </a:r>
                <a:r>
                  <a:rPr lang="ko-KR" altLang="en-US" sz="800" b="1" dirty="0">
                    <a:latin typeface="+mn-ea"/>
                    <a:ea typeface="+mn-ea"/>
                  </a:rPr>
                  <a:t> 설계부터 운영까지 완벽 가이드</a:t>
                </a:r>
                <a:endParaRPr lang="en-US" altLang="ko-KR" sz="800" b="1" dirty="0">
                  <a:latin typeface="+mn-ea"/>
                  <a:ea typeface="+mn-ea"/>
                </a:endParaRPr>
              </a:p>
              <a:p>
                <a:pPr marL="108000">
                  <a:lnSpc>
                    <a:spcPct val="150000"/>
                  </a:lnSpc>
                  <a:spcAft>
                    <a:spcPts val="200"/>
                  </a:spcAft>
                </a:pPr>
                <a:r>
                  <a:rPr lang="ko-KR" altLang="en-US" sz="800" dirty="0" err="1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진도율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 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: 1/6 (20%)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 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| 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시간 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: 17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분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/180</a:t>
                </a:r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분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57" name="모서리가 둥근 직사각형 10">
                <a:extLst>
                  <a:ext uri="{FF2B5EF4-FFF2-40B4-BE49-F238E27FC236}">
                    <a16:creationId xmlns:a16="http://schemas.microsoft.com/office/drawing/2014/main" id="{C5DBEB1C-0F7C-E67B-FE62-4615209F55B7}"/>
                  </a:ext>
                </a:extLst>
              </p:cNvPr>
              <p:cNvSpPr/>
              <p:nvPr/>
            </p:nvSpPr>
            <p:spPr>
              <a:xfrm>
                <a:off x="7140012" y="1785251"/>
                <a:ext cx="2244494" cy="6555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모서리가 둥근 직사각형 46">
                <a:extLst>
                  <a:ext uri="{FF2B5EF4-FFF2-40B4-BE49-F238E27FC236}">
                    <a16:creationId xmlns:a16="http://schemas.microsoft.com/office/drawing/2014/main" id="{863EA0A2-CC6B-C8C3-3D2B-9CAF552DC62B}"/>
                  </a:ext>
                </a:extLst>
              </p:cNvPr>
              <p:cNvSpPr/>
              <p:nvPr/>
            </p:nvSpPr>
            <p:spPr>
              <a:xfrm>
                <a:off x="7140013" y="1785251"/>
                <a:ext cx="1334213" cy="65552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99BCC968-D897-D38D-B1F8-99801C01D7AB}"/>
                </a:ext>
              </a:extLst>
            </p:cNvPr>
            <p:cNvSpPr/>
            <p:nvPr/>
          </p:nvSpPr>
          <p:spPr>
            <a:xfrm>
              <a:off x="7000578" y="2104922"/>
              <a:ext cx="2516487" cy="642427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D13E2C9-7375-528B-9F8B-F321AC9E018F}"/>
                </a:ext>
              </a:extLst>
            </p:cNvPr>
            <p:cNvSpPr txBox="1"/>
            <p:nvPr/>
          </p:nvSpPr>
          <p:spPr>
            <a:xfrm>
              <a:off x="7416731" y="2138318"/>
              <a:ext cx="2100333" cy="369332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en-US" altLang="ko-KR" sz="900" dirty="0">
                  <a:latin typeface="+mn-ea"/>
                  <a:ea typeface="+mn-ea"/>
                </a:rPr>
                <a:t>AI </a:t>
              </a:r>
              <a:r>
                <a:rPr lang="ko-KR" altLang="en-US" sz="900" dirty="0">
                  <a:latin typeface="+mn-ea"/>
                  <a:ea typeface="+mn-ea"/>
                </a:rPr>
                <a:t>도구로 수업 영상 만들기</a:t>
              </a:r>
              <a:r>
                <a:rPr lang="en-US" altLang="ko-KR" sz="900" dirty="0">
                  <a:latin typeface="+mn-ea"/>
                  <a:ea typeface="+mn-ea"/>
                </a:rPr>
                <a:t>, </a:t>
              </a:r>
              <a:r>
                <a:rPr lang="ko-KR" altLang="en-US" sz="900" dirty="0" err="1">
                  <a:latin typeface="+mn-ea"/>
                  <a:ea typeface="+mn-ea"/>
                </a:rPr>
                <a:t>브루</a:t>
              </a:r>
              <a:r>
                <a:rPr lang="en-US" altLang="ko-KR" sz="900" dirty="0">
                  <a:latin typeface="+mn-ea"/>
                  <a:ea typeface="+mn-ea"/>
                </a:rPr>
                <a:t>·</a:t>
              </a:r>
              <a:r>
                <a:rPr lang="ko-KR" altLang="en-US" sz="900" dirty="0" err="1">
                  <a:latin typeface="+mn-ea"/>
                  <a:ea typeface="+mn-ea"/>
                </a:rPr>
                <a:t>캡컷</a:t>
              </a:r>
              <a:r>
                <a:rPr lang="en-US" altLang="ko-KR" sz="900" dirty="0">
                  <a:latin typeface="+mn-ea"/>
                  <a:ea typeface="+mn-ea"/>
                </a:rPr>
                <a:t>·</a:t>
              </a:r>
              <a:r>
                <a:rPr lang="ko-KR" altLang="en-US" sz="900" dirty="0" err="1">
                  <a:latin typeface="+mn-ea"/>
                  <a:ea typeface="+mn-ea"/>
                </a:rPr>
                <a:t>캔바</a:t>
              </a:r>
              <a:r>
                <a:rPr lang="ko-KR" altLang="en-US" sz="900" dirty="0">
                  <a:latin typeface="+mn-ea"/>
                  <a:ea typeface="+mn-ea"/>
                </a:rPr>
                <a:t> 활용 콘텐츠 제작 입문</a:t>
              </a:r>
              <a:endParaRPr lang="en-US" altLang="ko-KR" sz="900" dirty="0">
                <a:latin typeface="+mn-ea"/>
                <a:ea typeface="+mn-ea"/>
              </a:endParaRPr>
            </a:p>
          </p:txBody>
        </p:sp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309FFF5B-100C-B374-EB46-C34D5165E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80305" y="2545224"/>
              <a:ext cx="149055" cy="149055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78A1B16-7A03-F106-C085-6E27334DADC0}"/>
                </a:ext>
              </a:extLst>
            </p:cNvPr>
            <p:cNvSpPr txBox="1"/>
            <p:nvPr/>
          </p:nvSpPr>
          <p:spPr>
            <a:xfrm>
              <a:off x="7591137" y="2505589"/>
              <a:ext cx="1829834" cy="215444"/>
            </a:xfrm>
            <a:prstGeom prst="rect">
              <a:avLst/>
            </a:prstGeom>
            <a:noFill/>
          </p:spPr>
          <p:txBody>
            <a:bodyPr wrap="square" lIns="72000" rIns="72000" rtlCol="0" anchor="ctr">
              <a:spAutoFit/>
            </a:bodyPr>
            <a:lstStyle/>
            <a:p>
              <a:r>
                <a:rPr lang="en-US" altLang="ko-KR" sz="800" dirty="0">
                  <a:solidFill>
                    <a:schemeClr val="tx1"/>
                  </a:solidFill>
                  <a:latin typeface="+mn-ea"/>
                  <a:ea typeface="+mn-ea"/>
                </a:rPr>
                <a:t>25</a:t>
              </a:r>
              <a:r>
                <a:rPr lang="ko-KR" altLang="en-US" sz="800" dirty="0">
                  <a:solidFill>
                    <a:schemeClr val="tx1"/>
                  </a:solidFill>
                  <a:latin typeface="+mn-ea"/>
                  <a:ea typeface="+mn-ea"/>
                </a:rPr>
                <a:t>분</a:t>
              </a:r>
            </a:p>
          </p:txBody>
        </p:sp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F076D4FE-CE50-30AB-DEC9-326C5BB03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4239" y="2343335"/>
              <a:ext cx="165600" cy="165600"/>
            </a:xfrm>
            <a:prstGeom prst="rect">
              <a:avLst/>
            </a:prstGeom>
          </p:spPr>
        </p:pic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203DF63-6FB0-BE59-221F-AFAADB64382C}"/>
                </a:ext>
              </a:extLst>
            </p:cNvPr>
            <p:cNvSpPr/>
            <p:nvPr/>
          </p:nvSpPr>
          <p:spPr>
            <a:xfrm>
              <a:off x="7000578" y="2755654"/>
              <a:ext cx="2516487" cy="46183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5B07E99-BD25-4C9A-F3E1-D2299B462EBD}"/>
                </a:ext>
              </a:extLst>
            </p:cNvPr>
            <p:cNvSpPr txBox="1"/>
            <p:nvPr/>
          </p:nvSpPr>
          <p:spPr>
            <a:xfrm>
              <a:off x="7416731" y="2801904"/>
              <a:ext cx="1930087" cy="369332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회복적 생활교육으로 학급 분위기 바꾸기</a:t>
              </a:r>
              <a:r>
                <a:rPr lang="en-US" altLang="ko-KR" sz="900" dirty="0">
                  <a:latin typeface="+mn-ea"/>
                  <a:ea typeface="+mn-ea"/>
                </a:rPr>
                <a:t>, </a:t>
              </a:r>
              <a:r>
                <a:rPr lang="ko-KR" altLang="en-US" sz="900" dirty="0">
                  <a:latin typeface="+mn-ea"/>
                  <a:ea typeface="+mn-ea"/>
                </a:rPr>
                <a:t>관계 회복 중심 생활지도</a:t>
              </a:r>
              <a:r>
                <a:rPr lang="en-US" altLang="ko-KR" sz="900" dirty="0">
                  <a:latin typeface="+mn-ea"/>
                  <a:ea typeface="+mn-ea"/>
                </a:rPr>
                <a:t>…</a:t>
              </a:r>
            </a:p>
          </p:txBody>
        </p:sp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56EC41F5-7228-3A87-7B20-AE7EECAE1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4239" y="2903770"/>
              <a:ext cx="165600" cy="165600"/>
            </a:xfrm>
            <a:prstGeom prst="rect">
              <a:avLst/>
            </a:prstGeom>
          </p:spPr>
        </p:pic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C63D60B0-64A1-AAF0-C4F0-B4F489EEABEB}"/>
                </a:ext>
              </a:extLst>
            </p:cNvPr>
            <p:cNvSpPr/>
            <p:nvPr/>
          </p:nvSpPr>
          <p:spPr>
            <a:xfrm>
              <a:off x="7000578" y="3217486"/>
              <a:ext cx="2516487" cy="46183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1386B0B-AE89-CC9D-8B5C-1EC10A8C5C86}"/>
                </a:ext>
              </a:extLst>
            </p:cNvPr>
            <p:cNvSpPr txBox="1"/>
            <p:nvPr/>
          </p:nvSpPr>
          <p:spPr>
            <a:xfrm>
              <a:off x="7416731" y="3263736"/>
              <a:ext cx="1930087" cy="369332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학교폭력 예방교육과 사안 발생 시 단계별 대응 매뉴얼 완전 정복하</a:t>
              </a:r>
              <a:r>
                <a:rPr lang="en-US" altLang="ko-KR" sz="900" dirty="0">
                  <a:latin typeface="+mn-ea"/>
                  <a:ea typeface="+mn-ea"/>
                </a:rPr>
                <a:t>…</a:t>
              </a:r>
            </a:p>
          </p:txBody>
        </p: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8E246EE9-132F-3095-ACD4-3C06F1BA0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4239" y="3365602"/>
              <a:ext cx="165600" cy="165600"/>
            </a:xfrm>
            <a:prstGeom prst="rect">
              <a:avLst/>
            </a:prstGeom>
          </p:spPr>
        </p:pic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0F5DD105-863E-62C5-B92F-BD9F53190D33}"/>
                </a:ext>
              </a:extLst>
            </p:cNvPr>
            <p:cNvSpPr/>
            <p:nvPr/>
          </p:nvSpPr>
          <p:spPr>
            <a:xfrm>
              <a:off x="7000578" y="3679448"/>
              <a:ext cx="2516487" cy="46183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E4CD6CB-CA01-B3BA-2B87-197742F3AA18}"/>
                </a:ext>
              </a:extLst>
            </p:cNvPr>
            <p:cNvSpPr txBox="1"/>
            <p:nvPr/>
          </p:nvSpPr>
          <p:spPr>
            <a:xfrm>
              <a:off x="7416731" y="3725698"/>
              <a:ext cx="1930087" cy="369332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사회정서학습</a:t>
              </a:r>
              <a:r>
                <a:rPr lang="en-US" altLang="ko-KR" sz="900" dirty="0">
                  <a:latin typeface="+mn-ea"/>
                  <a:ea typeface="+mn-ea"/>
                </a:rPr>
                <a:t>(SEL) </a:t>
              </a:r>
              <a:r>
                <a:rPr lang="ko-KR" altLang="en-US" sz="900" dirty="0">
                  <a:latin typeface="+mn-ea"/>
                  <a:ea typeface="+mn-ea"/>
                </a:rPr>
                <a:t>기반 인성교육</a:t>
              </a:r>
              <a:r>
                <a:rPr lang="en-US" altLang="ko-KR" sz="900" dirty="0">
                  <a:latin typeface="+mn-ea"/>
                  <a:ea typeface="+mn-ea"/>
                </a:rPr>
                <a:t>, </a:t>
              </a:r>
              <a:r>
                <a:rPr lang="ko-KR" altLang="en-US" sz="900" dirty="0">
                  <a:latin typeface="+mn-ea"/>
                  <a:ea typeface="+mn-ea"/>
                </a:rPr>
                <a:t>학교와 가정을 연결하는 실천 방</a:t>
              </a:r>
              <a:r>
                <a:rPr lang="en-US" altLang="ko-KR" sz="900" dirty="0">
                  <a:latin typeface="+mn-ea"/>
                  <a:ea typeface="+mn-ea"/>
                </a:rPr>
                <a:t>…</a:t>
              </a:r>
            </a:p>
          </p:txBody>
        </p:sp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40513172-43C5-0E18-CA89-43FD86E21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4239" y="3827564"/>
              <a:ext cx="165600" cy="165600"/>
            </a:xfrm>
            <a:prstGeom prst="rect">
              <a:avLst/>
            </a:prstGeom>
          </p:spPr>
        </p:pic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788C847F-823E-09BA-6E31-2705B9897554}"/>
                </a:ext>
              </a:extLst>
            </p:cNvPr>
            <p:cNvSpPr/>
            <p:nvPr/>
          </p:nvSpPr>
          <p:spPr>
            <a:xfrm>
              <a:off x="7000578" y="1866479"/>
              <a:ext cx="2516487" cy="24008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C43624A-016B-D804-0930-B850C1D33CD0}"/>
                </a:ext>
              </a:extLst>
            </p:cNvPr>
            <p:cNvSpPr txBox="1"/>
            <p:nvPr/>
          </p:nvSpPr>
          <p:spPr>
            <a:xfrm>
              <a:off x="7000578" y="1858619"/>
              <a:ext cx="2516486" cy="241980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 marL="108000">
                <a:spcAft>
                  <a:spcPts val="200"/>
                </a:spcAft>
              </a:pP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콘텐츠 목록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(6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개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)</a:t>
              </a:r>
            </a:p>
          </p:txBody>
        </p:sp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9A6D5761-95EA-2998-035D-C265BC70D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b="83093"/>
            <a:stretch>
              <a:fillRect/>
            </a:stretch>
          </p:blipFill>
          <p:spPr>
            <a:xfrm>
              <a:off x="7000277" y="4141281"/>
              <a:ext cx="2523963" cy="79364"/>
            </a:xfrm>
            <a:prstGeom prst="rect">
              <a:avLst/>
            </a:prstGeom>
          </p:spPr>
        </p:pic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409496C5-6CB5-05C6-6264-36C7F5CCB9B4}"/>
                </a:ext>
              </a:extLst>
            </p:cNvPr>
            <p:cNvSpPr/>
            <p:nvPr/>
          </p:nvSpPr>
          <p:spPr>
            <a:xfrm>
              <a:off x="6998360" y="876825"/>
              <a:ext cx="152401" cy="14499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ko-KR" sz="800" b="1" spc="-8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3AC32748-70E9-8ADF-1D8D-C32E8266AC55}"/>
                </a:ext>
              </a:extLst>
            </p:cNvPr>
            <p:cNvSpPr/>
            <p:nvPr/>
          </p:nvSpPr>
          <p:spPr>
            <a:xfrm>
              <a:off x="6998360" y="2105550"/>
              <a:ext cx="152401" cy="14499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ko-KR" sz="800" b="1" spc="-8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endParaRPr lang="ko-KR" altLang="en-US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C1D53FC3-EE39-6307-E280-04DDD4786C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437631"/>
              </p:ext>
            </p:extLst>
          </p:nvPr>
        </p:nvGraphicFramePr>
        <p:xfrm>
          <a:off x="47625" y="549274"/>
          <a:ext cx="1368425" cy="69235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학습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학습모듈구성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모듈학습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60" name="직사각형 59">
            <a:extLst>
              <a:ext uri="{FF2B5EF4-FFF2-40B4-BE49-F238E27FC236}">
                <a16:creationId xmlns:a16="http://schemas.microsoft.com/office/drawing/2014/main" id="{60808702-25F3-26A2-037A-A2D89D0AEBD9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1361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2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27269</TotalTime>
  <Words>3062</Words>
  <Application>Microsoft Office PowerPoint</Application>
  <PresentationFormat>와이드스크린</PresentationFormat>
  <Paragraphs>674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13</vt:i4>
      </vt:variant>
    </vt:vector>
  </HeadingPairs>
  <TitlesOfParts>
    <vt:vector size="24" baseType="lpstr">
      <vt:lpstr>맑은 고딕</vt:lpstr>
      <vt:lpstr>Segoe UI</vt:lpstr>
      <vt:lpstr>Arial</vt:lpstr>
      <vt:lpstr>맑은 고딕</vt:lpstr>
      <vt:lpstr>바탕체</vt:lpstr>
      <vt:lpstr>굴림</vt:lpstr>
      <vt:lpstr>나눔고딕</vt:lpstr>
      <vt:lpstr>Office 테마</vt:lpstr>
      <vt:lpstr>2_디자인 사용자 지정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김영현</dc:creator>
  <cp:lastModifiedBy>netive</cp:lastModifiedBy>
  <cp:revision>988</cp:revision>
  <dcterms:created xsi:type="dcterms:W3CDTF">2023-06-09T00:38:08Z</dcterms:created>
  <dcterms:modified xsi:type="dcterms:W3CDTF">2025-12-31T06:32:51Z</dcterms:modified>
</cp:coreProperties>
</file>