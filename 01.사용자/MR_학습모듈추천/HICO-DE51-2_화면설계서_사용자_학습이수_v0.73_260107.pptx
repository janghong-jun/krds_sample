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24"/>
  </p:notesMasterIdLst>
  <p:sldIdLst>
    <p:sldId id="256" r:id="rId5"/>
    <p:sldId id="583" r:id="rId6"/>
    <p:sldId id="273" r:id="rId7"/>
    <p:sldId id="586" r:id="rId8"/>
    <p:sldId id="617" r:id="rId9"/>
    <p:sldId id="627" r:id="rId10"/>
    <p:sldId id="628" r:id="rId11"/>
    <p:sldId id="630" r:id="rId12"/>
    <p:sldId id="619" r:id="rId13"/>
    <p:sldId id="620" r:id="rId14"/>
    <p:sldId id="621" r:id="rId15"/>
    <p:sldId id="622" r:id="rId16"/>
    <p:sldId id="623" r:id="rId17"/>
    <p:sldId id="624" r:id="rId18"/>
    <p:sldId id="632" r:id="rId19"/>
    <p:sldId id="633" r:id="rId20"/>
    <p:sldId id="626" r:id="rId21"/>
    <p:sldId id="625" r:id="rId22"/>
    <p:sldId id="296" r:id="rId23"/>
  </p:sldIdLst>
  <p:sldSz cx="12192000" cy="6858000"/>
  <p:notesSz cx="6858000" cy="9144000"/>
  <p:embeddedFontLst>
    <p:embeddedFont>
      <p:font typeface="Segoe UI" panose="020B0502040204020203" pitchFamily="34" charset="0"/>
      <p:regular r:id="rId25"/>
      <p:bold r:id="rId26"/>
      <p:italic r:id="rId27"/>
      <p:boldItalic r:id="rId28"/>
    </p:embeddedFont>
    <p:embeddedFont>
      <p:font typeface="나눔고딕" pitchFamily="2" charset="-127"/>
      <p:regular r:id="rId29"/>
      <p:bold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0000"/>
    <a:srgbClr val="F2F2F2"/>
    <a:srgbClr val="000000"/>
    <a:srgbClr val="FDF3ED"/>
    <a:srgbClr val="F7F7F7"/>
    <a:srgbClr val="F0F4FA"/>
    <a:srgbClr val="F9F9F9"/>
    <a:srgbClr val="7F7F7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331" autoAdjust="0"/>
  </p:normalViewPr>
  <p:slideViewPr>
    <p:cSldViewPr snapToGrid="0">
      <p:cViewPr varScale="1">
        <p:scale>
          <a:sx n="113" d="100"/>
          <a:sy n="113" d="100"/>
        </p:scale>
        <p:origin x="738" y="10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8768A49-1D3F-BE88-3E04-2CDB30DC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311FDE9-3005-890F-D271-C92595E96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7058C1E-0164-8FB1-DB0F-116291082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284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3921931-7907-FBC9-7D46-8E4AB307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EF15C7A-3377-B729-209D-ADF134EE9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E4C52F5-AED8-6B2E-0008-50C4A1175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922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948256E-86F0-53DF-B531-C77E36AEA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E92A7CA-B3C7-376A-1FB5-1F4F19B6D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D21BB4A-AB58-A5C5-16D3-70E75C093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7895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635C45D-A35A-9787-1EF7-875444C2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F54F656-9DE5-ED7B-3BF9-D30393C54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80AC253-ED0B-BA4F-3576-2AABA1BE6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631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F1919C-DAF7-87A2-5DBE-5F048CC2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F2D8A78-E2AE-6684-AB95-9A4755805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E38E2F5B-691A-F9B4-A855-821A346D4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3883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50677F-910A-23D4-7FA3-D712CDD6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1338FA0-51C9-9380-6DC4-709823F8D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556A2D1-54E3-B62F-230D-BF457D302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7897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15A5C33-B976-8097-3E06-7604831D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E3CE8D2-D5D2-9770-6064-9FA54B535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68F46C3-0F03-6401-8628-EFD2CEDAB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4967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9997066-067E-F109-2B28-FA348548C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41DD1C1-B451-7EE8-FC7D-82A249A7B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D6794A7-5814-5351-D931-4FD4E6502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36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79EBEE1-88A4-3FA5-0ED0-3430F3FA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9374910-D6B0-83B5-45B9-A18D4D95E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C139643-B182-7203-D501-E76601AD0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7788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BF2E5E-A8AA-8FB2-40EA-07E8A7C9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6AEEA02-6F41-4DF3-E905-923208AF4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A999CC3-F0DD-E82B-5C09-376929B66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61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026FC9-BBAF-8BD6-6DB7-7EDBAAAF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4B86FA6-C3BB-EF69-F1A6-3F78D9245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D80C9F1-2B5E-B53C-9624-91799BE57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017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9C6A4D0-F490-E8FE-B11D-36D10279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F59AA24-52AC-5B5A-F9E4-C3D2CF19D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B4A25D8-0EBA-5B24-DB3E-E8A10B706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8798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D6A3A87-5F82-114F-2F00-89AE02DB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7C4CE0C-B762-7F8E-6AB5-8D768FDB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0DCF9BE-C5C3-27A6-C5C5-1EC3BC878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9831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24F60CD-E226-4F57-B850-3CDE78AA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BCA3D8B-C5D2-4D40-1EE9-3A4EF5822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183022C-FF86-FEFE-3659-9F4872ED9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0069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56" r:id="rId7"/>
    <p:sldLayoutId id="214748366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39583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/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이수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67678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0.73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2026.01.07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464158"/>
              </p:ext>
            </p:extLst>
          </p:nvPr>
        </p:nvGraphicFramePr>
        <p:xfrm>
          <a:off x="278296" y="620689"/>
          <a:ext cx="11561195" cy="5010552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하이코칭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통합지원시스템 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FO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학습이수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0.70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2025.12.30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설계단계 산출물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화면설계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보완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0.71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2026.01.02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수정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오타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용어 통일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영역 설명 보완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ID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정의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0.72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2026.01.05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수정 및 추가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상세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&gt;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개선요청 기능 추가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(V-HMR-04-006, V-HCR-02-003,004) 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썸네일 이미지 등록 추가 및 </a:t>
                      </a: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디스크립션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수정 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(V-HMR-04-002, 004)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0.73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2026.01.07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보완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(alert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창 번호 연결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344270"/>
              </p:ext>
            </p:extLst>
          </p:nvPr>
        </p:nvGraphicFramePr>
        <p:xfrm>
          <a:off x="9655174" y="276226"/>
          <a:ext cx="2532687" cy="494535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조회 필터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분야 선택 영역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검색 영역</a:t>
                      </a:r>
                      <a:b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입력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‘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검색’ 버튼 클릭 시 결과 값이 아래 목록에 출력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 만들기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등록 화면으로 이동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V-HMR-04-004)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내가 담은 모듈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출력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학습수</a:t>
                      </a:r>
                      <a:r>
                        <a:rPr lang="ko-KR" altLang="en-US" sz="800" dirty="0"/>
                        <a:t>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3-1 </a:t>
                      </a:r>
                      <a:r>
                        <a:rPr lang="ko-KR" altLang="en-US" sz="800" dirty="0"/>
                        <a:t>수정 모듈 클릭 시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수정 화면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V-HMR-04-002)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3-2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휴지통 이미지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 </a:t>
                      </a:r>
                      <a:r>
                        <a:rPr lang="ko-KR" altLang="en-US" sz="800" dirty="0"/>
                        <a:t>창</a:t>
                      </a:r>
                      <a:r>
                        <a:rPr lang="en-US" altLang="ko-KR" sz="800" dirty="0"/>
                        <a:t>(F-04-001) </a:t>
                      </a:r>
                      <a:r>
                        <a:rPr lang="ko-KR" altLang="en-US" sz="800" dirty="0"/>
                        <a:t>호출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추가 목록 노출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내가 만든 모듈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출력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학습수</a:t>
                      </a:r>
                      <a:r>
                        <a:rPr lang="ko-KR" altLang="en-US" sz="800" dirty="0"/>
                        <a:t>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4-1 </a:t>
                      </a:r>
                      <a:r>
                        <a:rPr lang="ko-KR" altLang="en-US" sz="800" dirty="0"/>
                        <a:t>수정 모듈 클릭 시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수정 화면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V-HMR-04-002)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4-2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휴지통 이미지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 </a:t>
                      </a:r>
                      <a:r>
                        <a:rPr lang="ko-KR" altLang="en-US" sz="800" dirty="0"/>
                        <a:t>창</a:t>
                      </a:r>
                      <a:r>
                        <a:rPr lang="en-US" altLang="ko-KR" sz="800" dirty="0"/>
                        <a:t>(F-04-001) </a:t>
                      </a:r>
                      <a:r>
                        <a:rPr lang="ko-KR" altLang="en-US" sz="800" dirty="0"/>
                        <a:t>호출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추가 목록 노출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184EB942-21F5-8844-E20B-CDBF0BEFC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942939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1425CFF-A539-C5E1-CE00-EC9C0CB25A86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9503E8-581E-75A5-A36D-6EE5D0D039A9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4A615C-1A17-1B65-A736-D85CABA06AD0}"/>
              </a:ext>
            </a:extLst>
          </p:cNvPr>
          <p:cNvSpPr txBox="1"/>
          <p:nvPr/>
        </p:nvSpPr>
        <p:spPr>
          <a:xfrm>
            <a:off x="1478277" y="2728009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번아웃</a:t>
            </a:r>
            <a:r>
              <a:rPr lang="ko-KR" altLang="en-US" sz="900" b="1" dirty="0">
                <a:latin typeface="+mn-ea"/>
                <a:ea typeface="+mn-ea"/>
              </a:rPr>
              <a:t> 없이 지속 가능한 교직 생활을 위한 마음 건강 관리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4F9CA3E-DD6D-E0FF-E6E4-75ECBC389A7C}"/>
              </a:ext>
            </a:extLst>
          </p:cNvPr>
          <p:cNvGrpSpPr/>
          <p:nvPr/>
        </p:nvGrpSpPr>
        <p:grpSpPr>
          <a:xfrm>
            <a:off x="1562694" y="1832908"/>
            <a:ext cx="1865081" cy="889093"/>
            <a:chOff x="5617382" y="4110731"/>
            <a:chExt cx="1926053" cy="88314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46E421D-F968-5147-2014-C3C427C6DE79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8B9A048-D06B-C709-29C8-95625C5B19D8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CCE25D6A-E6A0-7943-E61B-B546DCDFB3E1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DFA83D6D-8EA7-174F-53D3-342D86E14225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60" name="직선 연결선 59">
                  <a:extLst>
                    <a:ext uri="{FF2B5EF4-FFF2-40B4-BE49-F238E27FC236}">
                      <a16:creationId xmlns:a16="http://schemas.microsoft.com/office/drawing/2014/main" id="{DF421790-58EF-8720-ADEA-61C4D691CBE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4054E73A-B61E-E2DA-9B28-265138C0D26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87360AB-E250-D665-44FD-B2B02FCA485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21A3E48D-C204-7399-3272-80CC9BF6F1E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A9B0F00-C9CF-63D9-9995-0D08B2CE464B}"/>
              </a:ext>
            </a:extLst>
          </p:cNvPr>
          <p:cNvGrpSpPr/>
          <p:nvPr/>
        </p:nvGrpSpPr>
        <p:grpSpPr>
          <a:xfrm>
            <a:off x="3508055" y="1832908"/>
            <a:ext cx="1988878" cy="1572209"/>
            <a:chOff x="3504985" y="4372478"/>
            <a:chExt cx="1988878" cy="157220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3A38FEB-B5BC-BEFC-CC01-7F7171A52F8E}"/>
                </a:ext>
              </a:extLst>
            </p:cNvPr>
            <p:cNvSpPr txBox="1"/>
            <p:nvPr/>
          </p:nvSpPr>
          <p:spPr>
            <a:xfrm>
              <a:off x="3504985" y="5267579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프로젝트 수업의 </a:t>
              </a:r>
              <a:r>
                <a:rPr lang="en-US" altLang="ko-KR" sz="900" b="1" dirty="0">
                  <a:latin typeface="+mn-ea"/>
                  <a:ea typeface="+mn-ea"/>
                </a:rPr>
                <a:t>A to Z, </a:t>
              </a:r>
              <a:r>
                <a:rPr lang="ko-KR" altLang="en-US" sz="900" b="1" dirty="0">
                  <a:latin typeface="+mn-ea"/>
                  <a:ea typeface="+mn-ea"/>
                </a:rPr>
                <a:t>기획부터 평가까지 완벽 가이드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박수업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5565AA57-884A-65F9-963E-6A2161508D61}"/>
                </a:ext>
              </a:extLst>
            </p:cNvPr>
            <p:cNvGrpSpPr/>
            <p:nvPr/>
          </p:nvGrpSpPr>
          <p:grpSpPr>
            <a:xfrm>
              <a:off x="3589402" y="4372478"/>
              <a:ext cx="1865081" cy="889093"/>
              <a:chOff x="5617382" y="4110731"/>
              <a:chExt cx="1926053" cy="883141"/>
            </a:xfrm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2431AC2D-DD13-C60B-A34F-2F490433F1F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AB9DFE30-74A0-E6FD-255E-1E79CA526337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101" name="직사각형 100">
                  <a:extLst>
                    <a:ext uri="{FF2B5EF4-FFF2-40B4-BE49-F238E27FC236}">
                      <a16:creationId xmlns:a16="http://schemas.microsoft.com/office/drawing/2014/main" id="{041D1011-2736-4A0D-7A3B-A7BF6A288E64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02" name="그룹 101">
                  <a:extLst>
                    <a:ext uri="{FF2B5EF4-FFF2-40B4-BE49-F238E27FC236}">
                      <a16:creationId xmlns:a16="http://schemas.microsoft.com/office/drawing/2014/main" id="{73BA4F5F-7CBA-3903-9392-103867AB5711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104" name="직선 연결선 103">
                    <a:extLst>
                      <a:ext uri="{FF2B5EF4-FFF2-40B4-BE49-F238E27FC236}">
                        <a16:creationId xmlns:a16="http://schemas.microsoft.com/office/drawing/2014/main" id="{2E70EAD9-7DA0-DC50-D80A-7FF26B16D68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5" name="직선 연결선 104">
                    <a:extLst>
                      <a:ext uri="{FF2B5EF4-FFF2-40B4-BE49-F238E27FC236}">
                        <a16:creationId xmlns:a16="http://schemas.microsoft.com/office/drawing/2014/main" id="{17CA6A6B-D861-285A-2C70-5A59A315CFD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7343FFB-A9B5-404C-4D31-0BD5D75FD34B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5EA12582-FDB3-28BA-5C83-BA61F9FBF5E4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B812654F-A09A-C804-125B-5AB7C3A79894}"/>
              </a:ext>
            </a:extLst>
          </p:cNvPr>
          <p:cNvGrpSpPr/>
          <p:nvPr/>
        </p:nvGrpSpPr>
        <p:grpSpPr>
          <a:xfrm>
            <a:off x="5537833" y="1832908"/>
            <a:ext cx="1988878" cy="1572209"/>
            <a:chOff x="3504985" y="4372478"/>
            <a:chExt cx="1988878" cy="1572209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081313C-3B13-7C6A-5195-59321C8B7C76}"/>
                </a:ext>
              </a:extLst>
            </p:cNvPr>
            <p:cNvSpPr txBox="1"/>
            <p:nvPr/>
          </p:nvSpPr>
          <p:spPr>
            <a:xfrm>
              <a:off x="3504985" y="5267579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 문화 혁신을 위한 교사 협력과 전문적 학습공동체 운영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최협력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17768577-6266-4B3F-4B52-A17AAA0A49A4}"/>
                </a:ext>
              </a:extLst>
            </p:cNvPr>
            <p:cNvGrpSpPr/>
            <p:nvPr/>
          </p:nvGrpSpPr>
          <p:grpSpPr>
            <a:xfrm>
              <a:off x="3589402" y="4372478"/>
              <a:ext cx="1865081" cy="889093"/>
              <a:chOff x="5617382" y="4110731"/>
              <a:chExt cx="1926053" cy="883141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765BC4E0-2601-E0AF-DFB1-B810FE416574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FB83218B-4D33-D4FF-C28A-2002FEF48616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005D2B26-9812-DE6E-9314-60011B31BAEE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7B4EDC4D-F255-8499-1D9A-3373CF61196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118" name="직선 연결선 117">
                    <a:extLst>
                      <a:ext uri="{FF2B5EF4-FFF2-40B4-BE49-F238E27FC236}">
                        <a16:creationId xmlns:a16="http://schemas.microsoft.com/office/drawing/2014/main" id="{D98C597A-985F-2CDB-53B8-9AAEBC03577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9" name="직선 연결선 118">
                    <a:extLst>
                      <a:ext uri="{FF2B5EF4-FFF2-40B4-BE49-F238E27FC236}">
                        <a16:creationId xmlns:a16="http://schemas.microsoft.com/office/drawing/2014/main" id="{DB7D9252-8585-10A0-3D47-534A1BC922EF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C33542FB-E151-A042-8BE7-A70230445A9F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17" name="사각형: 둥근 모서리 116">
                  <a:extLst>
                    <a:ext uri="{FF2B5EF4-FFF2-40B4-BE49-F238E27FC236}">
                      <a16:creationId xmlns:a16="http://schemas.microsoft.com/office/drawing/2014/main" id="{9C1BF75D-AA27-EA3C-D368-A8B7A945BB51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8634BD75-C280-224F-EEE5-EB09CB33037D}"/>
              </a:ext>
            </a:extLst>
          </p:cNvPr>
          <p:cNvSpPr txBox="1"/>
          <p:nvPr/>
        </p:nvSpPr>
        <p:spPr>
          <a:xfrm>
            <a:off x="7569993" y="2728009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교육 현장의 갈등 상황 해결을 위한 문제해결 전략과 실제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박힐링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2A0DD11-D374-7111-35EF-9AA542B54BF2}"/>
              </a:ext>
            </a:extLst>
          </p:cNvPr>
          <p:cNvGrpSpPr/>
          <p:nvPr/>
        </p:nvGrpSpPr>
        <p:grpSpPr>
          <a:xfrm>
            <a:off x="7652029" y="1832908"/>
            <a:ext cx="1865081" cy="889093"/>
            <a:chOff x="5617382" y="4110731"/>
            <a:chExt cx="1926053" cy="883141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104DD3FF-F003-8FCB-3281-D9819F709B95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4DECC43-3F1B-5246-8FD1-0B9A44E8DB6C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92A4E6C9-7110-8942-2E7E-2576052DDC7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00E51664-5CCE-B75A-4DA0-DAA67BE6976B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B263ECD5-083F-87DE-5094-F8B6F49FD081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4B0DF46B-5100-9A86-4A71-E99C9FF97281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DBB3CC2B-1059-E143-8ADC-14B7272D8EF8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8742082C-FC20-FE9D-D0B8-61BD64A73259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6B5C2BA-4ECC-6BA6-18D0-5CACE9D56C2D}"/>
              </a:ext>
            </a:extLst>
          </p:cNvPr>
          <p:cNvGrpSpPr/>
          <p:nvPr/>
        </p:nvGrpSpPr>
        <p:grpSpPr>
          <a:xfrm>
            <a:off x="1555479" y="3572387"/>
            <a:ext cx="7956000" cy="308244"/>
            <a:chOff x="1409337" y="3497166"/>
            <a:chExt cx="7452000" cy="308244"/>
          </a:xfrm>
        </p:grpSpPr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7FD23846-3A6F-3F4D-377C-6B3D3390EC2E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F4664B4A-6C1B-4654-A854-E91A19DAC75A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1308311-9CF0-80EB-50D8-F94B847DA433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163" name="타원 162">
            <a:extLst>
              <a:ext uri="{FF2B5EF4-FFF2-40B4-BE49-F238E27FC236}">
                <a16:creationId xmlns:a16="http://schemas.microsoft.com/office/drawing/2014/main" id="{319D14E7-643C-4651-1379-8DCC3559F33E}"/>
              </a:ext>
            </a:extLst>
          </p:cNvPr>
          <p:cNvSpPr/>
          <p:nvPr/>
        </p:nvSpPr>
        <p:spPr>
          <a:xfrm>
            <a:off x="2767910" y="30267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F5F9B896-0DAC-9E3C-6605-0AE4D81F4A90}"/>
              </a:ext>
            </a:extLst>
          </p:cNvPr>
          <p:cNvSpPr/>
          <p:nvPr/>
        </p:nvSpPr>
        <p:spPr>
          <a:xfrm>
            <a:off x="3102594" y="302321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2CA37026-53FE-783E-9911-EF0BBEBE8A21}"/>
              </a:ext>
            </a:extLst>
          </p:cNvPr>
          <p:cNvSpPr/>
          <p:nvPr/>
        </p:nvSpPr>
        <p:spPr>
          <a:xfrm>
            <a:off x="1420189" y="181082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02E866E-9623-900C-7049-A42ECA705CAC}"/>
              </a:ext>
            </a:extLst>
          </p:cNvPr>
          <p:cNvSpPr txBox="1"/>
          <p:nvPr/>
        </p:nvSpPr>
        <p:spPr>
          <a:xfrm>
            <a:off x="1467484" y="1519378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내가 담은 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9DD1F2F-23E4-720B-E9F9-52A5E9CDFA7A}"/>
              </a:ext>
            </a:extLst>
          </p:cNvPr>
          <p:cNvSpPr txBox="1"/>
          <p:nvPr/>
        </p:nvSpPr>
        <p:spPr>
          <a:xfrm>
            <a:off x="1467484" y="3945256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내가 만든 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D0748A6D-AB91-A0C2-10D9-CA33DCFBB9D0}"/>
              </a:ext>
            </a:extLst>
          </p:cNvPr>
          <p:cNvSpPr/>
          <p:nvPr/>
        </p:nvSpPr>
        <p:spPr>
          <a:xfrm>
            <a:off x="8171622" y="1462637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내 모듈 만들기</a:t>
            </a: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3B242C66-857A-D742-989C-BF1D3D696137}"/>
              </a:ext>
            </a:extLst>
          </p:cNvPr>
          <p:cNvSpPr/>
          <p:nvPr/>
        </p:nvSpPr>
        <p:spPr>
          <a:xfrm>
            <a:off x="8036897" y="14514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525B10D-B68C-FEC3-8570-2101ECF3E793}"/>
              </a:ext>
            </a:extLst>
          </p:cNvPr>
          <p:cNvSpPr txBox="1"/>
          <p:nvPr/>
        </p:nvSpPr>
        <p:spPr>
          <a:xfrm>
            <a:off x="3511227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학생 개별 맞춤형 상담 기법과 실제 사례로 배우는 상담 기초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박수업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2904CC-AF34-15A8-9AEF-05B7298FF86C}"/>
              </a:ext>
            </a:extLst>
          </p:cNvPr>
          <p:cNvSpPr txBox="1"/>
          <p:nvPr/>
        </p:nvSpPr>
        <p:spPr>
          <a:xfrm>
            <a:off x="1480658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b="1" dirty="0">
                <a:latin typeface="+mn-ea"/>
                <a:ea typeface="+mn-ea"/>
              </a:rPr>
              <a:t>2022 </a:t>
            </a:r>
            <a:r>
              <a:rPr lang="ko-KR" altLang="en-US" sz="900" b="1" dirty="0">
                <a:latin typeface="+mn-ea"/>
                <a:ea typeface="+mn-ea"/>
              </a:rPr>
              <a:t>개정 교육과정 기반 프로젝트 수업 설계와 실제 적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D5B4A5E2-B9D4-61D7-BF2E-E17E9A346212}"/>
              </a:ext>
            </a:extLst>
          </p:cNvPr>
          <p:cNvGrpSpPr/>
          <p:nvPr/>
        </p:nvGrpSpPr>
        <p:grpSpPr>
          <a:xfrm>
            <a:off x="1562694" y="4286284"/>
            <a:ext cx="1865081" cy="889093"/>
            <a:chOff x="5617382" y="4110731"/>
            <a:chExt cx="1926053" cy="883141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D03E55B1-9776-CC0C-4623-A88DE5A9917A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CED43474-5511-F5D7-AB80-8553349C5CF1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385A0B16-E6C0-7971-FAE0-27CC4644FBC2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A7ADE451-A997-7F2E-6A5C-DAABFE91F79D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78" name="직선 연결선 177">
                  <a:extLst>
                    <a:ext uri="{FF2B5EF4-FFF2-40B4-BE49-F238E27FC236}">
                      <a16:creationId xmlns:a16="http://schemas.microsoft.com/office/drawing/2014/main" id="{91BCEA35-D2EF-3DCD-3982-915E71B7594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9" name="직선 연결선 178">
                  <a:extLst>
                    <a:ext uri="{FF2B5EF4-FFF2-40B4-BE49-F238E27FC236}">
                      <a16:creationId xmlns:a16="http://schemas.microsoft.com/office/drawing/2014/main" id="{0406B51A-997A-CF02-C8B3-ECD00247A17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43694730-BA10-2517-100B-26BD3F044DB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77" name="사각형: 둥근 모서리 176">
                <a:extLst>
                  <a:ext uri="{FF2B5EF4-FFF2-40B4-BE49-F238E27FC236}">
                    <a16:creationId xmlns:a16="http://schemas.microsoft.com/office/drawing/2014/main" id="{BE2F0E88-5F1D-BC03-6615-373936B002C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45B510E9-72A8-8F00-FF6F-6313CA1A97FD}"/>
              </a:ext>
            </a:extLst>
          </p:cNvPr>
          <p:cNvGrpSpPr/>
          <p:nvPr/>
        </p:nvGrpSpPr>
        <p:grpSpPr>
          <a:xfrm>
            <a:off x="2888341" y="5548149"/>
            <a:ext cx="542786" cy="248085"/>
            <a:chOff x="2888341" y="3515523"/>
            <a:chExt cx="542786" cy="248085"/>
          </a:xfrm>
        </p:grpSpPr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376FB0A1-FB41-1F41-A15F-B1FF23A32A34}"/>
                </a:ext>
              </a:extLst>
            </p:cNvPr>
            <p:cNvGrpSpPr/>
            <p:nvPr/>
          </p:nvGrpSpPr>
          <p:grpSpPr>
            <a:xfrm>
              <a:off x="3183042" y="3515523"/>
              <a:ext cx="248085" cy="248085"/>
              <a:chOff x="3168756" y="3515523"/>
              <a:chExt cx="248085" cy="248085"/>
            </a:xfrm>
          </p:grpSpPr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AE6F5A64-38E6-2528-C2D9-034DAE86D884}"/>
                  </a:ext>
                </a:extLst>
              </p:cNvPr>
              <p:cNvSpPr/>
              <p:nvPr/>
            </p:nvSpPr>
            <p:spPr>
              <a:xfrm>
                <a:off x="3168756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7" name="그림 186">
                <a:extLst>
                  <a:ext uri="{FF2B5EF4-FFF2-40B4-BE49-F238E27FC236}">
                    <a16:creationId xmlns:a16="http://schemas.microsoft.com/office/drawing/2014/main" id="{EDF5636B-8757-A6A4-76F2-43FAEF43E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574383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BFC3CE2D-DC98-0F38-6D3F-A7A548820DD4}"/>
                </a:ext>
              </a:extLst>
            </p:cNvPr>
            <p:cNvGrpSpPr/>
            <p:nvPr/>
          </p:nvGrpSpPr>
          <p:grpSpPr>
            <a:xfrm>
              <a:off x="2888341" y="3515523"/>
              <a:ext cx="248085" cy="248085"/>
              <a:chOff x="2874055" y="3515523"/>
              <a:chExt cx="248085" cy="248085"/>
            </a:xfrm>
          </p:grpSpPr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0943828A-E6AB-7302-C725-B05A736149CD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5" name="그림 184">
                <a:extLst>
                  <a:ext uri="{FF2B5EF4-FFF2-40B4-BE49-F238E27FC236}">
                    <a16:creationId xmlns:a16="http://schemas.microsoft.com/office/drawing/2014/main" id="{AE93D28E-5BC0-4958-FC1D-7F1B6DECB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EEA5C0A8-7970-1792-4AF3-A15C8765C73D}"/>
              </a:ext>
            </a:extLst>
          </p:cNvPr>
          <p:cNvGrpSpPr/>
          <p:nvPr/>
        </p:nvGrpSpPr>
        <p:grpSpPr>
          <a:xfrm>
            <a:off x="3592472" y="4286284"/>
            <a:ext cx="1865081" cy="889093"/>
            <a:chOff x="5617382" y="4110731"/>
            <a:chExt cx="1926053" cy="883141"/>
          </a:xfrm>
        </p:grpSpPr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B7F5FA51-1480-359F-C1C0-8A25BB4F1058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6A050B20-217A-5DF1-5D43-EE905D412F01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530F9A27-A0DC-DA27-9283-56BBD6A90E15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3A7C8F16-6C66-B303-BBB3-2550AB27C34C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EBE0F2E3-87B7-2BB9-0133-5339A92B1067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368E3309-0E6A-2914-3957-9EFDFEAE149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AF413BBE-32BC-E3E6-7108-3E272481335E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93" name="사각형: 둥근 모서리 192">
                <a:extLst>
                  <a:ext uri="{FF2B5EF4-FFF2-40B4-BE49-F238E27FC236}">
                    <a16:creationId xmlns:a16="http://schemas.microsoft.com/office/drawing/2014/main" id="{3FCA8BA7-524C-D723-A86C-4FB6E73CCAD1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6160A7A7-A36E-ED69-C848-FEDB6080B9B0}"/>
              </a:ext>
            </a:extLst>
          </p:cNvPr>
          <p:cNvGrpSpPr/>
          <p:nvPr/>
        </p:nvGrpSpPr>
        <p:grpSpPr>
          <a:xfrm>
            <a:off x="5208376" y="5548149"/>
            <a:ext cx="248085" cy="248085"/>
            <a:chOff x="3168756" y="3220778"/>
            <a:chExt cx="248085" cy="248085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021D92ED-45F7-4D04-465C-3F6656568544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360067D7-EEBB-36B4-17FB-EF3CF3FD2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1FF4FE5B-2E88-986C-91CD-018BDCBD334E}"/>
              </a:ext>
            </a:extLst>
          </p:cNvPr>
          <p:cNvGrpSpPr/>
          <p:nvPr/>
        </p:nvGrpSpPr>
        <p:grpSpPr>
          <a:xfrm>
            <a:off x="4914522" y="5548149"/>
            <a:ext cx="248085" cy="248085"/>
            <a:chOff x="2874055" y="3515523"/>
            <a:chExt cx="248085" cy="248085"/>
          </a:xfrm>
        </p:grpSpPr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28D5B8E5-11C3-0A23-06CB-107EAE626C43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44E8E0F3-628F-7AFC-4400-186E79950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010CD21A-E538-E17C-4C5D-EF831A61EFA0}"/>
              </a:ext>
            </a:extLst>
          </p:cNvPr>
          <p:cNvSpPr txBox="1"/>
          <p:nvPr/>
        </p:nvSpPr>
        <p:spPr>
          <a:xfrm>
            <a:off x="5540214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번아웃</a:t>
            </a:r>
            <a:r>
              <a:rPr lang="ko-KR" altLang="en-US" sz="900" b="1" dirty="0">
                <a:latin typeface="+mn-ea"/>
                <a:ea typeface="+mn-ea"/>
              </a:rPr>
              <a:t> 예방과 교사 마음 건강을 위한 </a:t>
            </a:r>
            <a:r>
              <a:rPr lang="ko-KR" altLang="en-US" sz="900" b="1" dirty="0" err="1">
                <a:latin typeface="+mn-ea"/>
                <a:ea typeface="+mn-ea"/>
              </a:rPr>
              <a:t>셀프케어</a:t>
            </a:r>
            <a:r>
              <a:rPr lang="ko-KR" altLang="en-US" sz="900" b="1" dirty="0">
                <a:latin typeface="+mn-ea"/>
                <a:ea typeface="+mn-ea"/>
              </a:rPr>
              <a:t> 실천 가이드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최협력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5E4D6A37-2E87-E4CA-4E4C-A2F315054D06}"/>
              </a:ext>
            </a:extLst>
          </p:cNvPr>
          <p:cNvGrpSpPr/>
          <p:nvPr/>
        </p:nvGrpSpPr>
        <p:grpSpPr>
          <a:xfrm>
            <a:off x="5622250" y="4286284"/>
            <a:ext cx="1865081" cy="889093"/>
            <a:chOff x="5617382" y="4110731"/>
            <a:chExt cx="1926053" cy="883141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B0D2773A-1630-E7DC-6A2D-CA6E71E2DB0B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CB35CA86-DCE1-54E0-A7B1-F0BF6626C717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987FF214-4B09-11DE-ADD0-24A5C2E64CC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0283095D-B175-55E4-5A3F-0FE1B426CF30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10" name="직선 연결선 209">
                  <a:extLst>
                    <a:ext uri="{FF2B5EF4-FFF2-40B4-BE49-F238E27FC236}">
                      <a16:creationId xmlns:a16="http://schemas.microsoft.com/office/drawing/2014/main" id="{FE0F751C-844B-15DC-C310-3A2C4FCCF99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1" name="직선 연결선 210">
                  <a:extLst>
                    <a:ext uri="{FF2B5EF4-FFF2-40B4-BE49-F238E27FC236}">
                      <a16:creationId xmlns:a16="http://schemas.microsoft.com/office/drawing/2014/main" id="{A2945561-B186-7CE8-84E0-00D46A70E5D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83C16FB6-3BCB-12A5-BA83-B8FC7F63C198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09" name="사각형: 둥근 모서리 208">
                <a:extLst>
                  <a:ext uri="{FF2B5EF4-FFF2-40B4-BE49-F238E27FC236}">
                    <a16:creationId xmlns:a16="http://schemas.microsoft.com/office/drawing/2014/main" id="{D562998F-EAF4-2D81-FDDE-9F3A67308FA5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30141FC-FA47-93DB-87C1-1F87FD376985}"/>
              </a:ext>
            </a:extLst>
          </p:cNvPr>
          <p:cNvGrpSpPr/>
          <p:nvPr/>
        </p:nvGrpSpPr>
        <p:grpSpPr>
          <a:xfrm>
            <a:off x="7241169" y="5548149"/>
            <a:ext cx="248085" cy="248085"/>
            <a:chOff x="3168756" y="3220778"/>
            <a:chExt cx="248085" cy="248085"/>
          </a:xfrm>
        </p:grpSpPr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4E77FB01-029D-DF17-9B4C-C5D6D52689DE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62F15B0C-837E-8129-7F7B-4F8D80587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D8589BD4-D2BF-A88B-288A-08A065CD04F1}"/>
              </a:ext>
            </a:extLst>
          </p:cNvPr>
          <p:cNvGrpSpPr/>
          <p:nvPr/>
        </p:nvGrpSpPr>
        <p:grpSpPr>
          <a:xfrm>
            <a:off x="6946522" y="5548149"/>
            <a:ext cx="248085" cy="248085"/>
            <a:chOff x="2874055" y="3515523"/>
            <a:chExt cx="248085" cy="248085"/>
          </a:xfrm>
        </p:grpSpPr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9C729983-781A-0985-F135-9A28AFEE01D2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BC6CFEAA-D62A-C09D-7547-99668EBAB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3F2CAF7E-291B-3B91-DD75-76B12789CDAE}"/>
              </a:ext>
            </a:extLst>
          </p:cNvPr>
          <p:cNvSpPr txBox="1"/>
          <p:nvPr/>
        </p:nvSpPr>
        <p:spPr>
          <a:xfrm>
            <a:off x="7573959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초등학교 저학년 대상 프로젝트 수업 입문과 실전 적용 사례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박힐링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1A736FF-D020-A940-2AC8-EB232EBEC75B}"/>
              </a:ext>
            </a:extLst>
          </p:cNvPr>
          <p:cNvGrpSpPr/>
          <p:nvPr/>
        </p:nvGrpSpPr>
        <p:grpSpPr>
          <a:xfrm>
            <a:off x="7652029" y="4286284"/>
            <a:ext cx="1865081" cy="889093"/>
            <a:chOff x="5617382" y="4110731"/>
            <a:chExt cx="1926053" cy="883141"/>
          </a:xfrm>
        </p:grpSpPr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C4796763-C6A1-4FF6-9B1E-40132F291BAF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2FCB2740-42E4-0E26-D46C-2F661275189D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6DC64EE5-A36B-0901-818C-5B41459B0A93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7CBAFB01-7380-9721-44D8-14309E3DF6CF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F6212536-5267-65E6-BA16-6083DC58AB48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AB359051-D2E0-BBB6-25C8-DD2B2EF6251B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FB63E164-DED2-7ABD-F0E3-AE06B2CEC9CA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5" name="사각형: 둥근 모서리 224">
                <a:extLst>
                  <a:ext uri="{FF2B5EF4-FFF2-40B4-BE49-F238E27FC236}">
                    <a16:creationId xmlns:a16="http://schemas.microsoft.com/office/drawing/2014/main" id="{C8D74E07-793A-DC39-90C8-D7504879450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C609ED65-4DAD-8F49-00C5-E95A3D0692D7}"/>
              </a:ext>
            </a:extLst>
          </p:cNvPr>
          <p:cNvGrpSpPr/>
          <p:nvPr/>
        </p:nvGrpSpPr>
        <p:grpSpPr>
          <a:xfrm>
            <a:off x="9273170" y="5548149"/>
            <a:ext cx="248085" cy="248085"/>
            <a:chOff x="3168756" y="3220778"/>
            <a:chExt cx="248085" cy="248085"/>
          </a:xfrm>
        </p:grpSpPr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98DDF0B1-6A73-6B88-7317-8BCB956F0A2A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1" name="그림 230">
              <a:extLst>
                <a:ext uri="{FF2B5EF4-FFF2-40B4-BE49-F238E27FC236}">
                  <a16:creationId xmlns:a16="http://schemas.microsoft.com/office/drawing/2014/main" id="{92948BEE-B58B-E00D-5186-E5B5FC0A1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8E434913-DC58-4D9C-24DA-CFF588CB3CB5}"/>
              </a:ext>
            </a:extLst>
          </p:cNvPr>
          <p:cNvGrpSpPr/>
          <p:nvPr/>
        </p:nvGrpSpPr>
        <p:grpSpPr>
          <a:xfrm>
            <a:off x="8978522" y="5548149"/>
            <a:ext cx="248085" cy="248085"/>
            <a:chOff x="2874055" y="3515523"/>
            <a:chExt cx="248085" cy="248085"/>
          </a:xfrm>
        </p:grpSpPr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A5886EA7-2A94-75FD-A5D1-A934AAC596D7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4" name="그림 233">
              <a:extLst>
                <a:ext uri="{FF2B5EF4-FFF2-40B4-BE49-F238E27FC236}">
                  <a16:creationId xmlns:a16="http://schemas.microsoft.com/office/drawing/2014/main" id="{F3A3B8E4-B087-C058-C329-3BD569AFA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B2CBAD7C-EA7C-A6C0-AB9D-BE7A00221CBD}"/>
              </a:ext>
            </a:extLst>
          </p:cNvPr>
          <p:cNvGrpSpPr/>
          <p:nvPr/>
        </p:nvGrpSpPr>
        <p:grpSpPr>
          <a:xfrm>
            <a:off x="1553796" y="866062"/>
            <a:ext cx="8034704" cy="462553"/>
            <a:chOff x="1553796" y="866062"/>
            <a:chExt cx="8034704" cy="462553"/>
          </a:xfrm>
        </p:grpSpPr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4CF9A032-267C-E392-A59F-175DE2879255}"/>
                </a:ext>
              </a:extLst>
            </p:cNvPr>
            <p:cNvSpPr/>
            <p:nvPr/>
          </p:nvSpPr>
          <p:spPr>
            <a:xfrm>
              <a:off x="1558925" y="866062"/>
              <a:ext cx="8029575" cy="4625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9799721E-1A9A-70ED-0897-1876F2D4E149}"/>
                </a:ext>
              </a:extLst>
            </p:cNvPr>
            <p:cNvGrpSpPr/>
            <p:nvPr/>
          </p:nvGrpSpPr>
          <p:grpSpPr>
            <a:xfrm>
              <a:off x="1553796" y="986782"/>
              <a:ext cx="1880090" cy="251620"/>
              <a:chOff x="1553796" y="986782"/>
              <a:chExt cx="1880090" cy="251620"/>
            </a:xfrm>
          </p:grpSpPr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95179E9C-2BC1-81A7-739B-C275F4E5B352}"/>
                  </a:ext>
                </a:extLst>
              </p:cNvPr>
              <p:cNvSpPr txBox="1"/>
              <p:nvPr/>
            </p:nvSpPr>
            <p:spPr>
              <a:xfrm>
                <a:off x="1553796" y="992181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b="1" dirty="0"/>
                  <a:t>분야</a:t>
                </a:r>
                <a:endParaRPr lang="en-US" altLang="ko-KR" sz="1200" b="1" dirty="0"/>
              </a:p>
            </p:txBody>
          </p:sp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EFC70FE0-DE66-A73B-2405-9BCF4196CEE9}"/>
                  </a:ext>
                </a:extLst>
              </p:cNvPr>
              <p:cNvGrpSpPr/>
              <p:nvPr/>
            </p:nvGrpSpPr>
            <p:grpSpPr>
              <a:xfrm>
                <a:off x="1977044" y="986782"/>
                <a:ext cx="1456842" cy="250711"/>
                <a:chOff x="4011039" y="2223936"/>
                <a:chExt cx="1059173" cy="250711"/>
              </a:xfrm>
            </p:grpSpPr>
            <p:sp>
              <p:nvSpPr>
                <p:cNvPr id="241" name="Input">
                  <a:extLst>
                    <a:ext uri="{FF2B5EF4-FFF2-40B4-BE49-F238E27FC236}">
                      <a16:creationId xmlns:a16="http://schemas.microsoft.com/office/drawing/2014/main" id="{945755FD-5FA6-5F67-0AE8-7F749933FE61}"/>
                    </a:ext>
                  </a:extLst>
                </p:cNvPr>
                <p:cNvSpPr/>
                <p:nvPr/>
              </p:nvSpPr>
              <p:spPr>
                <a:xfrm>
                  <a:off x="4011039" y="2223936"/>
                  <a:ext cx="1059173" cy="25071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10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 하세요</a:t>
                  </a:r>
                  <a:endParaRPr lang="en-US" altLang="ko-KR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242" name="Chevron Right">
                  <a:extLst>
                    <a:ext uri="{FF2B5EF4-FFF2-40B4-BE49-F238E27FC236}">
                      <a16:creationId xmlns:a16="http://schemas.microsoft.com/office/drawing/2014/main" id="{FFA97098-E9A2-0861-AB08-A83788C8892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7854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238" name="Chevron Right">
              <a:extLst>
                <a:ext uri="{FF2B5EF4-FFF2-40B4-BE49-F238E27FC236}">
                  <a16:creationId xmlns:a16="http://schemas.microsoft.com/office/drawing/2014/main" id="{C7E5B97B-589A-97A9-BBE0-C4AA6ADE95A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598874" y="1061308"/>
              <a:ext cx="39561" cy="99033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3" name="타원 242">
            <a:extLst>
              <a:ext uri="{FF2B5EF4-FFF2-40B4-BE49-F238E27FC236}">
                <a16:creationId xmlns:a16="http://schemas.microsoft.com/office/drawing/2014/main" id="{876AFEE1-A6F4-500C-8F29-B85326585DD5}"/>
              </a:ext>
            </a:extLst>
          </p:cNvPr>
          <p:cNvSpPr/>
          <p:nvPr/>
        </p:nvSpPr>
        <p:spPr>
          <a:xfrm>
            <a:off x="1441493" y="9339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4E55986-F1CD-1113-44A0-DE4C9C37A4EE}"/>
              </a:ext>
            </a:extLst>
          </p:cNvPr>
          <p:cNvGrpSpPr/>
          <p:nvPr/>
        </p:nvGrpSpPr>
        <p:grpSpPr>
          <a:xfrm>
            <a:off x="3500560" y="993200"/>
            <a:ext cx="6013744" cy="246220"/>
            <a:chOff x="-3869134" y="928991"/>
            <a:chExt cx="6013744" cy="226043"/>
          </a:xfrm>
        </p:grpSpPr>
        <p:sp>
          <p:nvSpPr>
            <p:cNvPr id="245" name="Input">
              <a:extLst>
                <a:ext uri="{FF2B5EF4-FFF2-40B4-BE49-F238E27FC236}">
                  <a16:creationId xmlns:a16="http://schemas.microsoft.com/office/drawing/2014/main" id="{77DE1181-70E6-727F-2B56-F93AF3A0A57F}"/>
                </a:ext>
              </a:extLst>
            </p:cNvPr>
            <p:cNvSpPr/>
            <p:nvPr/>
          </p:nvSpPr>
          <p:spPr>
            <a:xfrm>
              <a:off x="-3869134" y="928991"/>
              <a:ext cx="5474291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6" name="Input">
              <a:extLst>
                <a:ext uri="{FF2B5EF4-FFF2-40B4-BE49-F238E27FC236}">
                  <a16:creationId xmlns:a16="http://schemas.microsoft.com/office/drawing/2014/main" id="{9924B56A-B86F-1F55-DB79-24CB52BBED05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DFE6C0F8-438C-43D5-1926-EECC3ECE3B9C}"/>
              </a:ext>
            </a:extLst>
          </p:cNvPr>
          <p:cNvGrpSpPr/>
          <p:nvPr/>
        </p:nvGrpSpPr>
        <p:grpSpPr>
          <a:xfrm>
            <a:off x="1555479" y="5983663"/>
            <a:ext cx="7956000" cy="308244"/>
            <a:chOff x="1409337" y="3497166"/>
            <a:chExt cx="7452000" cy="308244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53A1FB1-046B-6EBC-CCC8-76B20DE19407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03124DAA-B83D-EDD1-BC39-E0239315707B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668B9435-16A1-44B7-78F5-BE06C4452999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251" name="타원 250">
            <a:extLst>
              <a:ext uri="{FF2B5EF4-FFF2-40B4-BE49-F238E27FC236}">
                <a16:creationId xmlns:a16="http://schemas.microsoft.com/office/drawing/2014/main" id="{C559917E-F68D-3072-FB1F-0B4B5546A9DF}"/>
              </a:ext>
            </a:extLst>
          </p:cNvPr>
          <p:cNvSpPr/>
          <p:nvPr/>
        </p:nvSpPr>
        <p:spPr>
          <a:xfrm>
            <a:off x="1392743" y="428602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62C5AD34-7FFE-DF81-82D0-0C3C9979839E}"/>
              </a:ext>
            </a:extLst>
          </p:cNvPr>
          <p:cNvSpPr/>
          <p:nvPr/>
        </p:nvSpPr>
        <p:spPr>
          <a:xfrm>
            <a:off x="2767910" y="550946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A56FC2F0-AFAB-1B0C-3272-FCE23D4B1CCD}"/>
              </a:ext>
            </a:extLst>
          </p:cNvPr>
          <p:cNvSpPr/>
          <p:nvPr/>
        </p:nvSpPr>
        <p:spPr>
          <a:xfrm>
            <a:off x="3102594" y="550589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327B31-C9CE-DE63-409C-408D7C1B6B4D}"/>
              </a:ext>
            </a:extLst>
          </p:cNvPr>
          <p:cNvGrpSpPr/>
          <p:nvPr/>
        </p:nvGrpSpPr>
        <p:grpSpPr>
          <a:xfrm>
            <a:off x="2888341" y="3094773"/>
            <a:ext cx="542786" cy="252597"/>
            <a:chOff x="2888341" y="3094773"/>
            <a:chExt cx="542786" cy="252597"/>
          </a:xfrm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05D43DDD-F87D-ED2E-60E5-E791EB8C7CEF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136" name="타원 135">
                <a:extLst>
                  <a:ext uri="{FF2B5EF4-FFF2-40B4-BE49-F238E27FC236}">
                    <a16:creationId xmlns:a16="http://schemas.microsoft.com/office/drawing/2014/main" id="{22CED2CD-A37A-08A6-DED6-70CCC6DC95B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6783E7F3-3BBA-026E-8C6E-3706381C41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5C3472A-5EDC-BF00-DD93-6FB58C94C9E1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72DD1EB4-E8AC-895C-ADF7-93B2646C5A27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3BED34D2-F2F5-E80E-5BCB-658C54151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3B38FA-E881-1E4D-48BD-BD4FB0AE4C36}"/>
              </a:ext>
            </a:extLst>
          </p:cNvPr>
          <p:cNvGrpSpPr/>
          <p:nvPr/>
        </p:nvGrpSpPr>
        <p:grpSpPr>
          <a:xfrm>
            <a:off x="4921928" y="3094773"/>
            <a:ext cx="542786" cy="252597"/>
            <a:chOff x="2888341" y="3094773"/>
            <a:chExt cx="542786" cy="252597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155FEFD-3686-4B7C-82C0-D3D68F2E6CD6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255" name="타원 254">
                <a:extLst>
                  <a:ext uri="{FF2B5EF4-FFF2-40B4-BE49-F238E27FC236}">
                    <a16:creationId xmlns:a16="http://schemas.microsoft.com/office/drawing/2014/main" id="{FCDD6FA1-FDB3-82E3-398B-D445C7391C7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674B235-1584-C4B0-67CB-9BFF2FBCC3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C7437BF-1AA9-B0AF-D2B9-32541177B86C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45746A20-EB7B-2B60-F359-A4E924905D29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4" name="그림 253">
                <a:extLst>
                  <a:ext uri="{FF2B5EF4-FFF2-40B4-BE49-F238E27FC236}">
                    <a16:creationId xmlns:a16="http://schemas.microsoft.com/office/drawing/2014/main" id="{7EB3DB82-E9DD-3C3D-EE7A-DE44BE866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90EAE50-2D50-365C-C74A-151B025385BC}"/>
              </a:ext>
            </a:extLst>
          </p:cNvPr>
          <p:cNvGrpSpPr/>
          <p:nvPr/>
        </p:nvGrpSpPr>
        <p:grpSpPr>
          <a:xfrm>
            <a:off x="6945992" y="3094773"/>
            <a:ext cx="542786" cy="252597"/>
            <a:chOff x="2888341" y="3094773"/>
            <a:chExt cx="542786" cy="252597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1F5972AC-7CD8-E23E-B4BF-B99A7F7FFF8F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7DAB399-8B69-98CC-D0C9-6257C00F1D6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1124A16D-7161-07E1-5A76-7DD57B554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7AE882B-EC6F-067C-56D0-7D668626339B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FEC3B32A-7161-02F2-153D-D90EA0CF0C1E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71E03261-EB10-676D-96BA-D2FBCFE59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166A0F62-E10E-DB5F-6BEB-9BD6BC53FF12}"/>
              </a:ext>
            </a:extLst>
          </p:cNvPr>
          <p:cNvGrpSpPr/>
          <p:nvPr/>
        </p:nvGrpSpPr>
        <p:grpSpPr>
          <a:xfrm>
            <a:off x="8979580" y="3094773"/>
            <a:ext cx="542786" cy="252597"/>
            <a:chOff x="2888341" y="3094773"/>
            <a:chExt cx="542786" cy="252597"/>
          </a:xfrm>
        </p:grpSpPr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0C744CC-029C-FE05-B84D-420412176145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275" name="타원 274">
                <a:extLst>
                  <a:ext uri="{FF2B5EF4-FFF2-40B4-BE49-F238E27FC236}">
                    <a16:creationId xmlns:a16="http://schemas.microsoft.com/office/drawing/2014/main" id="{828B300D-5630-9A51-D676-46C93E75A11B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6" name="그림 275">
                <a:extLst>
                  <a:ext uri="{FF2B5EF4-FFF2-40B4-BE49-F238E27FC236}">
                    <a16:creationId xmlns:a16="http://schemas.microsoft.com/office/drawing/2014/main" id="{B1240492-B31C-D6DE-CBAB-6A0C0C351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EB117DFE-920A-4151-01EB-9344FF0E63C1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273" name="타원 272">
                <a:extLst>
                  <a:ext uri="{FF2B5EF4-FFF2-40B4-BE49-F238E27FC236}">
                    <a16:creationId xmlns:a16="http://schemas.microsoft.com/office/drawing/2014/main" id="{52D34D5C-20B9-A2E1-51EE-8A38095675B2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4" name="그림 273">
                <a:extLst>
                  <a:ext uri="{FF2B5EF4-FFF2-40B4-BE49-F238E27FC236}">
                    <a16:creationId xmlns:a16="http://schemas.microsoft.com/office/drawing/2014/main" id="{A6C04040-4695-AE9C-E470-C2DDFE419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A84EAD-6092-7685-2091-123D89D3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7731BF9-5C4C-21EE-8007-C87795408E4E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150C6F2-A1E5-F13D-52DC-B70432ABDAD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4AE93D7-6EE1-E639-75B0-10032D7496E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BE1607B-883E-90DC-DF7D-332B2AB5E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9948325"/>
              </p:ext>
            </p:extLst>
          </p:nvPr>
        </p:nvGraphicFramePr>
        <p:xfrm>
          <a:off x="9655174" y="276226"/>
          <a:ext cx="2532687" cy="524841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수정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구성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1-1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모듈명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학습모듈의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제목 표시 및 수정 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 이내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1-2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모듈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소개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/>
                        <a:t>학습모듈에</a:t>
                      </a:r>
                      <a:r>
                        <a:rPr lang="ko-KR" altLang="en-US" sz="800" dirty="0"/>
                        <a:t> 대한 설명 표시 및 수정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선택 입력 항목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자 이상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1-3 </a:t>
                      </a:r>
                      <a:r>
                        <a:rPr lang="ko-KR" altLang="en-US" sz="800" dirty="0"/>
                        <a:t>역량 구분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역량 분야 표시 및 수정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교육과정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생활교육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학교공동체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자기개발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문제해결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필수 선택 항목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중복 선택 가능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기존 선택된 항목 강조 표시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배경색 변경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1-4 </a:t>
                      </a:r>
                      <a:r>
                        <a:rPr lang="ko-KR" altLang="en-US" sz="800" dirty="0"/>
                        <a:t>공개 설정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공개 여부 표시 및 수정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비공개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기존 </a:t>
                      </a:r>
                      <a:r>
                        <a:rPr lang="ko-KR" altLang="en-US" sz="800" dirty="0" err="1"/>
                        <a:t>설정값</a:t>
                      </a:r>
                      <a:r>
                        <a:rPr lang="ko-KR" altLang="en-US" sz="800" dirty="0"/>
                        <a:t> 표시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다른 사용자에게 모듈 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비공개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본인만 모듈 확인 가능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1-5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/>
                        <a:t>모듈 목록에 표시될 썸네일 이미지 관리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선택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이미지 변경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 클릭 시 파일 탐색기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[×] </a:t>
                      </a:r>
                      <a:r>
                        <a:rPr lang="ko-KR" altLang="en-US" sz="800" dirty="0"/>
                        <a:t>클릭 시 이미지 삭제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확인후 확정 필요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권장 사이즈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640 x 400px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파일 형식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JPG, PNG 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10MB)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미등록 시 디폴트 이미지 표시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56B610A-CC85-E34B-C65D-FBB923F4B59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9CA40-891C-D9BD-0379-ACD46B24117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67F48-8BBE-7A35-9926-3BC12FC3A24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5F2B7-001C-1FC9-0A5A-66F32B3491A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734907-C674-87CD-44E5-2075A003F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581826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58C367-0233-2E9A-5D44-7B3551E15A94}"/>
              </a:ext>
            </a:extLst>
          </p:cNvPr>
          <p:cNvSpPr/>
          <p:nvPr/>
        </p:nvSpPr>
        <p:spPr>
          <a:xfrm>
            <a:off x="1567132" y="873125"/>
            <a:ext cx="7949932" cy="5765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1944-00A0-14EB-A7F1-2C77F8E6A862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68594-2347-6546-FA17-AFCBEDC9DF19}"/>
              </a:ext>
            </a:extLst>
          </p:cNvPr>
          <p:cNvSpPr txBox="1"/>
          <p:nvPr/>
        </p:nvSpPr>
        <p:spPr>
          <a:xfrm>
            <a:off x="1567129" y="964676"/>
            <a:ext cx="6676829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모듈명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1179316-2D8A-7AB9-6D59-A186B0C8C176}"/>
              </a:ext>
            </a:extLst>
          </p:cNvPr>
          <p:cNvSpPr/>
          <p:nvPr/>
        </p:nvSpPr>
        <p:spPr>
          <a:xfrm>
            <a:off x="1753187" y="119550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번아웃</a:t>
            </a:r>
            <a:r>
              <a:rPr lang="ko-KR" altLang="en-US" sz="1000" dirty="0">
                <a:solidFill>
                  <a:schemeClr val="tx1"/>
                </a:solidFill>
              </a:rPr>
              <a:t> 없이 지속 가능한 교직 생활을 위한 마음 건강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C5991-7778-9FDA-7808-9A3C7519DF60}"/>
              </a:ext>
            </a:extLst>
          </p:cNvPr>
          <p:cNvSpPr txBox="1"/>
          <p:nvPr/>
        </p:nvSpPr>
        <p:spPr>
          <a:xfrm>
            <a:off x="1567129" y="2191042"/>
            <a:ext cx="7949935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모듈 소개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863C0-456E-D110-1EF2-A797971552BF}"/>
              </a:ext>
            </a:extLst>
          </p:cNvPr>
          <p:cNvSpPr txBox="1"/>
          <p:nvPr/>
        </p:nvSpPr>
        <p:spPr>
          <a:xfrm>
            <a:off x="8225272" y="966971"/>
            <a:ext cx="1107807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0/100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E578775-FF05-F39B-E3C8-9AA0FDBC43FC}"/>
              </a:ext>
            </a:extLst>
          </p:cNvPr>
          <p:cNvSpPr/>
          <p:nvPr/>
        </p:nvSpPr>
        <p:spPr>
          <a:xfrm>
            <a:off x="1746701" y="1797759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68E93B7-63D1-2D18-E1A5-E961C9738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4688"/>
              </p:ext>
            </p:extLst>
          </p:nvPr>
        </p:nvGraphicFramePr>
        <p:xfrm>
          <a:off x="1753672" y="1836746"/>
          <a:ext cx="7756910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교육과정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생활교육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학교공동체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자기개발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EA3CE6E-47B7-61C3-A3A5-2D4B39BF4C52}"/>
              </a:ext>
            </a:extLst>
          </p:cNvPr>
          <p:cNvSpPr txBox="1"/>
          <p:nvPr/>
        </p:nvSpPr>
        <p:spPr>
          <a:xfrm>
            <a:off x="1560643" y="159740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역량 </a:t>
            </a:r>
            <a:r>
              <a:rPr lang="ko-KR" altLang="en-US" sz="900" dirty="0">
                <a:latin typeface="+mn-ea"/>
                <a:ea typeface="+mn-ea"/>
              </a:rPr>
              <a:t>구분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 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0EB02F-04F2-206E-5604-63C05AFC8A98}"/>
              </a:ext>
            </a:extLst>
          </p:cNvPr>
          <p:cNvSpPr/>
          <p:nvPr/>
        </p:nvSpPr>
        <p:spPr>
          <a:xfrm>
            <a:off x="1753187" y="2415776"/>
            <a:ext cx="7577823" cy="1171669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교사로서 지치지 않고 오래 행복하게 일하기 위한 마음 건강 관리법을 배웁니다</a:t>
            </a:r>
            <a:r>
              <a:rPr lang="en-US" altLang="ko-KR" sz="1000" dirty="0">
                <a:solidFill>
                  <a:schemeClr val="tx1"/>
                </a:solidFill>
              </a:rPr>
              <a:t>.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번아웃의 원인을 이해하고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제로 적용할 수 있는 </a:t>
            </a:r>
            <a:r>
              <a:rPr lang="ko-KR" altLang="en-US" sz="1000" dirty="0" err="1">
                <a:solidFill>
                  <a:schemeClr val="tx1"/>
                </a:solidFill>
              </a:rPr>
              <a:t>셀프케어</a:t>
            </a:r>
            <a:r>
              <a:rPr lang="ko-KR" altLang="en-US" sz="1000" dirty="0">
                <a:solidFill>
                  <a:schemeClr val="tx1"/>
                </a:solidFill>
              </a:rPr>
              <a:t> 전략을 익힐 수 있습니다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2BAAEDB-49AB-D31F-EB25-55DD16AC1CC3}"/>
              </a:ext>
            </a:extLst>
          </p:cNvPr>
          <p:cNvSpPr/>
          <p:nvPr/>
        </p:nvSpPr>
        <p:spPr>
          <a:xfrm>
            <a:off x="1746701" y="388864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9FC524-9999-3F7F-CB75-4BCA81BAB97A}"/>
              </a:ext>
            </a:extLst>
          </p:cNvPr>
          <p:cNvSpPr txBox="1"/>
          <p:nvPr/>
        </p:nvSpPr>
        <p:spPr>
          <a:xfrm>
            <a:off x="1560643" y="368829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공개 설정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4031F37-7E5A-6F12-30D7-05587869C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16354"/>
              </p:ext>
            </p:extLst>
          </p:nvPr>
        </p:nvGraphicFramePr>
        <p:xfrm>
          <a:off x="1753672" y="393716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0C1F85D-ABF9-C769-9663-2C074D64826A}"/>
              </a:ext>
            </a:extLst>
          </p:cNvPr>
          <p:cNvSpPr txBox="1"/>
          <p:nvPr/>
        </p:nvSpPr>
        <p:spPr>
          <a:xfrm>
            <a:off x="1560643" y="4310538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썸네일 이미지</a:t>
            </a:r>
          </a:p>
        </p:txBody>
      </p:sp>
      <p:pic>
        <p:nvPicPr>
          <p:cNvPr id="276" name="그림 275">
            <a:extLst>
              <a:ext uri="{FF2B5EF4-FFF2-40B4-BE49-F238E27FC236}">
                <a16:creationId xmlns:a16="http://schemas.microsoft.com/office/drawing/2014/main" id="{9AEA89B5-1552-4E46-FDB9-31B4C5644A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83" y="3963633"/>
            <a:ext cx="165600" cy="165600"/>
          </a:xfrm>
          <a:prstGeom prst="rect">
            <a:avLst/>
          </a:prstGeom>
        </p:spPr>
      </p:pic>
      <p:pic>
        <p:nvPicPr>
          <p:cNvPr id="277" name="그림 276">
            <a:extLst>
              <a:ext uri="{FF2B5EF4-FFF2-40B4-BE49-F238E27FC236}">
                <a16:creationId xmlns:a16="http://schemas.microsoft.com/office/drawing/2014/main" id="{7614E813-3FC4-F4F9-CEC8-862FB0AB9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369" y="3963633"/>
            <a:ext cx="165600" cy="165600"/>
          </a:xfrm>
          <a:prstGeom prst="rect">
            <a:avLst/>
          </a:prstGeom>
        </p:spPr>
      </p:pic>
      <p:sp>
        <p:nvSpPr>
          <p:cNvPr id="278" name="타원 277">
            <a:extLst>
              <a:ext uri="{FF2B5EF4-FFF2-40B4-BE49-F238E27FC236}">
                <a16:creationId xmlns:a16="http://schemas.microsoft.com/office/drawing/2014/main" id="{BE727E4C-E0DF-E216-AD07-D187DC0F7DF2}"/>
              </a:ext>
            </a:extLst>
          </p:cNvPr>
          <p:cNvSpPr/>
          <p:nvPr/>
        </p:nvSpPr>
        <p:spPr>
          <a:xfrm>
            <a:off x="1441493" y="8646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83" name="그림 282">
            <a:extLst>
              <a:ext uri="{FF2B5EF4-FFF2-40B4-BE49-F238E27FC236}">
                <a16:creationId xmlns:a16="http://schemas.microsoft.com/office/drawing/2014/main" id="{EE4E27F7-B6A3-1FFE-0EC0-B95BB23D2A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63" y="1872051"/>
            <a:ext cx="162000" cy="162000"/>
          </a:xfrm>
          <a:prstGeom prst="rect">
            <a:avLst/>
          </a:prstGeom>
        </p:spPr>
      </p:pic>
      <p:pic>
        <p:nvPicPr>
          <p:cNvPr id="284" name="그림 283">
            <a:extLst>
              <a:ext uri="{FF2B5EF4-FFF2-40B4-BE49-F238E27FC236}">
                <a16:creationId xmlns:a16="http://schemas.microsoft.com/office/drawing/2014/main" id="{4B0DF7DE-C235-5756-FB5F-25781090036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72051"/>
            <a:ext cx="162000" cy="162000"/>
          </a:xfrm>
          <a:prstGeom prst="rect">
            <a:avLst/>
          </a:prstGeom>
        </p:spPr>
      </p:pic>
      <p:pic>
        <p:nvPicPr>
          <p:cNvPr id="285" name="그림 284">
            <a:extLst>
              <a:ext uri="{FF2B5EF4-FFF2-40B4-BE49-F238E27FC236}">
                <a16:creationId xmlns:a16="http://schemas.microsoft.com/office/drawing/2014/main" id="{B9FCA73D-A804-FCC7-5339-DA91C25B23B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61" y="1872051"/>
            <a:ext cx="162000" cy="162000"/>
          </a:xfrm>
          <a:prstGeom prst="rect">
            <a:avLst/>
          </a:prstGeom>
        </p:spPr>
      </p:pic>
      <p:pic>
        <p:nvPicPr>
          <p:cNvPr id="286" name="그림 285">
            <a:extLst>
              <a:ext uri="{FF2B5EF4-FFF2-40B4-BE49-F238E27FC236}">
                <a16:creationId xmlns:a16="http://schemas.microsoft.com/office/drawing/2014/main" id="{55E2EE1D-037A-18F5-CBD7-9D1DC8C029C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48" y="1872051"/>
            <a:ext cx="162000" cy="162000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EE27B58D-BEAE-CF56-11B4-FF850D11B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51" y="1872051"/>
            <a:ext cx="162000" cy="162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E245F62-7E0F-0A95-C356-8551124389B8}"/>
              </a:ext>
            </a:extLst>
          </p:cNvPr>
          <p:cNvSpPr/>
          <p:nvPr/>
        </p:nvSpPr>
        <p:spPr>
          <a:xfrm>
            <a:off x="12187861" y="261459"/>
            <a:ext cx="1366214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썸네일 이미지 등록 추가 및 화면설명 수정</a:t>
            </a: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4351B6F6-B9CB-5C37-3AB3-F65D4DD20A2C}"/>
              </a:ext>
            </a:extLst>
          </p:cNvPr>
          <p:cNvSpPr/>
          <p:nvPr/>
        </p:nvSpPr>
        <p:spPr>
          <a:xfrm>
            <a:off x="1746701" y="4574447"/>
            <a:ext cx="1827847" cy="111397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img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F1772576-25AD-FDEF-BA94-CF2A52D3EFFE}"/>
              </a:ext>
            </a:extLst>
          </p:cNvPr>
          <p:cNvSpPr/>
          <p:nvPr/>
        </p:nvSpPr>
        <p:spPr>
          <a:xfrm>
            <a:off x="3632651" y="4575050"/>
            <a:ext cx="4754509" cy="297749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4" name="Input">
            <a:extLst>
              <a:ext uri="{FF2B5EF4-FFF2-40B4-BE49-F238E27FC236}">
                <a16:creationId xmlns:a16="http://schemas.microsoft.com/office/drawing/2014/main" id="{31DC421D-448C-69BB-A45D-D1446C594F63}"/>
              </a:ext>
            </a:extLst>
          </p:cNvPr>
          <p:cNvSpPr/>
          <p:nvPr/>
        </p:nvSpPr>
        <p:spPr>
          <a:xfrm>
            <a:off x="8387166" y="4571973"/>
            <a:ext cx="937358" cy="2993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이미지 변경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B84FB9B-CE84-1733-F4A7-B1A61DB851A9}"/>
              </a:ext>
            </a:extLst>
          </p:cNvPr>
          <p:cNvSpPr txBox="1"/>
          <p:nvPr/>
        </p:nvSpPr>
        <p:spPr>
          <a:xfrm>
            <a:off x="3574548" y="5123275"/>
            <a:ext cx="3840890" cy="565146"/>
          </a:xfrm>
          <a:prstGeom prst="rect">
            <a:avLst/>
          </a:prstGeom>
          <a:noFill/>
        </p:spPr>
        <p:txBody>
          <a:bodyPr wrap="square" lIns="108000" tIns="36000" rIns="90000" bIns="36000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권장 사이즈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640 x 400px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파일 형식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JPG, PNG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최대 용량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10MB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미등록 시 기본 이미지가 표시됩니다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240" name="사각형: 둥근 모서리 65">
            <a:extLst>
              <a:ext uri="{FF2B5EF4-FFF2-40B4-BE49-F238E27FC236}">
                <a16:creationId xmlns:a16="http://schemas.microsoft.com/office/drawing/2014/main" id="{CAE34FB3-F6ED-7945-5F15-3EE5DED709BE}"/>
              </a:ext>
            </a:extLst>
          </p:cNvPr>
          <p:cNvSpPr/>
          <p:nvPr/>
        </p:nvSpPr>
        <p:spPr>
          <a:xfrm>
            <a:off x="3632651" y="4902832"/>
            <a:ext cx="2160588" cy="216000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_</a:t>
            </a:r>
            <a:r>
              <a:rPr lang="ko-KR" altLang="en-US" sz="800" dirty="0">
                <a:solidFill>
                  <a:schemeClr val="tx1"/>
                </a:solidFill>
              </a:rPr>
              <a:t>썸네일</a:t>
            </a:r>
            <a:r>
              <a:rPr lang="en-US" altLang="ko-KR" sz="800" dirty="0">
                <a:solidFill>
                  <a:schemeClr val="tx1"/>
                </a:solidFill>
              </a:rPr>
              <a:t>.jpg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41" name="그림 240">
            <a:extLst>
              <a:ext uri="{FF2B5EF4-FFF2-40B4-BE49-F238E27FC236}">
                <a16:creationId xmlns:a16="http://schemas.microsoft.com/office/drawing/2014/main" id="{F4B383AF-E7C5-886A-F030-69C0BADEC6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218" y="4948102"/>
            <a:ext cx="126000" cy="126000"/>
          </a:xfrm>
          <a:prstGeom prst="rect">
            <a:avLst/>
          </a:prstGeom>
        </p:spPr>
      </p:pic>
      <p:pic>
        <p:nvPicPr>
          <p:cNvPr id="439" name="그림 438">
            <a:extLst>
              <a:ext uri="{FF2B5EF4-FFF2-40B4-BE49-F238E27FC236}">
                <a16:creationId xmlns:a16="http://schemas.microsoft.com/office/drawing/2014/main" id="{584DD60D-C67A-A63B-3F6B-CFAEA92F04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6218"/>
          <a:stretch>
            <a:fillRect/>
          </a:stretch>
        </p:blipFill>
        <p:spPr>
          <a:xfrm>
            <a:off x="1552016" y="5830631"/>
            <a:ext cx="7949873" cy="816761"/>
          </a:xfrm>
          <a:prstGeom prst="rect">
            <a:avLst/>
          </a:prstGeom>
        </p:spPr>
      </p:pic>
      <p:sp>
        <p:nvSpPr>
          <p:cNvPr id="440" name="타원 439">
            <a:extLst>
              <a:ext uri="{FF2B5EF4-FFF2-40B4-BE49-F238E27FC236}">
                <a16:creationId xmlns:a16="http://schemas.microsoft.com/office/drawing/2014/main" id="{E2E12C52-9E96-043E-51DB-33AB82B951A7}"/>
              </a:ext>
            </a:extLst>
          </p:cNvPr>
          <p:cNvSpPr/>
          <p:nvPr/>
        </p:nvSpPr>
        <p:spPr>
          <a:xfrm>
            <a:off x="1537242" y="10177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1" name="타원 440">
            <a:extLst>
              <a:ext uri="{FF2B5EF4-FFF2-40B4-BE49-F238E27FC236}">
                <a16:creationId xmlns:a16="http://schemas.microsoft.com/office/drawing/2014/main" id="{25FAE703-7AAA-EF95-EB1B-4454A3A0D91F}"/>
              </a:ext>
            </a:extLst>
          </p:cNvPr>
          <p:cNvSpPr/>
          <p:nvPr/>
        </p:nvSpPr>
        <p:spPr>
          <a:xfrm>
            <a:off x="1537242" y="16358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2" name="타원 441">
            <a:extLst>
              <a:ext uri="{FF2B5EF4-FFF2-40B4-BE49-F238E27FC236}">
                <a16:creationId xmlns:a16="http://schemas.microsoft.com/office/drawing/2014/main" id="{6E800EE6-47B0-CBC5-36B2-6F924D0331F0}"/>
              </a:ext>
            </a:extLst>
          </p:cNvPr>
          <p:cNvSpPr/>
          <p:nvPr/>
        </p:nvSpPr>
        <p:spPr>
          <a:xfrm>
            <a:off x="1537242" y="22115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3" name="타원 442">
            <a:extLst>
              <a:ext uri="{FF2B5EF4-FFF2-40B4-BE49-F238E27FC236}">
                <a16:creationId xmlns:a16="http://schemas.microsoft.com/office/drawing/2014/main" id="{85DEF08C-3888-DFEA-738D-1DF0331C3DF6}"/>
              </a:ext>
            </a:extLst>
          </p:cNvPr>
          <p:cNvSpPr/>
          <p:nvPr/>
        </p:nvSpPr>
        <p:spPr>
          <a:xfrm>
            <a:off x="1537242" y="371864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4" name="타원 443">
            <a:extLst>
              <a:ext uri="{FF2B5EF4-FFF2-40B4-BE49-F238E27FC236}">
                <a16:creationId xmlns:a16="http://schemas.microsoft.com/office/drawing/2014/main" id="{7FF710FF-DFFF-0EC6-C0DC-850723A88AC2}"/>
              </a:ext>
            </a:extLst>
          </p:cNvPr>
          <p:cNvSpPr/>
          <p:nvPr/>
        </p:nvSpPr>
        <p:spPr>
          <a:xfrm>
            <a:off x="1537242" y="43451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450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DFD2D4-4551-60F0-38DF-57E677A7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3AAF26A-062A-C171-8101-A2C9653E297F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7B8C8A3-62DC-0252-391B-07E474C3E123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CF95BD7-1CF0-B2DE-3D70-ADA1BDF8FB1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3F227AD-11C1-CA10-E0AA-0481D6429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860371"/>
              </p:ext>
            </p:extLst>
          </p:nvPr>
        </p:nvGraphicFramePr>
        <p:xfrm>
          <a:off x="9655174" y="276226"/>
          <a:ext cx="2532687" cy="389684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수정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등록된 콘텐츠 목록 표시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출처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학습할 시간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목록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총 학습할 시간 자동 계산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2-1 </a:t>
                      </a:r>
                      <a:r>
                        <a:rPr lang="ko-KR" altLang="en-US" sz="800" dirty="0"/>
                        <a:t>콘텐츠 추가 버튼 클릭 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콘텐츠추가 팝업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V-HMR-04-003)</a:t>
                      </a:r>
                      <a:endParaRPr lang="en-US" altLang="ko-KR" sz="800" b="1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삭제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(F-04-001)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</a:t>
                      </a:r>
                      <a:r>
                        <a:rPr lang="en-US" altLang="ko-KR" sz="800" dirty="0">
                          <a:latin typeface="+mj-lt"/>
                        </a:rPr>
                        <a:t>(</a:t>
                      </a:r>
                      <a:r>
                        <a:rPr lang="ko-KR" altLang="en-US" sz="800" dirty="0">
                          <a:latin typeface="+mj-lt"/>
                        </a:rPr>
                        <a:t>화면</a:t>
                      </a:r>
                      <a:r>
                        <a:rPr lang="en-US" altLang="ko-KR" sz="800" dirty="0">
                          <a:latin typeface="+mj-lt"/>
                        </a:rPr>
                        <a:t>ID: </a:t>
                      </a:r>
                      <a:r>
                        <a:rPr lang="en-US" altLang="ko-KR" sz="800" dirty="0">
                          <a:latin typeface="+mj-lt"/>
                          <a:ea typeface="나눔고딕" pitchFamily="2" charset="-127"/>
                        </a:rPr>
                        <a:t> V-HMR-04-001</a:t>
                      </a:r>
                      <a:r>
                        <a:rPr lang="en-US" altLang="ko-KR" sz="800" dirty="0">
                          <a:latin typeface="+mj-lt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(F-04-002)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ID: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나눔고딕" pitchFamily="2" charset="-127"/>
                          <a:cs typeface="Arial"/>
                          <a:sym typeface="Arial"/>
                        </a:rPr>
                        <a:t> V-HMR-04-001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수정 버튼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alert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(F-04-004)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</a:t>
                      </a:r>
                      <a:r>
                        <a:rPr lang="ko-KR" altLang="en-US" sz="800" dirty="0"/>
                        <a:t>화면으로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ID: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나눔고딕" pitchFamily="2" charset="-127"/>
                          <a:cs typeface="Arial"/>
                          <a:sym typeface="Arial"/>
                        </a:rPr>
                        <a:t> V-HMR-04-001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5281B5B-1A0A-75CF-E075-B6D181D49A9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147FC-FEAA-6F24-1F40-4CF1C670729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DBAF8-943E-C44B-BC1F-3C96CD71600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2C2336-A7A1-565D-995A-963DCFE9777A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F26790-0090-04FA-98A5-A27BB2A89BC1}"/>
              </a:ext>
            </a:extLst>
          </p:cNvPr>
          <p:cNvSpPr/>
          <p:nvPr/>
        </p:nvSpPr>
        <p:spPr>
          <a:xfrm>
            <a:off x="1567132" y="440268"/>
            <a:ext cx="7949932" cy="2565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68FFF-B22E-4A3F-E975-2B169E4D51A9}"/>
              </a:ext>
            </a:extLst>
          </p:cNvPr>
          <p:cNvSpPr txBox="1"/>
          <p:nvPr/>
        </p:nvSpPr>
        <p:spPr>
          <a:xfrm>
            <a:off x="1560643" y="58405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콘텐츠 </a:t>
            </a:r>
            <a:r>
              <a:rPr lang="ko-KR" altLang="en-US" sz="900" dirty="0">
                <a:latin typeface="+mn-ea"/>
                <a:ea typeface="+mn-ea"/>
              </a:rPr>
              <a:t>구성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BF09EC9-0374-173F-E305-2ABECF87B03A}"/>
              </a:ext>
            </a:extLst>
          </p:cNvPr>
          <p:cNvSpPr/>
          <p:nvPr/>
        </p:nvSpPr>
        <p:spPr>
          <a:xfrm>
            <a:off x="1753187" y="830688"/>
            <a:ext cx="7577823" cy="1615190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5D9E1D3-E8BB-95D0-14C9-A140A0086EB0}"/>
              </a:ext>
            </a:extLst>
          </p:cNvPr>
          <p:cNvGrpSpPr/>
          <p:nvPr/>
        </p:nvGrpSpPr>
        <p:grpSpPr>
          <a:xfrm>
            <a:off x="1799068" y="882370"/>
            <a:ext cx="3716831" cy="590550"/>
            <a:chOff x="1799068" y="4650479"/>
            <a:chExt cx="3716831" cy="59055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A66DD525-82BF-1AB6-574D-F0534F891884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187CA98-32A4-72C5-EE35-4A49272CA609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254" name="그룹 253">
                <a:extLst>
                  <a:ext uri="{FF2B5EF4-FFF2-40B4-BE49-F238E27FC236}">
                    <a16:creationId xmlns:a16="http://schemas.microsoft.com/office/drawing/2014/main" id="{4DE71242-8FEB-4E48-6F03-87E50069D26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BF76E386-EA4E-1882-18C4-32E7A733C19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2A093FFF-40FC-EC88-5E53-B19BEB9A628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D9DBD2FD-522A-EAD6-C4CB-4D0F9A5E479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AFFE71DC-F4AB-93EB-4083-0720507575B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A3E03C-E735-1D2B-134F-B0B5F7C15151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번아웃의 이해와 원인 분석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교사가 알아야 할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en-US" altLang="ko-KR" sz="1000" dirty="0">
                  <a:latin typeface="+mn-ea"/>
                  <a:ea typeface="+mn-ea"/>
                </a:rPr>
                <a:t>YouTube</a:t>
              </a:r>
              <a:r>
                <a:rPr lang="ko-KR" altLang="en-US" sz="1000" dirty="0">
                  <a:latin typeface="+mn-ea"/>
                  <a:ea typeface="+mn-ea"/>
                </a:rPr>
                <a:t> </a:t>
              </a:r>
              <a:r>
                <a:rPr lang="en-US" altLang="ko-KR" sz="1000" dirty="0">
                  <a:latin typeface="+mn-ea"/>
                  <a:ea typeface="+mn-ea"/>
                </a:rPr>
                <a:t>| 23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E50BB4F-54F4-DF4E-6116-D7961D2B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EE0C2DA-C47C-8A26-44D0-DD4B4095AFD6}"/>
              </a:ext>
            </a:extLst>
          </p:cNvPr>
          <p:cNvSpPr txBox="1"/>
          <p:nvPr/>
        </p:nvSpPr>
        <p:spPr>
          <a:xfrm>
            <a:off x="8388481" y="603664"/>
            <a:ext cx="1017456" cy="215444"/>
          </a:xfrm>
          <a:prstGeom prst="rect">
            <a:avLst/>
          </a:prstGeom>
          <a:noFill/>
        </p:spPr>
        <p:txBody>
          <a:bodyPr wrap="square" rIns="144000" rtlCol="0" anchor="ctr">
            <a:spAutoFit/>
          </a:bodyPr>
          <a:lstStyle/>
          <a:p>
            <a:pPr algn="r"/>
            <a:r>
              <a:rPr lang="ko-KR" altLang="en-US" sz="800" b="1" u="sng" dirty="0">
                <a:latin typeface="+mn-ea"/>
              </a:rPr>
              <a:t>콘텐츠 추가</a:t>
            </a:r>
            <a:endParaRPr lang="ko-KR" altLang="en-US" sz="800" b="1" u="sng" dirty="0">
              <a:latin typeface="+mn-ea"/>
              <a:ea typeface="+mn-ea"/>
            </a:endParaRPr>
          </a:p>
        </p:txBody>
      </p:sp>
      <p:sp>
        <p:nvSpPr>
          <p:cNvPr id="37" name="Input">
            <a:extLst>
              <a:ext uri="{FF2B5EF4-FFF2-40B4-BE49-F238E27FC236}">
                <a16:creationId xmlns:a16="http://schemas.microsoft.com/office/drawing/2014/main" id="{0B1F9582-F78F-3BD2-3652-AE6DE8EB159E}"/>
              </a:ext>
            </a:extLst>
          </p:cNvPr>
          <p:cNvSpPr/>
          <p:nvPr/>
        </p:nvSpPr>
        <p:spPr>
          <a:xfrm>
            <a:off x="8556891" y="2533869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수정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Input">
            <a:extLst>
              <a:ext uri="{FF2B5EF4-FFF2-40B4-BE49-F238E27FC236}">
                <a16:creationId xmlns:a16="http://schemas.microsoft.com/office/drawing/2014/main" id="{594FF00A-A37D-0121-6984-88D3CEFD7CF1}"/>
              </a:ext>
            </a:extLst>
          </p:cNvPr>
          <p:cNvSpPr/>
          <p:nvPr/>
        </p:nvSpPr>
        <p:spPr>
          <a:xfrm>
            <a:off x="7762731" y="2533869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취소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316DEEC-D285-6053-BA23-46BE02BC9E47}"/>
              </a:ext>
            </a:extLst>
          </p:cNvPr>
          <p:cNvGrpSpPr/>
          <p:nvPr/>
        </p:nvGrpSpPr>
        <p:grpSpPr>
          <a:xfrm>
            <a:off x="5574655" y="882370"/>
            <a:ext cx="3716831" cy="590550"/>
            <a:chOff x="1799068" y="4650479"/>
            <a:chExt cx="3716831" cy="59055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16D5B28A-5A27-B4C7-9F66-28EFC27D3743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D4426759-3974-6C18-B6D9-EF3668F1C55E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548C003D-0065-2BD2-A523-E9F8E2DC5CD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A6A0DA80-9D22-E2E3-B14D-28BB44D8DD2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85569DF2-57E2-3BFF-EFCA-3381305D884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516AE4DE-8C9B-F1C0-D1A7-FD1D6750DF3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8F2D9A-8514-E2F3-70B3-AE5EC72C708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4CFE03B-F4E2-559F-C022-81EA61FE41B2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스트레스 관리 실천 전략과 일상에서 적용하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000" dirty="0">
                  <a:latin typeface="+mn-ea"/>
                  <a:ea typeface="+mn-ea"/>
                </a:rPr>
                <a:t>경기도교육청 </a:t>
              </a:r>
              <a:r>
                <a:rPr lang="en-US" altLang="ko-KR" sz="1000" dirty="0">
                  <a:latin typeface="+mn-ea"/>
                  <a:ea typeface="+mn-ea"/>
                </a:rPr>
                <a:t>| 18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12B126B9-5E52-86F9-349E-2584922DF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DD0CF88-E2F3-DF51-24EB-363A02608FB2}"/>
              </a:ext>
            </a:extLst>
          </p:cNvPr>
          <p:cNvGrpSpPr/>
          <p:nvPr/>
        </p:nvGrpSpPr>
        <p:grpSpPr>
          <a:xfrm>
            <a:off x="1799068" y="1511634"/>
            <a:ext cx="3716831" cy="590550"/>
            <a:chOff x="1799068" y="4650479"/>
            <a:chExt cx="3716831" cy="59055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4CC2DB3-AB7C-9B75-36DB-919B7652403A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A89200B-A847-8AEA-DCE6-ABB2963925E8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2E2A4678-62F8-1514-6C25-E05732BCC1B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7" name="직사각형 256">
                  <a:extLst>
                    <a:ext uri="{FF2B5EF4-FFF2-40B4-BE49-F238E27FC236}">
                      <a16:creationId xmlns:a16="http://schemas.microsoft.com/office/drawing/2014/main" id="{9F6F9832-5255-7ADF-EECA-F07EAB6406D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8" name="직선 연결선 257">
                  <a:extLst>
                    <a:ext uri="{FF2B5EF4-FFF2-40B4-BE49-F238E27FC236}">
                      <a16:creationId xmlns:a16="http://schemas.microsoft.com/office/drawing/2014/main" id="{3505C6BF-A08E-9FA1-9EC9-02F00FBCA9E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9" name="직선 연결선 258">
                  <a:extLst>
                    <a:ext uri="{FF2B5EF4-FFF2-40B4-BE49-F238E27FC236}">
                      <a16:creationId xmlns:a16="http://schemas.microsoft.com/office/drawing/2014/main" id="{A540DDAB-FFDD-334B-A791-ED0B9A34660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1C252994-34F2-D0BE-68A2-2AC2E27B94E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11C7F5D-883D-F2B4-E6FD-F70E834B34F0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마음 건강 </a:t>
              </a:r>
              <a:r>
                <a:rPr lang="ko-KR" altLang="en-US" sz="900" dirty="0" err="1"/>
                <a:t>셀프케어</a:t>
              </a:r>
              <a:r>
                <a:rPr lang="ko-KR" altLang="en-US" sz="900" dirty="0"/>
                <a:t> 루틴 만들기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아침부터 저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000" dirty="0">
                  <a:latin typeface="+mn-ea"/>
                  <a:ea typeface="+mn-ea"/>
                </a:rPr>
                <a:t>중앙연수원 </a:t>
              </a:r>
              <a:r>
                <a:rPr lang="en-US" altLang="ko-KR" sz="1000" dirty="0">
                  <a:latin typeface="+mn-ea"/>
                  <a:ea typeface="+mn-ea"/>
                </a:rPr>
                <a:t>| 32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224B822A-5C05-0C90-A770-F916E2119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DD49D889-B3C0-464E-3148-4DB9D4E5FA0B}"/>
              </a:ext>
            </a:extLst>
          </p:cNvPr>
          <p:cNvGrpSpPr/>
          <p:nvPr/>
        </p:nvGrpSpPr>
        <p:grpSpPr>
          <a:xfrm>
            <a:off x="5574655" y="1511634"/>
            <a:ext cx="3716831" cy="590550"/>
            <a:chOff x="1799068" y="4650479"/>
            <a:chExt cx="3716831" cy="590550"/>
          </a:xfrm>
        </p:grpSpPr>
        <p:sp>
          <p:nvSpPr>
            <p:cNvPr id="261" name="사각형: 둥근 모서리 260">
              <a:extLst>
                <a:ext uri="{FF2B5EF4-FFF2-40B4-BE49-F238E27FC236}">
                  <a16:creationId xmlns:a16="http://schemas.microsoft.com/office/drawing/2014/main" id="{8BC00098-3BB7-54A1-291D-42CCD4CD6874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CAB60EBD-040A-9CDF-AF0A-CEEA53F474D2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257F16CB-11BE-3E47-9B5F-EC5730885FA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7" name="직사각형 266">
                  <a:extLst>
                    <a:ext uri="{FF2B5EF4-FFF2-40B4-BE49-F238E27FC236}">
                      <a16:creationId xmlns:a16="http://schemas.microsoft.com/office/drawing/2014/main" id="{F35CE196-ED0D-03D0-1818-81DEA18212C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68" name="직선 연결선 267">
                  <a:extLst>
                    <a:ext uri="{FF2B5EF4-FFF2-40B4-BE49-F238E27FC236}">
                      <a16:creationId xmlns:a16="http://schemas.microsoft.com/office/drawing/2014/main" id="{E49DB87B-C846-CBD1-618C-31CF2C00295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9" name="직선 연결선 268">
                  <a:extLst>
                    <a:ext uri="{FF2B5EF4-FFF2-40B4-BE49-F238E27FC236}">
                      <a16:creationId xmlns:a16="http://schemas.microsoft.com/office/drawing/2014/main" id="{FCC246FC-3C2B-1F3A-E03E-C8A5BB8D9DDC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422F5429-80A8-639C-EAD2-C03D357AC562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C7EBE5BB-A939-E81E-8B63-6F1733DB800A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회복탄력성 기르기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어려움을 극복하는 교사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en-US" altLang="ko-KR" sz="1000" dirty="0">
                  <a:latin typeface="+mn-ea"/>
                  <a:ea typeface="+mn-ea"/>
                </a:rPr>
                <a:t>YouTube</a:t>
              </a:r>
              <a:r>
                <a:rPr lang="ko-KR" altLang="en-US" sz="1000" dirty="0">
                  <a:latin typeface="+mn-ea"/>
                  <a:ea typeface="+mn-ea"/>
                </a:rPr>
                <a:t> </a:t>
              </a:r>
              <a:r>
                <a:rPr lang="en-US" altLang="ko-KR" sz="1000" dirty="0">
                  <a:latin typeface="+mn-ea"/>
                  <a:ea typeface="+mn-ea"/>
                </a:rPr>
                <a:t>| 26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264" name="그림 263">
              <a:extLst>
                <a:ext uri="{FF2B5EF4-FFF2-40B4-BE49-F238E27FC236}">
                  <a16:creationId xmlns:a16="http://schemas.microsoft.com/office/drawing/2014/main" id="{5E3D3A2F-AB77-6A4C-FC22-5DD9FF8B7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pic>
        <p:nvPicPr>
          <p:cNvPr id="270" name="그림 269">
            <a:extLst>
              <a:ext uri="{FF2B5EF4-FFF2-40B4-BE49-F238E27FC236}">
                <a16:creationId xmlns:a16="http://schemas.microsoft.com/office/drawing/2014/main" id="{0B538F19-C502-5781-F270-4C40B47CA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871" y="944786"/>
            <a:ext cx="135249" cy="135249"/>
          </a:xfrm>
          <a:prstGeom prst="rect">
            <a:avLst/>
          </a:prstGeom>
        </p:spPr>
      </p:pic>
      <p:pic>
        <p:nvPicPr>
          <p:cNvPr id="271" name="그림 270">
            <a:extLst>
              <a:ext uri="{FF2B5EF4-FFF2-40B4-BE49-F238E27FC236}">
                <a16:creationId xmlns:a16="http://schemas.microsoft.com/office/drawing/2014/main" id="{664FA4C6-1FB1-C390-2BF2-4AC8AA92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52" y="944786"/>
            <a:ext cx="135249" cy="135249"/>
          </a:xfrm>
          <a:prstGeom prst="rect">
            <a:avLst/>
          </a:prstGeom>
        </p:spPr>
      </p:pic>
      <p:pic>
        <p:nvPicPr>
          <p:cNvPr id="272" name="그림 271">
            <a:extLst>
              <a:ext uri="{FF2B5EF4-FFF2-40B4-BE49-F238E27FC236}">
                <a16:creationId xmlns:a16="http://schemas.microsoft.com/office/drawing/2014/main" id="{BD762D47-7C51-BE35-8ABA-13E362B1A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871" y="1574051"/>
            <a:ext cx="135249" cy="135249"/>
          </a:xfrm>
          <a:prstGeom prst="rect">
            <a:avLst/>
          </a:prstGeom>
        </p:spPr>
      </p:pic>
      <p:pic>
        <p:nvPicPr>
          <p:cNvPr id="273" name="그림 272">
            <a:extLst>
              <a:ext uri="{FF2B5EF4-FFF2-40B4-BE49-F238E27FC236}">
                <a16:creationId xmlns:a16="http://schemas.microsoft.com/office/drawing/2014/main" id="{369F8DBD-8C7C-D7DC-2C22-4FAEB5E81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52" y="1574051"/>
            <a:ext cx="135249" cy="135249"/>
          </a:xfrm>
          <a:prstGeom prst="rect">
            <a:avLst/>
          </a:prstGeom>
        </p:spPr>
      </p:pic>
      <p:sp>
        <p:nvSpPr>
          <p:cNvPr id="274" name="TextBox 273">
            <a:extLst>
              <a:ext uri="{FF2B5EF4-FFF2-40B4-BE49-F238E27FC236}">
                <a16:creationId xmlns:a16="http://schemas.microsoft.com/office/drawing/2014/main" id="{F2CB00AD-1F88-73FA-CB10-ABB1B0575D75}"/>
              </a:ext>
            </a:extLst>
          </p:cNvPr>
          <p:cNvSpPr txBox="1"/>
          <p:nvPr/>
        </p:nvSpPr>
        <p:spPr>
          <a:xfrm>
            <a:off x="1903434" y="2106137"/>
            <a:ext cx="7420004" cy="29341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총 학습소요시간 </a:t>
            </a:r>
            <a:r>
              <a:rPr lang="en-US" altLang="ko-KR" sz="1000" dirty="0">
                <a:latin typeface="+mn-ea"/>
                <a:ea typeface="+mn-ea"/>
              </a:rPr>
              <a:t>: 99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</a:p>
        </p:txBody>
      </p:sp>
      <p:sp>
        <p:nvSpPr>
          <p:cNvPr id="275" name="Input">
            <a:extLst>
              <a:ext uri="{FF2B5EF4-FFF2-40B4-BE49-F238E27FC236}">
                <a16:creationId xmlns:a16="http://schemas.microsoft.com/office/drawing/2014/main" id="{60A5A95E-E9BA-381D-24BC-886D7D930BE3}"/>
              </a:ext>
            </a:extLst>
          </p:cNvPr>
          <p:cNvSpPr/>
          <p:nvPr/>
        </p:nvSpPr>
        <p:spPr>
          <a:xfrm>
            <a:off x="6968571" y="2533869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5E0CA67B-48DD-97CC-4A47-4DF1E5CC726B}"/>
              </a:ext>
            </a:extLst>
          </p:cNvPr>
          <p:cNvSpPr/>
          <p:nvPr/>
        </p:nvSpPr>
        <p:spPr>
          <a:xfrm>
            <a:off x="1560643" y="6364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3B4817C9-B071-7227-0D0F-AB74A51D2FEC}"/>
              </a:ext>
            </a:extLst>
          </p:cNvPr>
          <p:cNvSpPr/>
          <p:nvPr/>
        </p:nvSpPr>
        <p:spPr>
          <a:xfrm>
            <a:off x="6899318" y="249380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BBA06436-BA1E-6B7C-A20B-54D9F791688D}"/>
              </a:ext>
            </a:extLst>
          </p:cNvPr>
          <p:cNvSpPr/>
          <p:nvPr/>
        </p:nvSpPr>
        <p:spPr>
          <a:xfrm>
            <a:off x="7727993" y="25033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19CAC9E6-C328-DE50-CEBD-C657DCD239E3}"/>
              </a:ext>
            </a:extLst>
          </p:cNvPr>
          <p:cNvSpPr/>
          <p:nvPr/>
        </p:nvSpPr>
        <p:spPr>
          <a:xfrm>
            <a:off x="8518568" y="249380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25276F8-7899-A4AA-2CAA-485D14C4134D}"/>
              </a:ext>
            </a:extLst>
          </p:cNvPr>
          <p:cNvSpPr/>
          <p:nvPr/>
        </p:nvSpPr>
        <p:spPr>
          <a:xfrm>
            <a:off x="8545643" y="6364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927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CA2A9E-966C-6993-4290-048A7FFA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84DB8D7-70F7-230D-0A04-C1780B3ADD4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43F3063-98DB-7030-CA97-1EB2498DD3A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59188CA-73C9-7675-DE5A-89BF8F6235C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D6E51F6-5DAA-C2F2-4C80-4E821CE67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419429"/>
              </p:ext>
            </p:extLst>
          </p:nvPr>
        </p:nvGraphicFramePr>
        <p:xfrm>
          <a:off x="9655174" y="276226"/>
          <a:ext cx="2532687" cy="510210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등록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구성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1-1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모듈명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학습모듈의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제목 표시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 이내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1-2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모듈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소개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/>
                        <a:t>학습모듈에</a:t>
                      </a:r>
                      <a:r>
                        <a:rPr lang="ko-KR" altLang="en-US" sz="800" dirty="0"/>
                        <a:t> 대한 설명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선택 입력 항목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자 이상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1-3 </a:t>
                      </a:r>
                      <a:r>
                        <a:rPr lang="ko-KR" altLang="en-US" sz="800" dirty="0"/>
                        <a:t>역량 구분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역량 분야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교육과정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생활교육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학교공동체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자기개발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문제해결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필수 선택 항목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중복 선택 가능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선택된 항목 강조 표시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배경색 변경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1-4 </a:t>
                      </a:r>
                      <a:r>
                        <a:rPr lang="ko-KR" altLang="en-US" sz="800" dirty="0"/>
                        <a:t>공개 설정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공개 여부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비공개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Default: </a:t>
                      </a:r>
                      <a:r>
                        <a:rPr lang="ko-KR" altLang="en-US" sz="800" dirty="0"/>
                        <a:t>공개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다른 사용자에게 모듈 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비공개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본인만 모듈 확인 가능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1-5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/>
                        <a:t>모듈 목록에 표시될 썸네일 이미지 업로드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선택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파일 선택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 클릭 시 파일 탐색기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파일 선택 후 파일명 표시</a:t>
                      </a:r>
                      <a:r>
                        <a:rPr lang="en-US" altLang="ko-KR" sz="800" dirty="0"/>
                        <a:t>, [×] </a:t>
                      </a:r>
                      <a:r>
                        <a:rPr lang="ko-KR" altLang="en-US" sz="800" dirty="0"/>
                        <a:t>클릭 시 선택 취소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확인후 확정 필요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권장 사이즈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640 x 400px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파일 형식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JPG, PNG 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10MB)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미등록 시 디폴트 이미지 표시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BDA457C-2A73-4E49-905D-729E0B3DBBE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DEB2E-9A4B-76D0-3374-0E1DF18E8E9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7F00D-1CB3-52E1-4C30-172D269F89E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C42679-9A79-A603-0B2A-F1017761465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21CB3D6-1CD1-1DC6-5403-CAD6F6A1B195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C4AC67-B0B4-AE05-132A-354B6BB4D207}"/>
              </a:ext>
            </a:extLst>
          </p:cNvPr>
          <p:cNvSpPr/>
          <p:nvPr/>
        </p:nvSpPr>
        <p:spPr>
          <a:xfrm>
            <a:off x="1567132" y="873125"/>
            <a:ext cx="7949932" cy="5765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49AB8-7AD1-ECD8-0F80-FB52F0A5697F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33830B-3B89-64AD-38DF-C8B3661DEE06}"/>
              </a:ext>
            </a:extLst>
          </p:cNvPr>
          <p:cNvSpPr txBox="1"/>
          <p:nvPr/>
        </p:nvSpPr>
        <p:spPr>
          <a:xfrm>
            <a:off x="1560643" y="4310538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썸네일 이미지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E36DC6-0AB9-F8B1-9B09-2E7C8FA2F10B}"/>
              </a:ext>
            </a:extLst>
          </p:cNvPr>
          <p:cNvSpPr/>
          <p:nvPr/>
        </p:nvSpPr>
        <p:spPr>
          <a:xfrm>
            <a:off x="12187861" y="261459"/>
            <a:ext cx="1366214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썸네일 이미지 등록 추가 및 화면설명 수정</a:t>
            </a: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1250F70A-F9E0-56AB-58A3-AC1EBF0996B3}"/>
              </a:ext>
            </a:extLst>
          </p:cNvPr>
          <p:cNvSpPr/>
          <p:nvPr/>
        </p:nvSpPr>
        <p:spPr>
          <a:xfrm>
            <a:off x="1746701" y="4574447"/>
            <a:ext cx="1827847" cy="111397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img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8707E847-46DD-63BD-B244-7442888D31FD}"/>
              </a:ext>
            </a:extLst>
          </p:cNvPr>
          <p:cNvSpPr/>
          <p:nvPr/>
        </p:nvSpPr>
        <p:spPr>
          <a:xfrm>
            <a:off x="3632651" y="4575050"/>
            <a:ext cx="4754509" cy="297749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4" name="Input">
            <a:extLst>
              <a:ext uri="{FF2B5EF4-FFF2-40B4-BE49-F238E27FC236}">
                <a16:creationId xmlns:a16="http://schemas.microsoft.com/office/drawing/2014/main" id="{4281D67A-0277-3B98-2066-4EBD9C5E453E}"/>
              </a:ext>
            </a:extLst>
          </p:cNvPr>
          <p:cNvSpPr/>
          <p:nvPr/>
        </p:nvSpPr>
        <p:spPr>
          <a:xfrm>
            <a:off x="8387166" y="4571971"/>
            <a:ext cx="937358" cy="2993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파일 선택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02CB7DA-4D34-6D19-1966-DD8A60EFAF66}"/>
              </a:ext>
            </a:extLst>
          </p:cNvPr>
          <p:cNvSpPr txBox="1"/>
          <p:nvPr/>
        </p:nvSpPr>
        <p:spPr>
          <a:xfrm>
            <a:off x="3574548" y="4913465"/>
            <a:ext cx="3840890" cy="565146"/>
          </a:xfrm>
          <a:prstGeom prst="rect">
            <a:avLst/>
          </a:prstGeom>
          <a:noFill/>
        </p:spPr>
        <p:txBody>
          <a:bodyPr wrap="square" lIns="108000" tIns="36000" rIns="90000" bIns="36000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권장 사이즈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640 x 400px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파일 형식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JPG, PNG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최대 용량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10MB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미등록 시 기본 이미지가 표시됩니다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EC892C2-9513-B27A-D85E-45E1340C33B3}"/>
              </a:ext>
            </a:extLst>
          </p:cNvPr>
          <p:cNvSpPr txBox="1"/>
          <p:nvPr/>
        </p:nvSpPr>
        <p:spPr>
          <a:xfrm>
            <a:off x="1567129" y="964676"/>
            <a:ext cx="6676829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모듈명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B90DF355-0B60-205C-4B37-E9D3D74BC754}"/>
              </a:ext>
            </a:extLst>
          </p:cNvPr>
          <p:cNvSpPr/>
          <p:nvPr/>
        </p:nvSpPr>
        <p:spPr>
          <a:xfrm>
            <a:off x="1753187" y="119550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모듈 이름을 입력하세요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최대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100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자 이내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88FACD4-6BF7-9155-CB65-0B6FCCD62922}"/>
              </a:ext>
            </a:extLst>
          </p:cNvPr>
          <p:cNvSpPr txBox="1"/>
          <p:nvPr/>
        </p:nvSpPr>
        <p:spPr>
          <a:xfrm>
            <a:off x="1567129" y="2191042"/>
            <a:ext cx="7949935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모듈 소개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3982705-F37A-629C-F467-E9769BABE0AC}"/>
              </a:ext>
            </a:extLst>
          </p:cNvPr>
          <p:cNvSpPr txBox="1"/>
          <p:nvPr/>
        </p:nvSpPr>
        <p:spPr>
          <a:xfrm>
            <a:off x="8225272" y="966971"/>
            <a:ext cx="1107807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0/100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D18F873-3AD8-F926-0088-9F680B49A702}"/>
              </a:ext>
            </a:extLst>
          </p:cNvPr>
          <p:cNvSpPr txBox="1"/>
          <p:nvPr/>
        </p:nvSpPr>
        <p:spPr>
          <a:xfrm>
            <a:off x="1560643" y="159740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역량 </a:t>
            </a:r>
            <a:r>
              <a:rPr lang="ko-KR" altLang="en-US" sz="900" dirty="0">
                <a:latin typeface="+mn-ea"/>
                <a:ea typeface="+mn-ea"/>
              </a:rPr>
              <a:t>구분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 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B0E00838-EBB5-27E7-AADB-127842D610E2}"/>
              </a:ext>
            </a:extLst>
          </p:cNvPr>
          <p:cNvSpPr/>
          <p:nvPr/>
        </p:nvSpPr>
        <p:spPr>
          <a:xfrm>
            <a:off x="1753187" y="2415776"/>
            <a:ext cx="7577823" cy="1171669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모듈에 대한 설명을 입력하세요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E04938F5-5975-EE60-22B9-C980C18E12E2}"/>
              </a:ext>
            </a:extLst>
          </p:cNvPr>
          <p:cNvSpPr/>
          <p:nvPr/>
        </p:nvSpPr>
        <p:spPr>
          <a:xfrm>
            <a:off x="1746701" y="388864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C7090EB-A5F4-5881-2047-CF20C9EF6175}"/>
              </a:ext>
            </a:extLst>
          </p:cNvPr>
          <p:cNvSpPr txBox="1"/>
          <p:nvPr/>
        </p:nvSpPr>
        <p:spPr>
          <a:xfrm>
            <a:off x="1560643" y="368829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공개 설정</a:t>
            </a:r>
          </a:p>
        </p:txBody>
      </p:sp>
      <p:graphicFrame>
        <p:nvGraphicFramePr>
          <p:cNvPr id="244" name="표 243">
            <a:extLst>
              <a:ext uri="{FF2B5EF4-FFF2-40B4-BE49-F238E27FC236}">
                <a16:creationId xmlns:a16="http://schemas.microsoft.com/office/drawing/2014/main" id="{931792E0-2ABB-8C04-9D80-731B1F450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95842"/>
              </p:ext>
            </p:extLst>
          </p:nvPr>
        </p:nvGraphicFramePr>
        <p:xfrm>
          <a:off x="1753672" y="393716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2352972C-42A8-0F45-AC03-C8A716BA7A06}"/>
              </a:ext>
            </a:extLst>
          </p:cNvPr>
          <p:cNvSpPr/>
          <p:nvPr/>
        </p:nvSpPr>
        <p:spPr>
          <a:xfrm>
            <a:off x="1746701" y="388729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46" name="표 245">
            <a:extLst>
              <a:ext uri="{FF2B5EF4-FFF2-40B4-BE49-F238E27FC236}">
                <a16:creationId xmlns:a16="http://schemas.microsoft.com/office/drawing/2014/main" id="{90F14472-4BAE-92E6-35D5-5DF693DDE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65146"/>
              </p:ext>
            </p:extLst>
          </p:nvPr>
        </p:nvGraphicFramePr>
        <p:xfrm>
          <a:off x="1753672" y="393581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47" name="그림 246">
            <a:extLst>
              <a:ext uri="{FF2B5EF4-FFF2-40B4-BE49-F238E27FC236}">
                <a16:creationId xmlns:a16="http://schemas.microsoft.com/office/drawing/2014/main" id="{98E8C163-5676-4736-D71E-C0139441E19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83" y="3963633"/>
            <a:ext cx="165600" cy="165600"/>
          </a:xfrm>
          <a:prstGeom prst="rect">
            <a:avLst/>
          </a:prstGeom>
        </p:spPr>
      </p:pic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68B8F280-FE47-A45B-8615-806EF7407003}"/>
              </a:ext>
            </a:extLst>
          </p:cNvPr>
          <p:cNvSpPr/>
          <p:nvPr/>
        </p:nvSpPr>
        <p:spPr>
          <a:xfrm>
            <a:off x="1746701" y="1797759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1AFE506A-3D85-4FB4-654D-AF57AD914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51478"/>
              </p:ext>
            </p:extLst>
          </p:nvPr>
        </p:nvGraphicFramePr>
        <p:xfrm>
          <a:off x="1753672" y="1836746"/>
          <a:ext cx="7756910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교육과정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생활교육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학교공동체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자기개발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51" name="그림 250">
            <a:extLst>
              <a:ext uri="{FF2B5EF4-FFF2-40B4-BE49-F238E27FC236}">
                <a16:creationId xmlns:a16="http://schemas.microsoft.com/office/drawing/2014/main" id="{7EBC0B5A-68EB-ED06-9B9D-C7E66B62F7D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72051"/>
            <a:ext cx="162000" cy="162000"/>
          </a:xfrm>
          <a:prstGeom prst="rect">
            <a:avLst/>
          </a:prstGeom>
        </p:spPr>
      </p:pic>
      <p:pic>
        <p:nvPicPr>
          <p:cNvPr id="252" name="그림 251">
            <a:extLst>
              <a:ext uri="{FF2B5EF4-FFF2-40B4-BE49-F238E27FC236}">
                <a16:creationId xmlns:a16="http://schemas.microsoft.com/office/drawing/2014/main" id="{0921E8B8-7C4F-7539-8684-C4328F5ADF3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61" y="1872051"/>
            <a:ext cx="162000" cy="162000"/>
          </a:xfrm>
          <a:prstGeom prst="rect">
            <a:avLst/>
          </a:prstGeom>
        </p:spPr>
      </p:pic>
      <p:pic>
        <p:nvPicPr>
          <p:cNvPr id="253" name="그림 252">
            <a:extLst>
              <a:ext uri="{FF2B5EF4-FFF2-40B4-BE49-F238E27FC236}">
                <a16:creationId xmlns:a16="http://schemas.microsoft.com/office/drawing/2014/main" id="{A25ACA1E-629E-25D4-4EDB-23F511A90D0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48" y="1872051"/>
            <a:ext cx="162000" cy="162000"/>
          </a:xfrm>
          <a:prstGeom prst="rect">
            <a:avLst/>
          </a:prstGeom>
        </p:spPr>
      </p:pic>
      <p:pic>
        <p:nvPicPr>
          <p:cNvPr id="254" name="그림 253">
            <a:extLst>
              <a:ext uri="{FF2B5EF4-FFF2-40B4-BE49-F238E27FC236}">
                <a16:creationId xmlns:a16="http://schemas.microsoft.com/office/drawing/2014/main" id="{F8D88E34-DEF2-F49D-03FD-12B1E18B9B0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798" y="1872051"/>
            <a:ext cx="162000" cy="162000"/>
          </a:xfrm>
          <a:prstGeom prst="rect">
            <a:avLst/>
          </a:prstGeom>
        </p:spPr>
      </p:pic>
      <p:pic>
        <p:nvPicPr>
          <p:cNvPr id="255" name="그림 254">
            <a:extLst>
              <a:ext uri="{FF2B5EF4-FFF2-40B4-BE49-F238E27FC236}">
                <a16:creationId xmlns:a16="http://schemas.microsoft.com/office/drawing/2014/main" id="{1DDE7B30-A90F-2918-F1B0-EA11732E883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986" y="1872051"/>
            <a:ext cx="162000" cy="162000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A2967690-7AEB-8271-2393-6E2A78040488}"/>
              </a:ext>
            </a:extLst>
          </p:cNvPr>
          <p:cNvSpPr/>
          <p:nvPr/>
        </p:nvSpPr>
        <p:spPr>
          <a:xfrm>
            <a:off x="1441493" y="8646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EB6258E-F187-1232-75A2-E8D28F2D57C9}"/>
              </a:ext>
            </a:extLst>
          </p:cNvPr>
          <p:cNvSpPr/>
          <p:nvPr/>
        </p:nvSpPr>
        <p:spPr>
          <a:xfrm>
            <a:off x="1537242" y="10177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78EB05D-6CD0-6506-1F34-94522DCBF73B}"/>
              </a:ext>
            </a:extLst>
          </p:cNvPr>
          <p:cNvSpPr/>
          <p:nvPr/>
        </p:nvSpPr>
        <p:spPr>
          <a:xfrm>
            <a:off x="1537242" y="16358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AFDCEE2-03E2-6043-A582-38F8629C5BCC}"/>
              </a:ext>
            </a:extLst>
          </p:cNvPr>
          <p:cNvSpPr/>
          <p:nvPr/>
        </p:nvSpPr>
        <p:spPr>
          <a:xfrm>
            <a:off x="1537242" y="22115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E3145D2-1CBC-30A4-5D7A-5AF585A67E71}"/>
              </a:ext>
            </a:extLst>
          </p:cNvPr>
          <p:cNvSpPr/>
          <p:nvPr/>
        </p:nvSpPr>
        <p:spPr>
          <a:xfrm>
            <a:off x="1537242" y="371864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3A91D14-450E-D498-3248-E760DFDBE223}"/>
              </a:ext>
            </a:extLst>
          </p:cNvPr>
          <p:cNvSpPr/>
          <p:nvPr/>
        </p:nvSpPr>
        <p:spPr>
          <a:xfrm>
            <a:off x="1537242" y="43451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9802006-200F-395E-886C-49DDB3F793F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369" y="3963633"/>
            <a:ext cx="165600" cy="1656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6C16627-FE49-0485-7735-1D4497AB63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572" y="3963633"/>
            <a:ext cx="165600" cy="1656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729100F-71D5-4711-F210-C7AE001A32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146"/>
          <a:stretch>
            <a:fillRect/>
          </a:stretch>
        </p:blipFill>
        <p:spPr>
          <a:xfrm>
            <a:off x="1545308" y="5836851"/>
            <a:ext cx="7949873" cy="8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4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889B0B5-F927-0823-2846-D8F4D596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9B66B25-DAAD-8234-7351-2206F523418E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4632EA7-20E6-168F-5F59-A826D16B7FB5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CE3EB29-F910-C51F-C3E0-A77C18743A8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C891278-7C08-DB95-B2A8-DC52F6266F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269139"/>
              </p:ext>
            </p:extLst>
          </p:nvPr>
        </p:nvGraphicFramePr>
        <p:xfrm>
          <a:off x="9655174" y="276226"/>
          <a:ext cx="2532687" cy="318506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등록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콘텐츠가 없을 시</a:t>
                      </a:r>
                      <a:br>
                        <a:rPr lang="en-US" altLang="ko-KR" sz="800" dirty="0"/>
                      </a:b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아직 추가된 콘텐츠가 없습니다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추가 버튼 클릭 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콘텐츠추가 팝업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V-HMR-04-003)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(F-04-002)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화면으로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ID: V-HMR-04-001)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 완료 시 </a:t>
                      </a:r>
                      <a:r>
                        <a:rPr lang="en-US" altLang="ko-KR" sz="800" dirty="0"/>
                        <a:t>alert</a:t>
                      </a:r>
                      <a:r>
                        <a:rPr lang="ko-KR" altLang="en-US" sz="800" dirty="0"/>
                        <a:t>창 </a:t>
                      </a:r>
                      <a:r>
                        <a:rPr lang="en-US" altLang="ko-KR" sz="800" dirty="0"/>
                        <a:t>(F-04-003) </a:t>
                      </a:r>
                      <a:r>
                        <a:rPr lang="ko-KR" altLang="en-US" sz="800" dirty="0"/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화면으로 이동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ID: V-HMR-04-001)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53DAE3-9A2A-727A-21D7-54E380002B1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7531A-109D-99C5-9292-24C09A06B92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A3AFD-6FD1-5B45-E31B-4B093680A55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F7215C-B30C-9A54-98C3-469F800534F3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5395205-54A8-5A8E-F29D-AFCCA3E2CA89}"/>
              </a:ext>
            </a:extLst>
          </p:cNvPr>
          <p:cNvSpPr/>
          <p:nvPr/>
        </p:nvSpPr>
        <p:spPr>
          <a:xfrm>
            <a:off x="1567132" y="440268"/>
            <a:ext cx="7949932" cy="2565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E1EA-B782-7E2F-6CBD-E7A3C357DF86}"/>
              </a:ext>
            </a:extLst>
          </p:cNvPr>
          <p:cNvSpPr txBox="1"/>
          <p:nvPr/>
        </p:nvSpPr>
        <p:spPr>
          <a:xfrm>
            <a:off x="1560643" y="57903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콘텐츠 </a:t>
            </a:r>
            <a:r>
              <a:rPr lang="ko-KR" altLang="en-US" sz="900" dirty="0">
                <a:latin typeface="+mn-ea"/>
                <a:ea typeface="+mn-ea"/>
              </a:rPr>
              <a:t>구성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C9B1D9B-66CF-32A2-358D-103B3AA8C7CB}"/>
              </a:ext>
            </a:extLst>
          </p:cNvPr>
          <p:cNvSpPr/>
          <p:nvPr/>
        </p:nvSpPr>
        <p:spPr>
          <a:xfrm>
            <a:off x="1753187" y="825669"/>
            <a:ext cx="7577823" cy="1615190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B0756FD1-C608-329A-9220-C5AFBB5AE4B6}"/>
              </a:ext>
            </a:extLst>
          </p:cNvPr>
          <p:cNvSpPr/>
          <p:nvPr/>
        </p:nvSpPr>
        <p:spPr>
          <a:xfrm>
            <a:off x="8556891" y="2509987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" name="Input">
            <a:extLst>
              <a:ext uri="{FF2B5EF4-FFF2-40B4-BE49-F238E27FC236}">
                <a16:creationId xmlns:a16="http://schemas.microsoft.com/office/drawing/2014/main" id="{C6531E93-2983-62A2-9B23-E4609E51CE8C}"/>
              </a:ext>
            </a:extLst>
          </p:cNvPr>
          <p:cNvSpPr/>
          <p:nvPr/>
        </p:nvSpPr>
        <p:spPr>
          <a:xfrm>
            <a:off x="7764984" y="2509987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취소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A21FA4C-8304-6DA9-FE43-5B37F0AE1EE0}"/>
              </a:ext>
            </a:extLst>
          </p:cNvPr>
          <p:cNvGrpSpPr/>
          <p:nvPr/>
        </p:nvGrpSpPr>
        <p:grpSpPr>
          <a:xfrm>
            <a:off x="1753187" y="1203219"/>
            <a:ext cx="7577823" cy="829312"/>
            <a:chOff x="1753187" y="4937019"/>
            <a:chExt cx="7577823" cy="82931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C5A0F8-9864-2D8C-3ED0-8C54FF898475}"/>
                </a:ext>
              </a:extLst>
            </p:cNvPr>
            <p:cNvSpPr txBox="1"/>
            <p:nvPr/>
          </p:nvSpPr>
          <p:spPr>
            <a:xfrm>
              <a:off x="1753187" y="4937019"/>
              <a:ext cx="7577823" cy="513850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아직 추가된 콘텐츠가 없습니다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.</a:t>
              </a:r>
            </a:p>
            <a:p>
              <a:pPr algn="ctr">
                <a:spcAft>
                  <a:spcPts val="200"/>
                </a:spcAft>
              </a:pP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버튼을 눌러 콘텐츠를 추가해보세요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.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93994F-FE5B-3291-3CA4-2586832DB2D3}"/>
                </a:ext>
              </a:extLst>
            </p:cNvPr>
            <p:cNvSpPr txBox="1"/>
            <p:nvPr/>
          </p:nvSpPr>
          <p:spPr>
            <a:xfrm>
              <a:off x="1753187" y="5550887"/>
              <a:ext cx="7570251" cy="215444"/>
            </a:xfrm>
            <a:prstGeom prst="rect">
              <a:avLst/>
            </a:prstGeom>
            <a:noFill/>
          </p:spPr>
          <p:txBody>
            <a:bodyPr wrap="square" rIns="144000" rtlCol="0" anchor="ctr">
              <a:spAutoFit/>
            </a:bodyPr>
            <a:lstStyle/>
            <a:p>
              <a:pPr algn="ctr"/>
              <a:r>
                <a:rPr lang="ko-KR" altLang="en-US" sz="800" b="1" u="sng" dirty="0">
                  <a:latin typeface="+mn-ea"/>
                </a:rPr>
                <a:t>콘텐츠 추가</a:t>
              </a:r>
              <a:endParaRPr lang="ko-KR" altLang="en-US" sz="800" b="1" u="sng" dirty="0">
                <a:latin typeface="+mn-ea"/>
                <a:ea typeface="+mn-ea"/>
              </a:endParaRP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1CB10BA4-9919-B0BD-2578-D71FDD7C3A84}"/>
              </a:ext>
            </a:extLst>
          </p:cNvPr>
          <p:cNvSpPr/>
          <p:nvPr/>
        </p:nvSpPr>
        <p:spPr>
          <a:xfrm>
            <a:off x="7727993" y="24960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53169C-1310-5B6E-A043-EC6B2428B6E4}"/>
              </a:ext>
            </a:extLst>
          </p:cNvPr>
          <p:cNvSpPr/>
          <p:nvPr/>
        </p:nvSpPr>
        <p:spPr>
          <a:xfrm>
            <a:off x="8518568" y="248648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8FF7BBC-6623-CF54-DC3C-C1E0A5F354D1}"/>
              </a:ext>
            </a:extLst>
          </p:cNvPr>
          <p:cNvSpPr/>
          <p:nvPr/>
        </p:nvSpPr>
        <p:spPr>
          <a:xfrm>
            <a:off x="5053855" y="185975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794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9A2E07-33FC-BE83-1A0D-F36D9E56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4F30D5B-CDE8-EF4C-AEE7-00CC5D219B3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558A82B-D0D6-0FD1-6902-AA0B8661E6BC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ADA9BC1-3DE7-E47C-DA4D-52E904DEA53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E71A087-CBAB-5A1D-8201-2C0FFD365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8998949"/>
              </p:ext>
            </p:extLst>
          </p:nvPr>
        </p:nvGraphicFramePr>
        <p:xfrm>
          <a:off x="9655174" y="276226"/>
          <a:ext cx="2532687" cy="596948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검색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1-1 </a:t>
                      </a:r>
                      <a:r>
                        <a:rPr lang="ko-KR" altLang="en-US" sz="800" dirty="0"/>
                        <a:t>구분 선택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전체</a:t>
                      </a:r>
                      <a:r>
                        <a:rPr lang="en-US" altLang="ko-KR" sz="800" dirty="0"/>
                        <a:t>(Default), </a:t>
                      </a:r>
                      <a:r>
                        <a:rPr lang="ko-KR" altLang="en-US" sz="800" dirty="0"/>
                        <a:t>교육과정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생활교육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학교공동체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자기개발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문제해결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검색 시 전체 콘텐츠 목록 출력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1-2 </a:t>
                      </a:r>
                      <a:r>
                        <a:rPr lang="ko-KR" altLang="en-US" sz="800" dirty="0"/>
                        <a:t>콘텐츠 목록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 카드 표시 정보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썸네일 이미지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출처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조회수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추가 됨 상태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이미 추가된 콘텐츠는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체크</a:t>
                      </a:r>
                      <a:r>
                        <a:rPr lang="en-US" altLang="ko-KR" sz="800" dirty="0"/>
                        <a:t>’ </a:t>
                      </a:r>
                      <a:r>
                        <a:rPr lang="ko-KR" altLang="en-US" sz="800" dirty="0"/>
                        <a:t>표시 및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   </a:t>
                      </a:r>
                      <a:r>
                        <a:rPr lang="ko-KR" altLang="en-US" sz="800" dirty="0"/>
                        <a:t>아이콘 비활성화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클릭 불가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en-US" sz="800" dirty="0"/>
                        <a:t>   </a:t>
                      </a:r>
                      <a:r>
                        <a:rPr lang="en-US" altLang="ko-KR" sz="800" dirty="0"/>
                        <a:t>·  </a:t>
                      </a:r>
                      <a:r>
                        <a:rPr lang="ko-KR" altLang="en-US" sz="800" dirty="0"/>
                        <a:t>배경색 회색 처리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1-3 [+ </a:t>
                      </a:r>
                      <a:r>
                        <a:rPr lang="ko-KR" altLang="en-US" sz="800" dirty="0"/>
                        <a:t>추가</a:t>
                      </a:r>
                      <a:r>
                        <a:rPr lang="en-US" altLang="ko-KR" sz="800" dirty="0"/>
                        <a:t>]</a:t>
                      </a:r>
                      <a:r>
                        <a:rPr lang="ko-KR" altLang="en-US" sz="800" dirty="0"/>
                        <a:t> 아이콘 버튼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클릭 시 우측 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내 모듈에 담은 콘텐츠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에 추가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모듈에 담은 콘텐츠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담은 콘텐츠가 없을 시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"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추가된 콘텐츠가 없습니다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."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안내 문구 표시 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2-1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담은 콘텐츠 목록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학습모듈에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포함할 콘텐츠 목록 표시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목록 표시 정보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썸네일 이미지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콘텐츠명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출처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- 2-2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휴지통 이미지 클릭 시 목록에서 제거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altLang="ko-KR" sz="800" dirty="0"/>
                        <a:t>   ·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좌측 콘텐츠 목록에서 해당 콘텐츠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 [+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아이콘 활성화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팝업 닫힘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변경사항 저장되지 않음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추가하기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팝업 닫힘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선택한 콘텐츠가 모듈에 추가됨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F34143-0AC6-A300-9E6F-D47F1285527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BC0BF-B29E-33FF-6F3A-B58CAEC570C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 추가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CFF05-CE03-9C43-D97D-7C83C483267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7F8B9D-AE97-9E70-9C5B-D382F03C4CF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378DB0-FF63-5EAD-CEDF-531B8159E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36410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5A6BC3EE-8F73-C01E-9128-FF6888227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71" y="887466"/>
            <a:ext cx="7955970" cy="569415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694D42-6E57-E464-F9DC-A5CC79C814A9}"/>
              </a:ext>
            </a:extLst>
          </p:cNvPr>
          <p:cNvSpPr/>
          <p:nvPr/>
        </p:nvSpPr>
        <p:spPr>
          <a:xfrm>
            <a:off x="1475810" y="560276"/>
            <a:ext cx="8113164" cy="6216762"/>
          </a:xfrm>
          <a:prstGeom prst="rect">
            <a:avLst/>
          </a:prstGeom>
          <a:solidFill>
            <a:srgbClr val="000000">
              <a:alpha val="69804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모서리가 둥근 직사각형 25">
            <a:extLst>
              <a:ext uri="{FF2B5EF4-FFF2-40B4-BE49-F238E27FC236}">
                <a16:creationId xmlns:a16="http://schemas.microsoft.com/office/drawing/2014/main" id="{3E2894EE-DC26-802F-2080-C0C91ADE495B}"/>
              </a:ext>
            </a:extLst>
          </p:cNvPr>
          <p:cNvSpPr/>
          <p:nvPr/>
        </p:nvSpPr>
        <p:spPr>
          <a:xfrm>
            <a:off x="1617234" y="652311"/>
            <a:ext cx="7840975" cy="6061755"/>
          </a:xfrm>
          <a:prstGeom prst="roundRect">
            <a:avLst>
              <a:gd name="adj" fmla="val 199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FF1DB-07BC-DE92-EBAB-9931FC40CB98}"/>
              </a:ext>
            </a:extLst>
          </p:cNvPr>
          <p:cNvSpPr txBox="1"/>
          <p:nvPr/>
        </p:nvSpPr>
        <p:spPr>
          <a:xfrm>
            <a:off x="1630225" y="1019610"/>
            <a:ext cx="7827984" cy="220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0000" tIns="36000" bIns="3600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콘텐츠 추가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4143BE-0E9D-0B85-0E32-0B1CFEE23E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02" y="794109"/>
            <a:ext cx="144000" cy="144000"/>
          </a:xfrm>
          <a:prstGeom prst="rect">
            <a:avLst/>
          </a:prstGeom>
        </p:spPr>
      </p:pic>
      <p:sp>
        <p:nvSpPr>
          <p:cNvPr id="13" name="모서리가 둥근 직사각형 25">
            <a:extLst>
              <a:ext uri="{FF2B5EF4-FFF2-40B4-BE49-F238E27FC236}">
                <a16:creationId xmlns:a16="http://schemas.microsoft.com/office/drawing/2014/main" id="{5A53191D-BDE1-A1FB-5913-99EDDBCE84EE}"/>
              </a:ext>
            </a:extLst>
          </p:cNvPr>
          <p:cNvSpPr/>
          <p:nvPr/>
        </p:nvSpPr>
        <p:spPr>
          <a:xfrm>
            <a:off x="1737376" y="1567625"/>
            <a:ext cx="7590033" cy="4953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458276-A584-F394-3FEC-41AAD8F9D5D1}"/>
              </a:ext>
            </a:extLst>
          </p:cNvPr>
          <p:cNvSpPr/>
          <p:nvPr/>
        </p:nvSpPr>
        <p:spPr>
          <a:xfrm>
            <a:off x="1790234" y="1704434"/>
            <a:ext cx="367595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931F1E9-A177-CB34-F1A6-D9DB58009DA5}"/>
              </a:ext>
            </a:extLst>
          </p:cNvPr>
          <p:cNvGrpSpPr/>
          <p:nvPr/>
        </p:nvGrpSpPr>
        <p:grpSpPr>
          <a:xfrm>
            <a:off x="1862826" y="1792567"/>
            <a:ext cx="740200" cy="224895"/>
            <a:chOff x="1862826" y="1602142"/>
            <a:chExt cx="740200" cy="224895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15895772-BF16-D47D-37E0-DE178E1F19A8}"/>
                </a:ext>
              </a:extLst>
            </p:cNvPr>
            <p:cNvSpPr/>
            <p:nvPr/>
          </p:nvSpPr>
          <p:spPr>
            <a:xfrm>
              <a:off x="1862826" y="1602142"/>
              <a:ext cx="740200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구분 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Chevron Right">
              <a:extLst>
                <a:ext uri="{FF2B5EF4-FFF2-40B4-BE49-F238E27FC236}">
                  <a16:creationId xmlns:a16="http://schemas.microsoft.com/office/drawing/2014/main" id="{4EB95BC9-0DB6-7A8F-29F6-A9DCD3E32DF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2488517" y="168315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Input">
            <a:extLst>
              <a:ext uri="{FF2B5EF4-FFF2-40B4-BE49-F238E27FC236}">
                <a16:creationId xmlns:a16="http://schemas.microsoft.com/office/drawing/2014/main" id="{DACF2C1E-EEA0-CAEC-7A87-16D1CADF56AC}"/>
              </a:ext>
            </a:extLst>
          </p:cNvPr>
          <p:cNvSpPr/>
          <p:nvPr/>
        </p:nvSpPr>
        <p:spPr>
          <a:xfrm>
            <a:off x="2662925" y="1792567"/>
            <a:ext cx="2744359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968114FB-004C-E4FA-0709-56BBC0930280}"/>
              </a:ext>
            </a:extLst>
          </p:cNvPr>
          <p:cNvSpPr/>
          <p:nvPr/>
        </p:nvSpPr>
        <p:spPr>
          <a:xfrm>
            <a:off x="4935144" y="1788444"/>
            <a:ext cx="47214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E17160E-F6CC-68F5-18B1-8830A929D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29723"/>
              </p:ext>
            </p:extLst>
          </p:nvPr>
        </p:nvGraphicFramePr>
        <p:xfrm>
          <a:off x="1739491" y="1334387"/>
          <a:ext cx="761313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6566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90488" marR="0" lvl="0" indent="-90488" algn="ctr" defTabSz="9398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 검색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ctr" defTabSz="9398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모듈에 담은 콘텐츠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6E3086F7-8DCD-FFF8-DD3F-505D2D72A01D}"/>
              </a:ext>
            </a:extLst>
          </p:cNvPr>
          <p:cNvGrpSpPr/>
          <p:nvPr/>
        </p:nvGrpSpPr>
        <p:grpSpPr>
          <a:xfrm>
            <a:off x="1790232" y="2789331"/>
            <a:ext cx="3675951" cy="603627"/>
            <a:chOff x="1790232" y="2596031"/>
            <a:chExt cx="3675951" cy="603627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EC58E16-133B-E880-9887-4A6CAFC682A2}"/>
                </a:ext>
              </a:extLst>
            </p:cNvPr>
            <p:cNvSpPr/>
            <p:nvPr/>
          </p:nvSpPr>
          <p:spPr>
            <a:xfrm>
              <a:off x="1790232" y="2596031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F616F6B-AA2A-400E-0F49-2396FD880311}"/>
                </a:ext>
              </a:extLst>
            </p:cNvPr>
            <p:cNvGrpSpPr/>
            <p:nvPr/>
          </p:nvGrpSpPr>
          <p:grpSpPr>
            <a:xfrm>
              <a:off x="1886852" y="2695061"/>
              <a:ext cx="716174" cy="379526"/>
              <a:chOff x="3881483" y="978229"/>
              <a:chExt cx="2403430" cy="623266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4D020BC3-FC86-61E0-62EE-2A87C5915D1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4" name="직사각형 253">
                  <a:extLst>
                    <a:ext uri="{FF2B5EF4-FFF2-40B4-BE49-F238E27FC236}">
                      <a16:creationId xmlns:a16="http://schemas.microsoft.com/office/drawing/2014/main" id="{B15DE9D5-3A80-5555-2D2B-BE838149EFE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5" name="직선 연결선 254">
                  <a:extLst>
                    <a:ext uri="{FF2B5EF4-FFF2-40B4-BE49-F238E27FC236}">
                      <a16:creationId xmlns:a16="http://schemas.microsoft.com/office/drawing/2014/main" id="{01BE35FA-51D0-4701-0F1B-C859B35DFC2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90881F16-98B3-E9C5-E162-CD075D891BD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FD972C18-2F9E-647F-2BFE-F7E5EAB4407E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BAFE73-01AC-73FB-0A22-67DF8902D542}"/>
                </a:ext>
              </a:extLst>
            </p:cNvPr>
            <p:cNvSpPr txBox="1"/>
            <p:nvPr/>
          </p:nvSpPr>
          <p:spPr>
            <a:xfrm>
              <a:off x="2614354" y="2695061"/>
              <a:ext cx="2440579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학교자율시간 편성</a:t>
              </a:r>
              <a:r>
                <a:rPr lang="en-US" altLang="ko-KR" sz="900" b="1" dirty="0">
                  <a:latin typeface="+mn-ea"/>
                  <a:ea typeface="+mn-ea"/>
                </a:rPr>
                <a:t>·</a:t>
              </a:r>
              <a:r>
                <a:rPr lang="ko-KR" altLang="en-US" sz="900" b="1" dirty="0">
                  <a:latin typeface="+mn-ea"/>
                  <a:ea typeface="+mn-ea"/>
                </a:rPr>
                <a:t>운영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우리 학교에 맞는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중앙연수원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D3851FA-B8BE-0E90-5396-5CB74973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5084" y="2782370"/>
              <a:ext cx="230949" cy="230949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8FB71C5-A395-55BC-25F9-7CBB09549663}"/>
              </a:ext>
            </a:extLst>
          </p:cNvPr>
          <p:cNvGrpSpPr/>
          <p:nvPr/>
        </p:nvGrpSpPr>
        <p:grpSpPr>
          <a:xfrm>
            <a:off x="1790232" y="3997029"/>
            <a:ext cx="3675951" cy="603627"/>
            <a:chOff x="1790232" y="3806605"/>
            <a:chExt cx="3675951" cy="60362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E302ADC-2E3E-EA0C-0D6E-A97B517FAD4D}"/>
                </a:ext>
              </a:extLst>
            </p:cNvPr>
            <p:cNvSpPr/>
            <p:nvPr/>
          </p:nvSpPr>
          <p:spPr>
            <a:xfrm>
              <a:off x="1790232" y="3806605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281C5E1-BAE3-0B86-79B3-61A1338A3FEC}"/>
                </a:ext>
              </a:extLst>
            </p:cNvPr>
            <p:cNvGrpSpPr/>
            <p:nvPr/>
          </p:nvGrpSpPr>
          <p:grpSpPr>
            <a:xfrm>
              <a:off x="1886852" y="3905635"/>
              <a:ext cx="716174" cy="379526"/>
              <a:chOff x="3881483" y="978229"/>
              <a:chExt cx="2403430" cy="623266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C8287977-DF4C-BB2F-D845-07E8D06E333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8B567A8B-A3FF-7540-A9A9-2A0FCAB8E96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CF650959-7394-ECA9-737D-9D3C7B8C359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5F0D76E4-B43C-14A3-628A-E4C12961457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1F2314-78A2-20D4-D588-7D820875AD4D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116E0C-E362-385A-AB43-F80122FE6DBA}"/>
                </a:ext>
              </a:extLst>
            </p:cNvPr>
            <p:cNvSpPr txBox="1"/>
            <p:nvPr/>
          </p:nvSpPr>
          <p:spPr>
            <a:xfrm>
              <a:off x="2614355" y="3905635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회복적 생활교육으로 학급 분위기 바꾸기</a:t>
              </a:r>
              <a:r>
                <a:rPr lang="en-US" altLang="ko-KR" sz="900" b="1" dirty="0">
                  <a:latin typeface="+mn-lt"/>
                  <a:ea typeface="+mn-ea"/>
                </a:rPr>
                <a:t>…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  <a:t>경기도 교육청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710DA65-DEF9-6C64-AED8-C6037DBCF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5084" y="3992944"/>
              <a:ext cx="230949" cy="230949"/>
            </a:xfrm>
            <a:prstGeom prst="rect">
              <a:avLst/>
            </a:prstGeom>
          </p:spPr>
        </p:pic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ED98765-55D7-3914-51E1-69BA798F550A}"/>
              </a:ext>
            </a:extLst>
          </p:cNvPr>
          <p:cNvSpPr/>
          <p:nvPr/>
        </p:nvSpPr>
        <p:spPr>
          <a:xfrm>
            <a:off x="5590707" y="170165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A3BDB09-D62E-0B8C-7AD2-1645094DA443}"/>
              </a:ext>
            </a:extLst>
          </p:cNvPr>
          <p:cNvGrpSpPr/>
          <p:nvPr/>
        </p:nvGrpSpPr>
        <p:grpSpPr>
          <a:xfrm>
            <a:off x="5752131" y="1795678"/>
            <a:ext cx="1412919" cy="748756"/>
            <a:chOff x="5068515" y="4340144"/>
            <a:chExt cx="1657304" cy="878264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9AD4196-5C28-298F-A357-93955C370681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97755EC1-B2A8-31BF-ACE5-7681925D15A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A6C9D429-1A8C-0919-F3D8-8DEC6B7976E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BFA07286-167C-0479-6FA2-5EA72C75127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55324090-5D15-8C19-CD4D-56927B4812F1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DC91733-7D37-3809-F08F-068E2736E9D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55F8883-2022-8798-30A0-8F61155345E3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8BAF6D4-AEF8-C2B4-4C2D-386FFAC73B5F}"/>
              </a:ext>
            </a:extLst>
          </p:cNvPr>
          <p:cNvSpPr txBox="1"/>
          <p:nvPr/>
        </p:nvSpPr>
        <p:spPr>
          <a:xfrm>
            <a:off x="7171432" y="174754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블렌디드</a:t>
            </a:r>
            <a:r>
              <a:rPr lang="ko-KR" altLang="en-US" sz="900" b="1" dirty="0">
                <a:latin typeface="+mn-ea"/>
              </a:rPr>
              <a:t> 러닝 기반 미래형 </a:t>
            </a:r>
            <a:r>
              <a:rPr lang="ko-KR" altLang="en-US" sz="900" b="1" dirty="0" err="1">
                <a:latin typeface="+mn-ea"/>
              </a:rPr>
              <a:t>배움중심수</a:t>
            </a:r>
            <a:r>
              <a:rPr lang="en-US" altLang="ko-KR" sz="900" b="1" dirty="0">
                <a:latin typeface="+mn-ea"/>
              </a:rPr>
              <a:t>… </a:t>
            </a:r>
            <a:r>
              <a:rPr lang="ko-KR" altLang="en-US" sz="900" b="1" dirty="0">
                <a:latin typeface="+mn-ea"/>
                <a:ea typeface="+mn-ea"/>
              </a:rPr>
              <a:t> </a:t>
            </a:r>
            <a:endParaRPr lang="en-US" altLang="ko-KR" sz="9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경기도 교육청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5FA16E52-E9ED-177D-B338-066344147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2065079"/>
            <a:ext cx="209954" cy="20995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6A93CD6-3C30-DC87-3BAA-9D36908317F2}"/>
              </a:ext>
            </a:extLst>
          </p:cNvPr>
          <p:cNvSpPr/>
          <p:nvPr/>
        </p:nvSpPr>
        <p:spPr>
          <a:xfrm>
            <a:off x="5590707" y="267701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512956-BB1A-11E2-39DC-CE2129E47FED}"/>
              </a:ext>
            </a:extLst>
          </p:cNvPr>
          <p:cNvGrpSpPr/>
          <p:nvPr/>
        </p:nvGrpSpPr>
        <p:grpSpPr>
          <a:xfrm>
            <a:off x="5752131" y="2771038"/>
            <a:ext cx="1412919" cy="748756"/>
            <a:chOff x="5068515" y="4340144"/>
            <a:chExt cx="1657304" cy="878264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6528A2F7-8946-4760-B4B2-ABE30F56E832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753CC042-D67D-1022-F631-6BEAD8C6169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37C99F38-1AAB-FAE3-2D74-08273DFE82C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13858468-66F7-81AD-6A4B-D13E95D7A92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2212530A-7938-ACCE-EE56-64CE164A752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EFB5360-2B10-0A0D-6CA7-53A83D10BDA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5AE6DB5-3EA8-B46D-8F8B-8BCC044656C0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23:15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831F5AF3-E87C-6F5E-A838-402540BB5FBB}"/>
              </a:ext>
            </a:extLst>
          </p:cNvPr>
          <p:cNvSpPr txBox="1"/>
          <p:nvPr/>
        </p:nvSpPr>
        <p:spPr>
          <a:xfrm>
            <a:off x="7171432" y="272290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사회정서학습</a:t>
            </a:r>
            <a:r>
              <a:rPr lang="en-US" altLang="ko-KR" sz="900" b="1" dirty="0">
                <a:latin typeface="+mn-ea"/>
                <a:ea typeface="+mn-ea"/>
              </a:rPr>
              <a:t>(SEL) </a:t>
            </a:r>
            <a:r>
              <a:rPr lang="ko-KR" altLang="en-US" sz="900" b="1" dirty="0">
                <a:latin typeface="+mn-ea"/>
                <a:ea typeface="+mn-ea"/>
              </a:rPr>
              <a:t>기반 인성교육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학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YouTube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97F588FC-AAD5-76ED-DF46-5F557A14D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3040439"/>
            <a:ext cx="209954" cy="209954"/>
          </a:xfrm>
          <a:prstGeom prst="rect">
            <a:avLst/>
          </a:prstGeom>
        </p:spPr>
      </p:pic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0990AD8B-D519-D9E5-8DFB-0704007EED3D}"/>
              </a:ext>
            </a:extLst>
          </p:cNvPr>
          <p:cNvSpPr/>
          <p:nvPr/>
        </p:nvSpPr>
        <p:spPr>
          <a:xfrm>
            <a:off x="5590707" y="364475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DCBA00C0-FA25-AFA2-0979-930BF0A73212}"/>
              </a:ext>
            </a:extLst>
          </p:cNvPr>
          <p:cNvGrpSpPr/>
          <p:nvPr/>
        </p:nvGrpSpPr>
        <p:grpSpPr>
          <a:xfrm>
            <a:off x="5752131" y="3738778"/>
            <a:ext cx="1412919" cy="748756"/>
            <a:chOff x="5068515" y="4340144"/>
            <a:chExt cx="1657304" cy="878264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F97A5870-5891-73D1-72A2-CC786FA29FEE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E7338749-6AF2-5463-4993-9DC65BE426B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45D87EFC-3EF9-4FED-6C43-73430763C44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16" name="직선 연결선 115">
                  <a:extLst>
                    <a:ext uri="{FF2B5EF4-FFF2-40B4-BE49-F238E27FC236}">
                      <a16:creationId xmlns:a16="http://schemas.microsoft.com/office/drawing/2014/main" id="{478798BA-A940-C8E1-FDAD-874EE176478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210EDB83-4364-0341-7EF7-E217653B28F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741BB67-4A56-AA5F-8F43-47FE5EF3B27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ECCB5FA-6AD2-5FD9-6D89-52A1779FFA84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40:07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19F3DFAB-7ABA-246F-8284-8960438285A0}"/>
              </a:ext>
            </a:extLst>
          </p:cNvPr>
          <p:cNvSpPr txBox="1"/>
          <p:nvPr/>
        </p:nvSpPr>
        <p:spPr>
          <a:xfrm>
            <a:off x="7171432" y="369064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학교폭력 예방교육과 사안 발생 시 단계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YouTube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6DF45470-A47B-E168-10B9-52504FD19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4008179"/>
            <a:ext cx="209954" cy="209954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45D6CDB-9495-3250-CE69-5DF5ADB8DCF6}"/>
              </a:ext>
            </a:extLst>
          </p:cNvPr>
          <p:cNvSpPr/>
          <p:nvPr/>
        </p:nvSpPr>
        <p:spPr>
          <a:xfrm>
            <a:off x="5590707" y="460487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08EC31F8-AE87-82A0-667A-D8353F185301}"/>
              </a:ext>
            </a:extLst>
          </p:cNvPr>
          <p:cNvGrpSpPr/>
          <p:nvPr/>
        </p:nvGrpSpPr>
        <p:grpSpPr>
          <a:xfrm>
            <a:off x="5752131" y="4698898"/>
            <a:ext cx="1412919" cy="748756"/>
            <a:chOff x="5068515" y="4340144"/>
            <a:chExt cx="1657304" cy="878264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8A35939-2790-B106-2A2E-0260E4BF842A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07301AE2-1C4E-CFE2-F757-9E993C3B93B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6" name="직사각형 255">
                  <a:extLst>
                    <a:ext uri="{FF2B5EF4-FFF2-40B4-BE49-F238E27FC236}">
                      <a16:creationId xmlns:a16="http://schemas.microsoft.com/office/drawing/2014/main" id="{C0CD77DD-AE5D-B9E0-55E4-ECEF97E440D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7" name="직선 연결선 256">
                  <a:extLst>
                    <a:ext uri="{FF2B5EF4-FFF2-40B4-BE49-F238E27FC236}">
                      <a16:creationId xmlns:a16="http://schemas.microsoft.com/office/drawing/2014/main" id="{68B1AC0E-7A23-0130-7986-D0E6A794BAC5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8" name="직선 연결선 257">
                  <a:extLst>
                    <a:ext uri="{FF2B5EF4-FFF2-40B4-BE49-F238E27FC236}">
                      <a16:creationId xmlns:a16="http://schemas.microsoft.com/office/drawing/2014/main" id="{3E560EB5-42AA-B2E1-F669-DA93E807903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6CB7EAA-AC6C-1001-5EAF-D15CDBC19A42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4081BF65-EDEE-84EF-A96E-629073BF0A6C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30:56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B2963D1-F7A0-215F-A74D-61ACA5995301}"/>
              </a:ext>
            </a:extLst>
          </p:cNvPr>
          <p:cNvSpPr txBox="1"/>
          <p:nvPr/>
        </p:nvSpPr>
        <p:spPr>
          <a:xfrm>
            <a:off x="7171432" y="465076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교사 학습공동체 제대로 운영하기</a:t>
            </a:r>
            <a:r>
              <a:rPr lang="en-US" altLang="ko-KR" sz="900" b="1" dirty="0">
                <a:latin typeface="+mn-ea"/>
                <a:ea typeface="+mn-ea"/>
              </a:rPr>
              <a:t>,</a:t>
            </a:r>
            <a:r>
              <a:rPr lang="ko-KR" altLang="en-US" sz="900" b="1" dirty="0">
                <a:latin typeface="+mn-ea"/>
                <a:ea typeface="+mn-ea"/>
              </a:rPr>
              <a:t>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YouTube</a:t>
            </a:r>
            <a:endParaRPr lang="ko-KR" altLang="en-US" sz="800" dirty="0"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122" name="그림 121">
            <a:extLst>
              <a:ext uri="{FF2B5EF4-FFF2-40B4-BE49-F238E27FC236}">
                <a16:creationId xmlns:a16="http://schemas.microsoft.com/office/drawing/2014/main" id="{46B4A23F-7134-6D0F-3C81-DB678BC18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4968299"/>
            <a:ext cx="209954" cy="209954"/>
          </a:xfrm>
          <a:prstGeom prst="rect">
            <a:avLst/>
          </a:prstGeom>
        </p:spPr>
      </p:pic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F7DBE079-7B1C-F716-233C-350637E8C4EF}"/>
              </a:ext>
            </a:extLst>
          </p:cNvPr>
          <p:cNvSpPr/>
          <p:nvPr/>
        </p:nvSpPr>
        <p:spPr>
          <a:xfrm>
            <a:off x="5590707" y="5564998"/>
            <a:ext cx="3675951" cy="794543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DD55CBB5-D04F-1CCE-BD77-AAF557122B69}"/>
              </a:ext>
            </a:extLst>
          </p:cNvPr>
          <p:cNvGrpSpPr/>
          <p:nvPr/>
        </p:nvGrpSpPr>
        <p:grpSpPr>
          <a:xfrm>
            <a:off x="5752131" y="5659018"/>
            <a:ext cx="1412919" cy="748756"/>
            <a:chOff x="5068515" y="4340144"/>
            <a:chExt cx="1657304" cy="878264"/>
          </a:xfrm>
        </p:grpSpPr>
        <p:grpSp>
          <p:nvGrpSpPr>
            <p:cNvPr id="265" name="그룹 264">
              <a:extLst>
                <a:ext uri="{FF2B5EF4-FFF2-40B4-BE49-F238E27FC236}">
                  <a16:creationId xmlns:a16="http://schemas.microsoft.com/office/drawing/2014/main" id="{926541CA-B10C-C0EC-8F0B-08704117A337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C164E439-04BE-A601-41F7-C9BD9239361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9" name="직사각형 268">
                  <a:extLst>
                    <a:ext uri="{FF2B5EF4-FFF2-40B4-BE49-F238E27FC236}">
                      <a16:creationId xmlns:a16="http://schemas.microsoft.com/office/drawing/2014/main" id="{E02097CE-8017-9D37-0FBC-887E932EA7F3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0" name="직선 연결선 269">
                  <a:extLst>
                    <a:ext uri="{FF2B5EF4-FFF2-40B4-BE49-F238E27FC236}">
                      <a16:creationId xmlns:a16="http://schemas.microsoft.com/office/drawing/2014/main" id="{6BBEDC5D-DE59-AB62-6513-4FD94E1F246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1" name="직선 연결선 270">
                  <a:extLst>
                    <a:ext uri="{FF2B5EF4-FFF2-40B4-BE49-F238E27FC236}">
                      <a16:creationId xmlns:a16="http://schemas.microsoft.com/office/drawing/2014/main" id="{4D204035-A7E3-1DF8-22AE-8D8E227D676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7EBB8B-9BA2-FFC5-A8CC-773AED21F7E2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BDE46C37-1417-88E4-335F-FB360E354D0F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993F5944-B946-48B9-F759-B1513EE7A88D}"/>
              </a:ext>
            </a:extLst>
          </p:cNvPr>
          <p:cNvSpPr txBox="1"/>
          <p:nvPr/>
        </p:nvSpPr>
        <p:spPr>
          <a:xfrm>
            <a:off x="7171432" y="561088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학부모 소통의 기술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신뢰를 쌓는 가정</a:t>
            </a:r>
            <a:r>
              <a:rPr lang="en-US" altLang="ko-KR" sz="900" b="1" dirty="0">
                <a:latin typeface="+mn-ea"/>
                <a:ea typeface="+mn-ea"/>
              </a:rPr>
              <a:t>…..</a:t>
            </a:r>
            <a:r>
              <a:rPr lang="ko-KR" altLang="en-US" sz="900" b="1" dirty="0">
                <a:latin typeface="+mn-ea"/>
                <a:ea typeface="+mn-ea"/>
              </a:rPr>
              <a:t> </a:t>
            </a:r>
            <a:endParaRPr lang="en-US" altLang="ko-KR" sz="9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경기도 교육청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263" name="그림 262">
            <a:extLst>
              <a:ext uri="{FF2B5EF4-FFF2-40B4-BE49-F238E27FC236}">
                <a16:creationId xmlns:a16="http://schemas.microsoft.com/office/drawing/2014/main" id="{CB87ABB2-4EC2-FA8F-051E-D2F7AB6EF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5928419"/>
            <a:ext cx="209954" cy="209954"/>
          </a:xfrm>
          <a:prstGeom prst="rect">
            <a:avLst/>
          </a:prstGeom>
        </p:spPr>
      </p:pic>
      <p:sp>
        <p:nvSpPr>
          <p:cNvPr id="272" name="사각형: 둥근 위쪽 모서리 271">
            <a:extLst>
              <a:ext uri="{FF2B5EF4-FFF2-40B4-BE49-F238E27FC236}">
                <a16:creationId xmlns:a16="http://schemas.microsoft.com/office/drawing/2014/main" id="{52940A53-7A7E-AFED-B01D-87B7C4E34CDC}"/>
              </a:ext>
            </a:extLst>
          </p:cNvPr>
          <p:cNvSpPr/>
          <p:nvPr/>
        </p:nvSpPr>
        <p:spPr>
          <a:xfrm rot="10800000">
            <a:off x="5590706" y="5893904"/>
            <a:ext cx="3699596" cy="52661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C0B625CB-1418-356F-826B-271F78EEAAE5}"/>
              </a:ext>
            </a:extLst>
          </p:cNvPr>
          <p:cNvGrpSpPr/>
          <p:nvPr/>
        </p:nvGrpSpPr>
        <p:grpSpPr>
          <a:xfrm>
            <a:off x="1790232" y="2185482"/>
            <a:ext cx="3675951" cy="603627"/>
            <a:chOff x="1790232" y="1995057"/>
            <a:chExt cx="3675951" cy="603627"/>
          </a:xfrm>
        </p:grpSpPr>
        <p:sp>
          <p:nvSpPr>
            <p:cNvPr id="274" name="사각형: 둥근 모서리 273">
              <a:extLst>
                <a:ext uri="{FF2B5EF4-FFF2-40B4-BE49-F238E27FC236}">
                  <a16:creationId xmlns:a16="http://schemas.microsoft.com/office/drawing/2014/main" id="{7AC6CE12-7909-6AC9-A0D4-B7FB4EC9E54F}"/>
                </a:ext>
              </a:extLst>
            </p:cNvPr>
            <p:cNvSpPr/>
            <p:nvPr/>
          </p:nvSpPr>
          <p:spPr>
            <a:xfrm>
              <a:off x="1790232" y="1995057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40FED76C-E058-3673-0FB1-FE3E0D67203F}"/>
                </a:ext>
              </a:extLst>
            </p:cNvPr>
            <p:cNvGrpSpPr/>
            <p:nvPr/>
          </p:nvGrpSpPr>
          <p:grpSpPr>
            <a:xfrm>
              <a:off x="1886852" y="2094087"/>
              <a:ext cx="716174" cy="379526"/>
              <a:chOff x="3881483" y="978229"/>
              <a:chExt cx="2403430" cy="623266"/>
            </a:xfrm>
          </p:grpSpPr>
          <p:grpSp>
            <p:nvGrpSpPr>
              <p:cNvPr id="278" name="그룹 277">
                <a:extLst>
                  <a:ext uri="{FF2B5EF4-FFF2-40B4-BE49-F238E27FC236}">
                    <a16:creationId xmlns:a16="http://schemas.microsoft.com/office/drawing/2014/main" id="{7D3436AD-E659-CA50-BFE6-743E930FDEB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80" name="직사각형 279">
                  <a:extLst>
                    <a:ext uri="{FF2B5EF4-FFF2-40B4-BE49-F238E27FC236}">
                      <a16:creationId xmlns:a16="http://schemas.microsoft.com/office/drawing/2014/main" id="{26946EB6-9F80-DBE7-9817-D20B8416E6A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81" name="직선 연결선 280">
                  <a:extLst>
                    <a:ext uri="{FF2B5EF4-FFF2-40B4-BE49-F238E27FC236}">
                      <a16:creationId xmlns:a16="http://schemas.microsoft.com/office/drawing/2014/main" id="{884D90AC-97A3-AB7A-9E56-467945E8D4E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2" name="직선 연결선 281">
                  <a:extLst>
                    <a:ext uri="{FF2B5EF4-FFF2-40B4-BE49-F238E27FC236}">
                      <a16:creationId xmlns:a16="http://schemas.microsoft.com/office/drawing/2014/main" id="{F3B01856-55B7-E558-3123-785FD532390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4188978-B710-1B7D-9944-705B34BA00AE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7EE65590-B201-3772-5695-03B4F1EA03A8}"/>
                </a:ext>
              </a:extLst>
            </p:cNvPr>
            <p:cNvSpPr txBox="1"/>
            <p:nvPr/>
          </p:nvSpPr>
          <p:spPr>
            <a:xfrm>
              <a:off x="2614355" y="2094087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블렌디드</a:t>
              </a:r>
              <a:r>
                <a:rPr lang="ko-KR" altLang="en-US" sz="900" b="1" dirty="0">
                  <a:latin typeface="+mn-ea"/>
                  <a:ea typeface="+mn-ea"/>
                </a:rPr>
                <a:t> 러닝 기반 미래형 </a:t>
              </a:r>
              <a:r>
                <a:rPr lang="ko-KR" altLang="en-US" sz="900" b="1" dirty="0" err="1">
                  <a:latin typeface="+mn-ea"/>
                  <a:ea typeface="+mn-ea"/>
                </a:rPr>
                <a:t>배움중심수업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경기도 교육청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57B2BB0E-EB9F-2EB9-A519-54759DBE8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2197307"/>
              <a:ext cx="199126" cy="199126"/>
            </a:xfrm>
            <a:prstGeom prst="rect">
              <a:avLst/>
            </a:prstGeom>
          </p:spPr>
        </p:pic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06C5CA34-B097-840B-D24A-9D77277438F6}"/>
              </a:ext>
            </a:extLst>
          </p:cNvPr>
          <p:cNvGrpSpPr/>
          <p:nvPr/>
        </p:nvGrpSpPr>
        <p:grpSpPr>
          <a:xfrm>
            <a:off x="1790232" y="3393180"/>
            <a:ext cx="3675951" cy="603627"/>
            <a:chOff x="1790232" y="3197005"/>
            <a:chExt cx="3675951" cy="603627"/>
          </a:xfrm>
        </p:grpSpPr>
        <p:sp>
          <p:nvSpPr>
            <p:cNvPr id="284" name="사각형: 둥근 모서리 283">
              <a:extLst>
                <a:ext uri="{FF2B5EF4-FFF2-40B4-BE49-F238E27FC236}">
                  <a16:creationId xmlns:a16="http://schemas.microsoft.com/office/drawing/2014/main" id="{CC3FBB1B-6510-FEF5-9442-78B2C859879F}"/>
                </a:ext>
              </a:extLst>
            </p:cNvPr>
            <p:cNvSpPr/>
            <p:nvPr/>
          </p:nvSpPr>
          <p:spPr>
            <a:xfrm>
              <a:off x="1790232" y="3197005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126335EA-DB1E-D8FA-6D49-1545350C93F6}"/>
                </a:ext>
              </a:extLst>
            </p:cNvPr>
            <p:cNvGrpSpPr/>
            <p:nvPr/>
          </p:nvGrpSpPr>
          <p:grpSpPr>
            <a:xfrm>
              <a:off x="1886852" y="3296035"/>
              <a:ext cx="716174" cy="379526"/>
              <a:chOff x="3881483" y="978229"/>
              <a:chExt cx="2403430" cy="623266"/>
            </a:xfrm>
          </p:grpSpPr>
          <p:grpSp>
            <p:nvGrpSpPr>
              <p:cNvPr id="288" name="그룹 287">
                <a:extLst>
                  <a:ext uri="{FF2B5EF4-FFF2-40B4-BE49-F238E27FC236}">
                    <a16:creationId xmlns:a16="http://schemas.microsoft.com/office/drawing/2014/main" id="{BFDB5886-EB1D-AED7-C01C-3FE58222A11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26A102E7-C0C8-BC1E-DB5A-0BC5949FA7A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91" name="직선 연결선 290">
                  <a:extLst>
                    <a:ext uri="{FF2B5EF4-FFF2-40B4-BE49-F238E27FC236}">
                      <a16:creationId xmlns:a16="http://schemas.microsoft.com/office/drawing/2014/main" id="{D7D1D852-CD5E-E4C5-10A4-2E97CA13096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2" name="직선 연결선 291">
                  <a:extLst>
                    <a:ext uri="{FF2B5EF4-FFF2-40B4-BE49-F238E27FC236}">
                      <a16:creationId xmlns:a16="http://schemas.microsoft.com/office/drawing/2014/main" id="{B2EFD1DD-DF36-33CC-15DE-CEFC666333D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DC722BC-3BEA-F6C1-112C-93986314091F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32AA780D-B860-0623-C357-A2F6B684F443}"/>
                </a:ext>
              </a:extLst>
            </p:cNvPr>
            <p:cNvSpPr txBox="1"/>
            <p:nvPr/>
          </p:nvSpPr>
          <p:spPr>
            <a:xfrm>
              <a:off x="2614354" y="3296035"/>
              <a:ext cx="2478085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사회정서학습</a:t>
              </a:r>
              <a:r>
                <a:rPr lang="en-US" altLang="ko-KR" sz="900" b="1" dirty="0">
                  <a:latin typeface="+mn-lt"/>
                  <a:ea typeface="+mn-ea"/>
                </a:rPr>
                <a:t>(SEL) </a:t>
              </a:r>
              <a:r>
                <a:rPr lang="ko-KR" altLang="en-US" sz="900" b="1" dirty="0">
                  <a:latin typeface="+mn-lt"/>
                  <a:ea typeface="+mn-ea"/>
                </a:rPr>
                <a:t>기반 인성교육</a:t>
              </a:r>
              <a:r>
                <a:rPr lang="en-US" altLang="ko-KR" sz="900" b="1" dirty="0">
                  <a:latin typeface="+mn-lt"/>
                  <a:ea typeface="+mn-ea"/>
                </a:rPr>
                <a:t>, </a:t>
              </a:r>
              <a:r>
                <a:rPr lang="ko-KR" altLang="en-US" sz="900" b="1" dirty="0">
                  <a:latin typeface="+mn-lt"/>
                  <a:ea typeface="+mn-ea"/>
                </a:rPr>
                <a:t>학교와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  <a:t>YouTube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287" name="그림 286">
              <a:extLst>
                <a:ext uri="{FF2B5EF4-FFF2-40B4-BE49-F238E27FC236}">
                  <a16:creationId xmlns:a16="http://schemas.microsoft.com/office/drawing/2014/main" id="{576779D8-484F-A6B0-0E15-67A6D164E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3399255"/>
              <a:ext cx="199126" cy="199126"/>
            </a:xfrm>
            <a:prstGeom prst="rect">
              <a:avLst/>
            </a:prstGeom>
          </p:spPr>
        </p:pic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90C4E995-D0CD-461E-882E-34DA61607D90}"/>
              </a:ext>
            </a:extLst>
          </p:cNvPr>
          <p:cNvGrpSpPr/>
          <p:nvPr/>
        </p:nvGrpSpPr>
        <p:grpSpPr>
          <a:xfrm>
            <a:off x="1790232" y="4600878"/>
            <a:ext cx="3675951" cy="603627"/>
            <a:chOff x="1790232" y="4407579"/>
            <a:chExt cx="3675951" cy="603627"/>
          </a:xfrm>
        </p:grpSpPr>
        <p:sp>
          <p:nvSpPr>
            <p:cNvPr id="294" name="사각형: 둥근 모서리 293">
              <a:extLst>
                <a:ext uri="{FF2B5EF4-FFF2-40B4-BE49-F238E27FC236}">
                  <a16:creationId xmlns:a16="http://schemas.microsoft.com/office/drawing/2014/main" id="{0B4360D9-5124-485F-6E43-D8EF890C3F42}"/>
                </a:ext>
              </a:extLst>
            </p:cNvPr>
            <p:cNvSpPr/>
            <p:nvPr/>
          </p:nvSpPr>
          <p:spPr>
            <a:xfrm>
              <a:off x="1790232" y="4407579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E4365233-BDC5-9EBF-3981-8A03F883557B}"/>
                </a:ext>
              </a:extLst>
            </p:cNvPr>
            <p:cNvGrpSpPr/>
            <p:nvPr/>
          </p:nvGrpSpPr>
          <p:grpSpPr>
            <a:xfrm>
              <a:off x="1886852" y="4506609"/>
              <a:ext cx="716174" cy="379526"/>
              <a:chOff x="3881483" y="978229"/>
              <a:chExt cx="2403430" cy="623266"/>
            </a:xfrm>
          </p:grpSpPr>
          <p:grpSp>
            <p:nvGrpSpPr>
              <p:cNvPr id="298" name="그룹 297">
                <a:extLst>
                  <a:ext uri="{FF2B5EF4-FFF2-40B4-BE49-F238E27FC236}">
                    <a16:creationId xmlns:a16="http://schemas.microsoft.com/office/drawing/2014/main" id="{61B34DC8-A699-8D54-EBD1-3B00EEFF6E9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B3A58787-8CFA-3319-BEFA-3A2FF769A92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01" name="직선 연결선 300">
                  <a:extLst>
                    <a:ext uri="{FF2B5EF4-FFF2-40B4-BE49-F238E27FC236}">
                      <a16:creationId xmlns:a16="http://schemas.microsoft.com/office/drawing/2014/main" id="{9330FDB5-5957-9EE0-3393-E8ED5CC379E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2" name="직선 연결선 301">
                  <a:extLst>
                    <a:ext uri="{FF2B5EF4-FFF2-40B4-BE49-F238E27FC236}">
                      <a16:creationId xmlns:a16="http://schemas.microsoft.com/office/drawing/2014/main" id="{CA5EB284-194B-1C47-67F0-5E98AC7373C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BC1022DA-0F7F-D74E-4318-1A36B302DC91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1CE15356-D062-C2FE-CF61-87D1C5123BAC}"/>
                </a:ext>
              </a:extLst>
            </p:cNvPr>
            <p:cNvSpPr txBox="1"/>
            <p:nvPr/>
          </p:nvSpPr>
          <p:spPr>
            <a:xfrm>
              <a:off x="2614355" y="4506609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학교폭력 예방교육과 사안 발생 시 단계별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YouTube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297" name="그림 296">
              <a:extLst>
                <a:ext uri="{FF2B5EF4-FFF2-40B4-BE49-F238E27FC236}">
                  <a16:creationId xmlns:a16="http://schemas.microsoft.com/office/drawing/2014/main" id="{F4BD1B47-FEF3-629C-5932-8D3F20B1C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4609829"/>
              <a:ext cx="199126" cy="199126"/>
            </a:xfrm>
            <a:prstGeom prst="rect">
              <a:avLst/>
            </a:prstGeom>
          </p:spPr>
        </p:pic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85652EBB-06B4-C72A-6CF1-FBBC51B5B487}"/>
              </a:ext>
            </a:extLst>
          </p:cNvPr>
          <p:cNvGrpSpPr/>
          <p:nvPr/>
        </p:nvGrpSpPr>
        <p:grpSpPr>
          <a:xfrm>
            <a:off x="1790232" y="5204727"/>
            <a:ext cx="3675951" cy="603627"/>
            <a:chOff x="1790232" y="5008553"/>
            <a:chExt cx="3675951" cy="603627"/>
          </a:xfrm>
        </p:grpSpPr>
        <p:sp>
          <p:nvSpPr>
            <p:cNvPr id="304" name="사각형: 둥근 모서리 303">
              <a:extLst>
                <a:ext uri="{FF2B5EF4-FFF2-40B4-BE49-F238E27FC236}">
                  <a16:creationId xmlns:a16="http://schemas.microsoft.com/office/drawing/2014/main" id="{50EC1541-9658-AD3A-2D76-5BA4A07D40CB}"/>
                </a:ext>
              </a:extLst>
            </p:cNvPr>
            <p:cNvSpPr/>
            <p:nvPr/>
          </p:nvSpPr>
          <p:spPr>
            <a:xfrm>
              <a:off x="1790232" y="5008553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3E3995BF-BA1B-C216-6C73-4972998D267D}"/>
                </a:ext>
              </a:extLst>
            </p:cNvPr>
            <p:cNvGrpSpPr/>
            <p:nvPr/>
          </p:nvGrpSpPr>
          <p:grpSpPr>
            <a:xfrm>
              <a:off x="1886852" y="5116209"/>
              <a:ext cx="716174" cy="379526"/>
              <a:chOff x="3881483" y="978229"/>
              <a:chExt cx="2403430" cy="623266"/>
            </a:xfrm>
          </p:grpSpPr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581B446D-BA1C-4BFA-BA61-AD313F33378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10" name="직사각형 309">
                  <a:extLst>
                    <a:ext uri="{FF2B5EF4-FFF2-40B4-BE49-F238E27FC236}">
                      <a16:creationId xmlns:a16="http://schemas.microsoft.com/office/drawing/2014/main" id="{FD4874E6-2B06-3EB4-1F4F-E5E169A17B1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4E386E89-9B68-2991-77C9-39A17AE2888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BE07376A-811E-40C4-A995-D569D9608E2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DDF2552D-504A-F4FF-719A-6E719DA27607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3D90E01C-0055-B379-15C9-476D99675E37}"/>
                </a:ext>
              </a:extLst>
            </p:cNvPr>
            <p:cNvSpPr txBox="1"/>
            <p:nvPr/>
          </p:nvSpPr>
          <p:spPr>
            <a:xfrm>
              <a:off x="2614355" y="5116209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교사 학습공동체 제대로 운영하기</a:t>
              </a:r>
              <a:r>
                <a:rPr lang="en-US" altLang="ko-KR" sz="900" b="1" dirty="0">
                  <a:latin typeface="+mn-lt"/>
                  <a:ea typeface="+mn-ea"/>
                </a:rPr>
                <a:t>, </a:t>
              </a:r>
              <a:r>
                <a:rPr lang="ko-KR" altLang="en-US" sz="900" b="1" dirty="0">
                  <a:latin typeface="+mn-lt"/>
                  <a:ea typeface="+mn-ea"/>
                </a:rPr>
                <a:t>함께 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YouTube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A47080B3-8127-1CD7-EB02-7850F8E3A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5210803"/>
              <a:ext cx="199126" cy="199126"/>
            </a:xfrm>
            <a:prstGeom prst="rect">
              <a:avLst/>
            </a:prstGeom>
          </p:spPr>
        </p:pic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C3F67769-3B2A-8EAD-074D-0D6EBC5FD981}"/>
              </a:ext>
            </a:extLst>
          </p:cNvPr>
          <p:cNvGrpSpPr/>
          <p:nvPr/>
        </p:nvGrpSpPr>
        <p:grpSpPr>
          <a:xfrm>
            <a:off x="1790232" y="5808578"/>
            <a:ext cx="3675951" cy="603627"/>
            <a:chOff x="1790232" y="5618153"/>
            <a:chExt cx="3675951" cy="603627"/>
          </a:xfrm>
        </p:grpSpPr>
        <p:sp>
          <p:nvSpPr>
            <p:cNvPr id="314" name="사각형: 둥근 모서리 313">
              <a:extLst>
                <a:ext uri="{FF2B5EF4-FFF2-40B4-BE49-F238E27FC236}">
                  <a16:creationId xmlns:a16="http://schemas.microsoft.com/office/drawing/2014/main" id="{D283065B-4A25-968E-9DF6-EAD03C3BDFD6}"/>
                </a:ext>
              </a:extLst>
            </p:cNvPr>
            <p:cNvSpPr/>
            <p:nvPr/>
          </p:nvSpPr>
          <p:spPr>
            <a:xfrm>
              <a:off x="1790232" y="5618153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B1DD770D-C525-3C9C-F437-A4B22904FE94}"/>
                </a:ext>
              </a:extLst>
            </p:cNvPr>
            <p:cNvGrpSpPr/>
            <p:nvPr/>
          </p:nvGrpSpPr>
          <p:grpSpPr>
            <a:xfrm>
              <a:off x="1886852" y="5725809"/>
              <a:ext cx="716174" cy="379526"/>
              <a:chOff x="3881483" y="978229"/>
              <a:chExt cx="2403430" cy="623266"/>
            </a:xfrm>
          </p:grpSpPr>
          <p:grpSp>
            <p:nvGrpSpPr>
              <p:cNvPr id="318" name="그룹 317">
                <a:extLst>
                  <a:ext uri="{FF2B5EF4-FFF2-40B4-BE49-F238E27FC236}">
                    <a16:creationId xmlns:a16="http://schemas.microsoft.com/office/drawing/2014/main" id="{FC73913B-FD8E-B12A-4192-2EC881EAAF08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20" name="직사각형 319">
                  <a:extLst>
                    <a:ext uri="{FF2B5EF4-FFF2-40B4-BE49-F238E27FC236}">
                      <a16:creationId xmlns:a16="http://schemas.microsoft.com/office/drawing/2014/main" id="{AEF42409-2DDA-576F-104F-8B58E2A21D7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8D26C27E-80E8-15C7-E7AE-755420857D6D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8D1EBD85-6B01-A7FE-864C-512E6DBD776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050389EB-131F-CCBA-0B70-71F0EEE88048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4880C27-6F4C-D4B7-F2F8-2C5D3F2ACE85}"/>
                </a:ext>
              </a:extLst>
            </p:cNvPr>
            <p:cNvSpPr txBox="1"/>
            <p:nvPr/>
          </p:nvSpPr>
          <p:spPr>
            <a:xfrm>
              <a:off x="2614355" y="5725809"/>
              <a:ext cx="24405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학부모 소통의 기술</a:t>
              </a:r>
              <a:r>
                <a:rPr lang="en-US" altLang="ko-KR" sz="900" b="1" dirty="0">
                  <a:latin typeface="+mn-lt"/>
                  <a:ea typeface="+mn-ea"/>
                </a:rPr>
                <a:t>, </a:t>
              </a:r>
              <a:r>
                <a:rPr lang="ko-KR" altLang="en-US" sz="900" b="1" dirty="0">
                  <a:latin typeface="+mn-lt"/>
                  <a:ea typeface="+mn-ea"/>
                </a:rPr>
                <a:t>신뢰를 쌓는 가정통신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  <a:t>중앙연수원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317" name="그림 316">
              <a:extLst>
                <a:ext uri="{FF2B5EF4-FFF2-40B4-BE49-F238E27FC236}">
                  <a16:creationId xmlns:a16="http://schemas.microsoft.com/office/drawing/2014/main" id="{0670948D-86E4-C481-D76C-6D994DE1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5820403"/>
              <a:ext cx="199126" cy="199126"/>
            </a:xfrm>
            <a:prstGeom prst="rect">
              <a:avLst/>
            </a:prstGeom>
          </p:spPr>
        </p:pic>
      </p:grpSp>
      <p:sp>
        <p:nvSpPr>
          <p:cNvPr id="323" name="타원 322">
            <a:extLst>
              <a:ext uri="{FF2B5EF4-FFF2-40B4-BE49-F238E27FC236}">
                <a16:creationId xmlns:a16="http://schemas.microsoft.com/office/drawing/2014/main" id="{0FFAF7E9-D809-A49D-1629-485345A99EC8}"/>
              </a:ext>
            </a:extLst>
          </p:cNvPr>
          <p:cNvSpPr/>
          <p:nvPr/>
        </p:nvSpPr>
        <p:spPr>
          <a:xfrm>
            <a:off x="1712162" y="13394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52DCAC4B-3F40-1FFA-DF1F-72299E430BB3}"/>
              </a:ext>
            </a:extLst>
          </p:cNvPr>
          <p:cNvSpPr/>
          <p:nvPr/>
        </p:nvSpPr>
        <p:spPr>
          <a:xfrm>
            <a:off x="5511910" y="13321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DE78E49A-E0FE-A808-FD9C-1DBB2F4929BB}"/>
              </a:ext>
            </a:extLst>
          </p:cNvPr>
          <p:cNvGrpSpPr/>
          <p:nvPr/>
        </p:nvGrpSpPr>
        <p:grpSpPr>
          <a:xfrm>
            <a:off x="5653729" y="5993257"/>
            <a:ext cx="3550221" cy="324000"/>
            <a:chOff x="5627646" y="6105904"/>
            <a:chExt cx="3550221" cy="324000"/>
          </a:xfrm>
        </p:grpSpPr>
        <p:sp>
          <p:nvSpPr>
            <p:cNvPr id="326" name="모서리가 둥근 직사각형 26">
              <a:extLst>
                <a:ext uri="{FF2B5EF4-FFF2-40B4-BE49-F238E27FC236}">
                  <a16:creationId xmlns:a16="http://schemas.microsoft.com/office/drawing/2014/main" id="{69023F45-1675-2B45-A37E-D0F7642F0DD3}"/>
                </a:ext>
              </a:extLst>
            </p:cNvPr>
            <p:cNvSpPr/>
            <p:nvPr/>
          </p:nvSpPr>
          <p:spPr>
            <a:xfrm>
              <a:off x="5627646" y="6105904"/>
              <a:ext cx="1746821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취소</a:t>
              </a:r>
            </a:p>
          </p:txBody>
        </p:sp>
        <p:sp>
          <p:nvSpPr>
            <p:cNvPr id="327" name="모서리가 둥근 직사각형 26">
              <a:extLst>
                <a:ext uri="{FF2B5EF4-FFF2-40B4-BE49-F238E27FC236}">
                  <a16:creationId xmlns:a16="http://schemas.microsoft.com/office/drawing/2014/main" id="{AE9246A1-C472-1671-59E5-2DFA023B667B}"/>
                </a:ext>
              </a:extLst>
            </p:cNvPr>
            <p:cNvSpPr/>
            <p:nvPr/>
          </p:nvSpPr>
          <p:spPr>
            <a:xfrm>
              <a:off x="7431046" y="6105904"/>
              <a:ext cx="1746821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추가하기</a:t>
              </a:r>
            </a:p>
          </p:txBody>
        </p:sp>
      </p:grpSp>
      <p:sp>
        <p:nvSpPr>
          <p:cNvPr id="328" name="타원 327">
            <a:extLst>
              <a:ext uri="{FF2B5EF4-FFF2-40B4-BE49-F238E27FC236}">
                <a16:creationId xmlns:a16="http://schemas.microsoft.com/office/drawing/2014/main" id="{DDF8F8D2-3803-F615-D76B-8651F971D193}"/>
              </a:ext>
            </a:extLst>
          </p:cNvPr>
          <p:cNvSpPr/>
          <p:nvPr/>
        </p:nvSpPr>
        <p:spPr>
          <a:xfrm>
            <a:off x="5602636" y="594328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598DFE66-A6CD-907D-BB5B-1691635A9053}"/>
              </a:ext>
            </a:extLst>
          </p:cNvPr>
          <p:cNvSpPr/>
          <p:nvPr/>
        </p:nvSpPr>
        <p:spPr>
          <a:xfrm>
            <a:off x="7439728" y="594403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83679159-BF87-039D-B83F-3BCC843A07C8}"/>
              </a:ext>
            </a:extLst>
          </p:cNvPr>
          <p:cNvGrpSpPr/>
          <p:nvPr/>
        </p:nvGrpSpPr>
        <p:grpSpPr>
          <a:xfrm>
            <a:off x="9244998" y="1709467"/>
            <a:ext cx="46608" cy="4170049"/>
            <a:chOff x="9244998" y="1697084"/>
            <a:chExt cx="46608" cy="4211749"/>
          </a:xfrm>
        </p:grpSpPr>
        <p:sp>
          <p:nvSpPr>
            <p:cNvPr id="28" name="Track">
              <a:extLst>
                <a:ext uri="{FF2B5EF4-FFF2-40B4-BE49-F238E27FC236}">
                  <a16:creationId xmlns:a16="http://schemas.microsoft.com/office/drawing/2014/main" id="{0B3FDD2F-3B97-FE72-9E64-2CB2DC548A66}"/>
                </a:ext>
              </a:extLst>
            </p:cNvPr>
            <p:cNvSpPr/>
            <p:nvPr/>
          </p:nvSpPr>
          <p:spPr>
            <a:xfrm rot="5400000">
              <a:off x="7163146" y="3781262"/>
              <a:ext cx="4209423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rack">
              <a:extLst>
                <a:ext uri="{FF2B5EF4-FFF2-40B4-BE49-F238E27FC236}">
                  <a16:creationId xmlns:a16="http://schemas.microsoft.com/office/drawing/2014/main" id="{8626EA8E-35D5-5EEB-E358-FB6F507ED17D}"/>
                </a:ext>
              </a:extLst>
            </p:cNvPr>
            <p:cNvSpPr/>
            <p:nvPr/>
          </p:nvSpPr>
          <p:spPr>
            <a:xfrm rot="5400000">
              <a:off x="8407748" y="2535225"/>
              <a:ext cx="1722000" cy="4571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A474C06-8F3D-F25B-D650-579E7A8C5937}"/>
              </a:ext>
            </a:extLst>
          </p:cNvPr>
          <p:cNvGrpSpPr/>
          <p:nvPr/>
        </p:nvGrpSpPr>
        <p:grpSpPr>
          <a:xfrm>
            <a:off x="5442427" y="2172838"/>
            <a:ext cx="45719" cy="4251426"/>
            <a:chOff x="9231725" y="2171522"/>
            <a:chExt cx="36001" cy="792000"/>
          </a:xfrm>
        </p:grpSpPr>
        <p:sp>
          <p:nvSpPr>
            <p:cNvPr id="31" name="Track">
              <a:extLst>
                <a:ext uri="{FF2B5EF4-FFF2-40B4-BE49-F238E27FC236}">
                  <a16:creationId xmlns:a16="http://schemas.microsoft.com/office/drawing/2014/main" id="{9ACE8D74-EC3A-2414-3C36-CDD67FF03029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4" name="Track">
              <a:extLst>
                <a:ext uri="{FF2B5EF4-FFF2-40B4-BE49-F238E27FC236}">
                  <a16:creationId xmlns:a16="http://schemas.microsoft.com/office/drawing/2014/main" id="{F6B30842-B324-C4B3-56E2-20201C917E6E}"/>
                </a:ext>
              </a:extLst>
            </p:cNvPr>
            <p:cNvSpPr/>
            <p:nvPr/>
          </p:nvSpPr>
          <p:spPr>
            <a:xfrm rot="5400000">
              <a:off x="9087726" y="2315972"/>
              <a:ext cx="324000" cy="360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D6E85AE-A4CD-B722-E572-5F0FF86167AF}"/>
              </a:ext>
            </a:extLst>
          </p:cNvPr>
          <p:cNvSpPr/>
          <p:nvPr/>
        </p:nvSpPr>
        <p:spPr>
          <a:xfrm>
            <a:off x="5568745" y="174480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B5109FE-A441-5E2A-61C4-3DC702DD0D6E}"/>
              </a:ext>
            </a:extLst>
          </p:cNvPr>
          <p:cNvSpPr/>
          <p:nvPr/>
        </p:nvSpPr>
        <p:spPr>
          <a:xfrm>
            <a:off x="1683996" y="18347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0E4DD723-0F9C-6956-B9F6-5BD66ABB8B14}"/>
              </a:ext>
            </a:extLst>
          </p:cNvPr>
          <p:cNvSpPr/>
          <p:nvPr/>
        </p:nvSpPr>
        <p:spPr>
          <a:xfrm>
            <a:off x="1683996" y="21776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B7A9FA63-85ED-C81C-D4B8-326AA83B6264}"/>
              </a:ext>
            </a:extLst>
          </p:cNvPr>
          <p:cNvSpPr/>
          <p:nvPr/>
        </p:nvSpPr>
        <p:spPr>
          <a:xfrm>
            <a:off x="1683996" y="28253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7D10A79B-5D6D-1E99-3696-D5D61EFA10D4}"/>
              </a:ext>
            </a:extLst>
          </p:cNvPr>
          <p:cNvSpPr/>
          <p:nvPr/>
        </p:nvSpPr>
        <p:spPr>
          <a:xfrm>
            <a:off x="8741164" y="20021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FD5E1225-8408-3A5C-002B-845C94AB9ECB}"/>
              </a:ext>
            </a:extLst>
          </p:cNvPr>
          <p:cNvSpPr/>
          <p:nvPr/>
        </p:nvSpPr>
        <p:spPr>
          <a:xfrm>
            <a:off x="12187861" y="261459"/>
            <a:ext cx="1366214" cy="318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화면설명 수정</a:t>
            </a:r>
          </a:p>
        </p:txBody>
      </p:sp>
    </p:spTree>
    <p:extLst>
      <p:ext uri="{BB962C8B-B14F-4D97-AF65-F5344CB8AC3E}">
        <p14:creationId xmlns:p14="http://schemas.microsoft.com/office/powerpoint/2010/main" val="354873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B832EF-858B-E781-8D2B-82B178CB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CBF35D5-CEBB-14A9-4F38-575C038FFFD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6FA89D9-D949-76C0-1905-27720036624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9A08F21-0717-0AB3-2508-E9EE99E2B7D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C4AC329-6729-6BC9-F769-79B5099124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705297"/>
              </p:ext>
            </p:extLst>
          </p:nvPr>
        </p:nvGraphicFramePr>
        <p:xfrm>
          <a:off x="9655174" y="276226"/>
          <a:ext cx="2532687" cy="296096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진행중인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진행중인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학습상태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진행률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클릭 시 해당 모듈 상세화면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더보기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진행중인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전체 목록 확장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완료된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완료된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클릭 시 해당 모듈 상세화면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더보기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완료된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전체 목록 확장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7DB21C-5C38-105A-0617-A7A28EDD17A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C1F41-0886-6DF3-78C6-998D22D42478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F4969-3BE8-3506-1D36-435F477CA19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649FAC-8BA4-81FB-B87D-35817C0CD181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073F83D-A76E-4957-F608-ADB40168E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5152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4806B8-81FB-2711-0285-C1E83A2A8559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23EE0D-3B0E-4C89-15E6-A4E08A45A17D}"/>
              </a:ext>
            </a:extLst>
          </p:cNvPr>
          <p:cNvSpPr txBox="1"/>
          <p:nvPr/>
        </p:nvSpPr>
        <p:spPr>
          <a:xfrm>
            <a:off x="5562441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교사 학습공동체 제대로 운영하기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함께 성장하는 전문적 학습공동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김코칭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내 모듈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735CA71-73C7-DC03-C64F-75E3874602EE}"/>
              </a:ext>
            </a:extLst>
          </p:cNvPr>
          <p:cNvGrpSpPr/>
          <p:nvPr/>
        </p:nvGrpSpPr>
        <p:grpSpPr>
          <a:xfrm>
            <a:off x="5618286" y="1278139"/>
            <a:ext cx="1865081" cy="889093"/>
            <a:chOff x="5617382" y="4110731"/>
            <a:chExt cx="1926053" cy="88314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2A3CEE9-234B-F40D-8AD1-F183A1B2AD81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DB283BF-7589-5D5A-8BA3-3FC469CD0E50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B16B72C0-10A2-0DB4-BEE8-8382DECBC61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2796862D-A51F-B8D8-4AF8-23100423DF01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365F6D42-CADF-0DD2-8887-4CB15318676D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8" name="직선 연결선 227">
                  <a:extLst>
                    <a:ext uri="{FF2B5EF4-FFF2-40B4-BE49-F238E27FC236}">
                      <a16:creationId xmlns:a16="http://schemas.microsoft.com/office/drawing/2014/main" id="{B220F3E0-85DD-F987-71F6-A73BD27A9D4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B5A2DBBC-29F5-E335-C67D-78B20CC7BD8C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6" name="사각형: 둥근 모서리 225">
                <a:extLst>
                  <a:ext uri="{FF2B5EF4-FFF2-40B4-BE49-F238E27FC236}">
                    <a16:creationId xmlns:a16="http://schemas.microsoft.com/office/drawing/2014/main" id="{CA8414AA-1312-C6DD-17B4-F863D353D28C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5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30" name="TextBox 229">
            <a:extLst>
              <a:ext uri="{FF2B5EF4-FFF2-40B4-BE49-F238E27FC236}">
                <a16:creationId xmlns:a16="http://schemas.microsoft.com/office/drawing/2014/main" id="{28BD4421-ED43-29E3-012D-FFDE08C66405}"/>
              </a:ext>
            </a:extLst>
          </p:cNvPr>
          <p:cNvSpPr txBox="1"/>
          <p:nvPr/>
        </p:nvSpPr>
        <p:spPr>
          <a:xfrm>
            <a:off x="7591717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b="1" dirty="0">
                <a:latin typeface="+mn-ea"/>
                <a:ea typeface="+mn-ea"/>
              </a:rPr>
              <a:t>AI </a:t>
            </a:r>
            <a:r>
              <a:rPr lang="ko-KR" altLang="en-US" sz="900" b="1" dirty="0">
                <a:latin typeface="+mn-ea"/>
                <a:ea typeface="+mn-ea"/>
              </a:rPr>
              <a:t>도구로 수업 영상 만들기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 err="1">
                <a:latin typeface="+mn-ea"/>
                <a:ea typeface="+mn-ea"/>
              </a:rPr>
              <a:t>브루</a:t>
            </a:r>
            <a:r>
              <a:rPr lang="en-US" altLang="ko-KR" sz="900" b="1" dirty="0">
                <a:latin typeface="+mn-ea"/>
                <a:ea typeface="+mn-ea"/>
              </a:rPr>
              <a:t>·</a:t>
            </a:r>
            <a:r>
              <a:rPr lang="ko-KR" altLang="en-US" sz="900" b="1" dirty="0" err="1">
                <a:latin typeface="+mn-ea"/>
                <a:ea typeface="+mn-ea"/>
              </a:rPr>
              <a:t>캡컷</a:t>
            </a:r>
            <a:r>
              <a:rPr lang="en-US" altLang="ko-KR" sz="900" b="1" dirty="0">
                <a:latin typeface="+mn-ea"/>
                <a:ea typeface="+mn-ea"/>
              </a:rPr>
              <a:t>·</a:t>
            </a:r>
            <a:r>
              <a:rPr lang="ko-KR" altLang="en-US" sz="900" b="1" dirty="0" err="1">
                <a:latin typeface="+mn-ea"/>
                <a:ea typeface="+mn-ea"/>
              </a:rPr>
              <a:t>캔바</a:t>
            </a:r>
            <a:r>
              <a:rPr lang="ko-KR" altLang="en-US" sz="900" b="1" dirty="0">
                <a:latin typeface="+mn-ea"/>
                <a:ea typeface="+mn-ea"/>
              </a:rPr>
              <a:t> 활용 콘텐츠 제작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박수업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8835B36D-57DE-1637-6B64-22A7F6B302A2}"/>
              </a:ext>
            </a:extLst>
          </p:cNvPr>
          <p:cNvGrpSpPr/>
          <p:nvPr/>
        </p:nvGrpSpPr>
        <p:grpSpPr>
          <a:xfrm>
            <a:off x="7647562" y="1278139"/>
            <a:ext cx="1865081" cy="889093"/>
            <a:chOff x="5617382" y="4110731"/>
            <a:chExt cx="1926053" cy="883141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622632B2-9EC2-0CAB-D21B-338C99DF0B7E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B3757CB4-E112-E597-99AF-4D1C086F7A84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1CA36438-C088-4F31-DD23-35293A501ECB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9CC95783-A434-7DE1-0CA6-FF2ED1928F2A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37" name="직선 연결선 236">
                  <a:extLst>
                    <a:ext uri="{FF2B5EF4-FFF2-40B4-BE49-F238E27FC236}">
                      <a16:creationId xmlns:a16="http://schemas.microsoft.com/office/drawing/2014/main" id="{AD578C85-711B-3B1F-640C-E7AF01AEFCD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8" name="직선 연결선 237">
                  <a:extLst>
                    <a:ext uri="{FF2B5EF4-FFF2-40B4-BE49-F238E27FC236}">
                      <a16:creationId xmlns:a16="http://schemas.microsoft.com/office/drawing/2014/main" id="{C10B01CA-9DA2-C0CF-8E33-21CEC2DB3670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E2870829-4074-4BC4-C44F-2293ECA37326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36" name="사각형: 둥근 모서리 235">
                <a:extLst>
                  <a:ext uri="{FF2B5EF4-FFF2-40B4-BE49-F238E27FC236}">
                    <a16:creationId xmlns:a16="http://schemas.microsoft.com/office/drawing/2014/main" id="{EC5925FA-30BB-CDA8-9B57-1BE230850E67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4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40" name="TextBox 239">
            <a:extLst>
              <a:ext uri="{FF2B5EF4-FFF2-40B4-BE49-F238E27FC236}">
                <a16:creationId xmlns:a16="http://schemas.microsoft.com/office/drawing/2014/main" id="{47590A6E-E524-070A-E8D8-5AE8190953EF}"/>
              </a:ext>
            </a:extLst>
          </p:cNvPr>
          <p:cNvSpPr txBox="1"/>
          <p:nvPr/>
        </p:nvSpPr>
        <p:spPr>
          <a:xfrm>
            <a:off x="1503887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블렌디드</a:t>
            </a:r>
            <a:r>
              <a:rPr lang="ko-KR" altLang="en-US" sz="900" b="1" dirty="0">
                <a:latin typeface="+mn-ea"/>
                <a:ea typeface="+mn-ea"/>
              </a:rPr>
              <a:t> 러닝 기반 미래형 </a:t>
            </a:r>
            <a:r>
              <a:rPr lang="ko-KR" altLang="en-US" sz="900" b="1" dirty="0" err="1">
                <a:latin typeface="+mn-ea"/>
                <a:ea typeface="+mn-ea"/>
              </a:rPr>
              <a:t>배움중심수업</a:t>
            </a:r>
            <a:r>
              <a:rPr lang="ko-KR" altLang="en-US" sz="900" b="1" dirty="0">
                <a:latin typeface="+mn-ea"/>
                <a:ea typeface="+mn-ea"/>
              </a:rPr>
              <a:t> 설계부터 운영까지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D310DB9E-3ED9-09F0-A86B-6284FF01C33A}"/>
              </a:ext>
            </a:extLst>
          </p:cNvPr>
          <p:cNvGrpSpPr/>
          <p:nvPr/>
        </p:nvGrpSpPr>
        <p:grpSpPr>
          <a:xfrm>
            <a:off x="1559732" y="1278139"/>
            <a:ext cx="1865081" cy="889093"/>
            <a:chOff x="5617382" y="4110731"/>
            <a:chExt cx="1926053" cy="883141"/>
          </a:xfrm>
        </p:grpSpPr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F3837810-043A-AA9C-E24D-18ACE4DBB5FE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2EC6DC53-A0F2-8230-5904-575C59450F76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47AF3DED-0220-7AA1-BC68-26F703CECDFC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95741209-AD4A-CACA-EB71-41C2459B8FD3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47" name="직선 연결선 246">
                  <a:extLst>
                    <a:ext uri="{FF2B5EF4-FFF2-40B4-BE49-F238E27FC236}">
                      <a16:creationId xmlns:a16="http://schemas.microsoft.com/office/drawing/2014/main" id="{4C5F5DB5-4005-FC7C-6757-529C7D2FDD30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48" name="직선 연결선 247">
                  <a:extLst>
                    <a:ext uri="{FF2B5EF4-FFF2-40B4-BE49-F238E27FC236}">
                      <a16:creationId xmlns:a16="http://schemas.microsoft.com/office/drawing/2014/main" id="{AAD442E8-5822-54E4-D92A-F1FF2F268F8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9BEFDCB3-7859-6738-CC57-8C309B8C586A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46" name="사각형: 둥근 모서리 245">
                <a:extLst>
                  <a:ext uri="{FF2B5EF4-FFF2-40B4-BE49-F238E27FC236}">
                    <a16:creationId xmlns:a16="http://schemas.microsoft.com/office/drawing/2014/main" id="{783B62FE-62D9-9BC0-D8F4-08E7777C1D5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35DC16EE-9ECA-FD0C-C152-5097F4702307}"/>
              </a:ext>
            </a:extLst>
          </p:cNvPr>
          <p:cNvSpPr txBox="1"/>
          <p:nvPr/>
        </p:nvSpPr>
        <p:spPr>
          <a:xfrm>
            <a:off x="3533164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사회정서학습</a:t>
            </a:r>
            <a:r>
              <a:rPr lang="en-US" altLang="ko-KR" sz="900" b="1" dirty="0">
                <a:latin typeface="+mn-ea"/>
              </a:rPr>
              <a:t>(SEL) </a:t>
            </a:r>
            <a:r>
              <a:rPr lang="ko-KR" altLang="en-US" sz="900" b="1" dirty="0">
                <a:latin typeface="+mn-ea"/>
              </a:rPr>
              <a:t>기반 인성교육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학교와 가정을 연결하는 실천 방</a:t>
            </a:r>
            <a:r>
              <a:rPr lang="en-US" altLang="ko-KR" sz="900" b="1" dirty="0">
                <a:latin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D6BC691E-DBEC-BCBC-7B73-E816338E20DE}"/>
              </a:ext>
            </a:extLst>
          </p:cNvPr>
          <p:cNvGrpSpPr/>
          <p:nvPr/>
        </p:nvGrpSpPr>
        <p:grpSpPr>
          <a:xfrm>
            <a:off x="3589009" y="1278139"/>
            <a:ext cx="1865081" cy="889093"/>
            <a:chOff x="5617382" y="4110731"/>
            <a:chExt cx="1926053" cy="883141"/>
          </a:xfrm>
        </p:grpSpPr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784EA04F-AF44-8DAD-FA4C-F42C2E3EE5DA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016A1719-CC95-67A6-9905-B97738D6A7AE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D2F86B32-4F35-CD84-682B-24B96885E50E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32" name="그룹 331">
                <a:extLst>
                  <a:ext uri="{FF2B5EF4-FFF2-40B4-BE49-F238E27FC236}">
                    <a16:creationId xmlns:a16="http://schemas.microsoft.com/office/drawing/2014/main" id="{2BBC0A3C-1C73-D0F9-8EF6-D4713B85D146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43F3B432-3944-F043-29C8-7EDC23BFA03A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5" name="직선 연결선 334">
                  <a:extLst>
                    <a:ext uri="{FF2B5EF4-FFF2-40B4-BE49-F238E27FC236}">
                      <a16:creationId xmlns:a16="http://schemas.microsoft.com/office/drawing/2014/main" id="{9B1D909A-8AB1-6074-9D0B-733410227678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AE21D493-DECE-060C-E995-6253BE0A272F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3" name="사각형: 둥근 모서리 332">
                <a:extLst>
                  <a:ext uri="{FF2B5EF4-FFF2-40B4-BE49-F238E27FC236}">
                    <a16:creationId xmlns:a16="http://schemas.microsoft.com/office/drawing/2014/main" id="{3B12ACC3-7AC0-C452-A45F-B033EA3EDC7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8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4173E45C-ABA7-5863-649E-28EE87D89651}"/>
              </a:ext>
            </a:extLst>
          </p:cNvPr>
          <p:cNvGrpSpPr/>
          <p:nvPr/>
        </p:nvGrpSpPr>
        <p:grpSpPr>
          <a:xfrm>
            <a:off x="5648690" y="2671182"/>
            <a:ext cx="1852089" cy="294371"/>
            <a:chOff x="1574530" y="5182112"/>
            <a:chExt cx="1852089" cy="294371"/>
          </a:xfrm>
        </p:grpSpPr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CB56C6CF-F934-F03C-5920-0DC5AD49C6A9}"/>
                </a:ext>
              </a:extLst>
            </p:cNvPr>
            <p:cNvGrpSpPr/>
            <p:nvPr/>
          </p:nvGrpSpPr>
          <p:grpSpPr>
            <a:xfrm>
              <a:off x="1574530" y="5212223"/>
              <a:ext cx="149055" cy="149055"/>
              <a:chOff x="3355044" y="4097040"/>
              <a:chExt cx="467304" cy="467304"/>
            </a:xfrm>
          </p:grpSpPr>
          <p:sp>
            <p:nvSpPr>
              <p:cNvPr id="343" name="타원 342">
                <a:extLst>
                  <a:ext uri="{FF2B5EF4-FFF2-40B4-BE49-F238E27FC236}">
                    <a16:creationId xmlns:a16="http://schemas.microsoft.com/office/drawing/2014/main" id="{68EFFFA2-1AD5-D87D-A50A-BDB53C588FD5}"/>
                  </a:ext>
                </a:extLst>
              </p:cNvPr>
              <p:cNvSpPr/>
              <p:nvPr/>
            </p:nvSpPr>
            <p:spPr>
              <a:xfrm>
                <a:off x="3406827" y="4149711"/>
                <a:ext cx="361950" cy="3619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44" name="그림 343">
                <a:extLst>
                  <a:ext uri="{FF2B5EF4-FFF2-40B4-BE49-F238E27FC236}">
                    <a16:creationId xmlns:a16="http://schemas.microsoft.com/office/drawing/2014/main" id="{AA074CC3-71C0-B9A1-D645-57920A88B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039" y="4097035"/>
                <a:ext cx="467303" cy="467303"/>
              </a:xfrm>
              <a:prstGeom prst="rect">
                <a:avLst/>
              </a:prstGeom>
            </p:spPr>
          </p:pic>
        </p:grpSp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3338E6B8-DECC-3704-CDE4-0165BFBC2874}"/>
                </a:ext>
              </a:extLst>
            </p:cNvPr>
            <p:cNvGrpSpPr/>
            <p:nvPr/>
          </p:nvGrpSpPr>
          <p:grpSpPr>
            <a:xfrm>
              <a:off x="1574530" y="5182112"/>
              <a:ext cx="1852089" cy="294371"/>
              <a:chOff x="1574530" y="5182112"/>
              <a:chExt cx="1852089" cy="294371"/>
            </a:xfrm>
          </p:grpSpPr>
          <p:sp>
            <p:nvSpPr>
              <p:cNvPr id="340" name="모서리가 둥근 직사각형 10">
                <a:extLst>
                  <a:ext uri="{FF2B5EF4-FFF2-40B4-BE49-F238E27FC236}">
                    <a16:creationId xmlns:a16="http://schemas.microsoft.com/office/drawing/2014/main" id="{BC505154-62BB-51CC-7A0F-EADE145B7C83}"/>
                  </a:ext>
                </a:extLst>
              </p:cNvPr>
              <p:cNvSpPr/>
              <p:nvPr/>
            </p:nvSpPr>
            <p:spPr>
              <a:xfrm>
                <a:off x="1574530" y="5410931"/>
                <a:ext cx="1852089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모서리가 둥근 직사각형 46">
                <a:extLst>
                  <a:ext uri="{FF2B5EF4-FFF2-40B4-BE49-F238E27FC236}">
                    <a16:creationId xmlns:a16="http://schemas.microsoft.com/office/drawing/2014/main" id="{CE2F1D4F-8CEE-452A-C310-184F1B6A961C}"/>
                  </a:ext>
                </a:extLst>
              </p:cNvPr>
              <p:cNvSpPr/>
              <p:nvPr/>
            </p:nvSpPr>
            <p:spPr>
              <a:xfrm>
                <a:off x="1574531" y="5410931"/>
                <a:ext cx="230539" cy="65552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EA92E254-4A7A-7A06-939F-BEC5B2960803}"/>
                  </a:ext>
                </a:extLst>
              </p:cNvPr>
              <p:cNvSpPr txBox="1"/>
              <p:nvPr/>
            </p:nvSpPr>
            <p:spPr>
              <a:xfrm>
                <a:off x="1685360" y="5182112"/>
                <a:ext cx="1725572" cy="215444"/>
              </a:xfrm>
              <a:prstGeom prst="rect">
                <a:avLst/>
              </a:prstGeom>
              <a:noFill/>
            </p:spPr>
            <p:txBody>
              <a:bodyPr wrap="square" lIns="72000" rIns="72000" rtlCol="0" anchor="ctr">
                <a:spAutoFit/>
              </a:bodyPr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학습중</a:t>
                </a:r>
                <a:endParaRPr lang="ko-KR" altLang="en-US" sz="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52FB5C28-AFE8-D6E6-B13B-E8B31F7DF084}"/>
              </a:ext>
            </a:extLst>
          </p:cNvPr>
          <p:cNvGrpSpPr/>
          <p:nvPr/>
        </p:nvGrpSpPr>
        <p:grpSpPr>
          <a:xfrm>
            <a:off x="1574528" y="2666819"/>
            <a:ext cx="1925304" cy="298734"/>
            <a:chOff x="1574528" y="5177749"/>
            <a:chExt cx="1925304" cy="298734"/>
          </a:xfrm>
        </p:grpSpPr>
        <p:sp>
          <p:nvSpPr>
            <p:cNvPr id="346" name="타원 345">
              <a:extLst>
                <a:ext uri="{FF2B5EF4-FFF2-40B4-BE49-F238E27FC236}">
                  <a16:creationId xmlns:a16="http://schemas.microsoft.com/office/drawing/2014/main" id="{401ED574-C8A9-83D6-9995-BDE156044AA1}"/>
                </a:ext>
              </a:extLst>
            </p:cNvPr>
            <p:cNvSpPr/>
            <p:nvPr/>
          </p:nvSpPr>
          <p:spPr>
            <a:xfrm>
              <a:off x="1591047" y="5229023"/>
              <a:ext cx="115450" cy="11545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7" name="그림 346">
              <a:extLst>
                <a:ext uri="{FF2B5EF4-FFF2-40B4-BE49-F238E27FC236}">
                  <a16:creationId xmlns:a16="http://schemas.microsoft.com/office/drawing/2014/main" id="{0D888E6A-AF6C-BD17-026F-6BC73D12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528" y="5212221"/>
              <a:ext cx="149055" cy="149055"/>
            </a:xfrm>
            <a:prstGeom prst="rect">
              <a:avLst/>
            </a:prstGeom>
          </p:spPr>
        </p:pic>
        <p:sp>
          <p:nvSpPr>
            <p:cNvPr id="348" name="모서리가 둥근 직사각형 10">
              <a:extLst>
                <a:ext uri="{FF2B5EF4-FFF2-40B4-BE49-F238E27FC236}">
                  <a16:creationId xmlns:a16="http://schemas.microsoft.com/office/drawing/2014/main" id="{C91CB5C3-979B-D6CF-FD05-0BD8427D13AF}"/>
                </a:ext>
              </a:extLst>
            </p:cNvPr>
            <p:cNvSpPr/>
            <p:nvPr/>
          </p:nvSpPr>
          <p:spPr>
            <a:xfrm>
              <a:off x="1574530" y="5410931"/>
              <a:ext cx="1852089" cy="655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" name="모서리가 둥근 직사각형 46">
              <a:extLst>
                <a:ext uri="{FF2B5EF4-FFF2-40B4-BE49-F238E27FC236}">
                  <a16:creationId xmlns:a16="http://schemas.microsoft.com/office/drawing/2014/main" id="{428336A4-52CA-D6C6-D356-7E7AB89A10CA}"/>
                </a:ext>
              </a:extLst>
            </p:cNvPr>
            <p:cNvSpPr/>
            <p:nvPr/>
          </p:nvSpPr>
          <p:spPr>
            <a:xfrm>
              <a:off x="1574531" y="5410931"/>
              <a:ext cx="1334213" cy="6555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6E6450DF-AC7B-A59D-69C8-F4CDD58B4FD6}"/>
                </a:ext>
              </a:extLst>
            </p:cNvPr>
            <p:cNvSpPr txBox="1"/>
            <p:nvPr/>
          </p:nvSpPr>
          <p:spPr>
            <a:xfrm>
              <a:off x="1685360" y="5182112"/>
              <a:ext cx="1725572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+mn-ea"/>
                  <a:ea typeface="+mn-ea"/>
                </a:rPr>
                <a:t>학습중</a:t>
              </a:r>
              <a:endParaRPr lang="ko-KR" altLang="en-US" sz="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2864DEE-5CB5-80B9-9C5D-19473B0291EC}"/>
                </a:ext>
              </a:extLst>
            </p:cNvPr>
            <p:cNvSpPr txBox="1"/>
            <p:nvPr/>
          </p:nvSpPr>
          <p:spPr>
            <a:xfrm>
              <a:off x="2908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4/6 (67%)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B84BCF30-2DA6-11CC-2527-9CB57F6C5FA2}"/>
              </a:ext>
            </a:extLst>
          </p:cNvPr>
          <p:cNvGrpSpPr/>
          <p:nvPr/>
        </p:nvGrpSpPr>
        <p:grpSpPr>
          <a:xfrm>
            <a:off x="3610604" y="2666819"/>
            <a:ext cx="1921228" cy="298734"/>
            <a:chOff x="3610604" y="5177749"/>
            <a:chExt cx="1921228" cy="298734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A078FECB-DEA3-A48E-8EB4-D70BB7574219}"/>
                </a:ext>
              </a:extLst>
            </p:cNvPr>
            <p:cNvGrpSpPr/>
            <p:nvPr/>
          </p:nvGrpSpPr>
          <p:grpSpPr>
            <a:xfrm>
              <a:off x="3610604" y="5182112"/>
              <a:ext cx="1852089" cy="294371"/>
              <a:chOff x="1574530" y="5182112"/>
              <a:chExt cx="1852089" cy="294371"/>
            </a:xfrm>
          </p:grpSpPr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36BCAA8-6BCF-1640-FD86-2F963A7F4531}"/>
                  </a:ext>
                </a:extLst>
              </p:cNvPr>
              <p:cNvGrpSpPr/>
              <p:nvPr/>
            </p:nvGrpSpPr>
            <p:grpSpPr>
              <a:xfrm>
                <a:off x="1574530" y="5212223"/>
                <a:ext cx="149055" cy="149055"/>
                <a:chOff x="3355044" y="4097040"/>
                <a:chExt cx="467304" cy="467304"/>
              </a:xfrm>
            </p:grpSpPr>
            <p:sp>
              <p:nvSpPr>
                <p:cNvPr id="360" name="타원 359">
                  <a:extLst>
                    <a:ext uri="{FF2B5EF4-FFF2-40B4-BE49-F238E27FC236}">
                      <a16:creationId xmlns:a16="http://schemas.microsoft.com/office/drawing/2014/main" id="{482F4523-F0C3-B641-4D98-10BFAB5485CD}"/>
                    </a:ext>
                  </a:extLst>
                </p:cNvPr>
                <p:cNvSpPr/>
                <p:nvPr/>
              </p:nvSpPr>
              <p:spPr>
                <a:xfrm>
                  <a:off x="3406827" y="4149711"/>
                  <a:ext cx="361950" cy="36195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61" name="그림 360">
                  <a:extLst>
                    <a:ext uri="{FF2B5EF4-FFF2-40B4-BE49-F238E27FC236}">
                      <a16:creationId xmlns:a16="http://schemas.microsoft.com/office/drawing/2014/main" id="{BE938166-A3E1-5C6F-5836-A7C086B11C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55039" y="4097035"/>
                  <a:ext cx="467303" cy="467303"/>
                </a:xfrm>
                <a:prstGeom prst="rect">
                  <a:avLst/>
                </a:prstGeom>
              </p:spPr>
            </p:pic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B3308979-FFC8-17F0-5085-E3A592DE3CE3}"/>
                  </a:ext>
                </a:extLst>
              </p:cNvPr>
              <p:cNvGrpSpPr/>
              <p:nvPr/>
            </p:nvGrpSpPr>
            <p:grpSpPr>
              <a:xfrm>
                <a:off x="1574530" y="5182112"/>
                <a:ext cx="1852089" cy="294371"/>
                <a:chOff x="1574530" y="5182112"/>
                <a:chExt cx="1852089" cy="294371"/>
              </a:xfrm>
            </p:grpSpPr>
            <p:sp>
              <p:nvSpPr>
                <p:cNvPr id="357" name="모서리가 둥근 직사각형 10">
                  <a:extLst>
                    <a:ext uri="{FF2B5EF4-FFF2-40B4-BE49-F238E27FC236}">
                      <a16:creationId xmlns:a16="http://schemas.microsoft.com/office/drawing/2014/main" id="{65E6438C-3212-C9BD-0E74-18CDC2EA1DC6}"/>
                    </a:ext>
                  </a:extLst>
                </p:cNvPr>
                <p:cNvSpPr/>
                <p:nvPr/>
              </p:nvSpPr>
              <p:spPr>
                <a:xfrm>
                  <a:off x="1574530" y="5410931"/>
                  <a:ext cx="1852089" cy="6555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8" name="모서리가 둥근 직사각형 46">
                  <a:extLst>
                    <a:ext uri="{FF2B5EF4-FFF2-40B4-BE49-F238E27FC236}">
                      <a16:creationId xmlns:a16="http://schemas.microsoft.com/office/drawing/2014/main" id="{1FF4772A-A678-2BF2-69F3-9736EE71B689}"/>
                    </a:ext>
                  </a:extLst>
                </p:cNvPr>
                <p:cNvSpPr/>
                <p:nvPr/>
              </p:nvSpPr>
              <p:spPr>
                <a:xfrm>
                  <a:off x="1574531" y="5410931"/>
                  <a:ext cx="380370" cy="65552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C430ED07-5735-E434-1015-41470DF7CE3E}"/>
                    </a:ext>
                  </a:extLst>
                </p:cNvPr>
                <p:cNvSpPr txBox="1"/>
                <p:nvPr/>
              </p:nvSpPr>
              <p:spPr>
                <a:xfrm>
                  <a:off x="1685360" y="5182112"/>
                  <a:ext cx="1725572" cy="215444"/>
                </a:xfrm>
                <a:prstGeom prst="rect">
                  <a:avLst/>
                </a:prstGeom>
                <a:noFill/>
              </p:spPr>
              <p:txBody>
                <a:bodyPr wrap="square" lIns="72000" rIns="72000" rtlCol="0" anchor="ctr">
                  <a:spAutoFit/>
                </a:bodyPr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  <a:latin typeface="+mn-ea"/>
                      <a:ea typeface="+mn-ea"/>
                    </a:rPr>
                    <a:t>학습중</a:t>
                  </a:r>
                  <a:endParaRPr lang="ko-KR" altLang="en-US" sz="8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075CF3F2-C015-EB16-A80F-D13F709B205B}"/>
                </a:ext>
              </a:extLst>
            </p:cNvPr>
            <p:cNvSpPr txBox="1"/>
            <p:nvPr/>
          </p:nvSpPr>
          <p:spPr>
            <a:xfrm>
              <a:off x="4940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2/8 (25%)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9B4AEB95-1FEA-937F-E295-98CE5E658FAC}"/>
              </a:ext>
            </a:extLst>
          </p:cNvPr>
          <p:cNvSpPr txBox="1"/>
          <p:nvPr/>
        </p:nvSpPr>
        <p:spPr>
          <a:xfrm>
            <a:off x="6966394" y="2666819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1/5 (20%)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A0945393-498D-906E-3FA0-1F1F555F2DD5}"/>
              </a:ext>
            </a:extLst>
          </p:cNvPr>
          <p:cNvGrpSpPr/>
          <p:nvPr/>
        </p:nvGrpSpPr>
        <p:grpSpPr>
          <a:xfrm>
            <a:off x="7683865" y="2666819"/>
            <a:ext cx="1911967" cy="298734"/>
            <a:chOff x="7683865" y="5177749"/>
            <a:chExt cx="1911967" cy="298734"/>
          </a:xfrm>
        </p:grpSpPr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1C33CD8B-C38D-5107-6BFC-7E92002D76B5}"/>
                </a:ext>
              </a:extLst>
            </p:cNvPr>
            <p:cNvGrpSpPr/>
            <p:nvPr/>
          </p:nvGrpSpPr>
          <p:grpSpPr>
            <a:xfrm>
              <a:off x="7683865" y="5212223"/>
              <a:ext cx="149055" cy="149055"/>
              <a:chOff x="3355044" y="4097040"/>
              <a:chExt cx="467304" cy="467304"/>
            </a:xfrm>
          </p:grpSpPr>
          <p:sp>
            <p:nvSpPr>
              <p:cNvPr id="370" name="타원 369">
                <a:extLst>
                  <a:ext uri="{FF2B5EF4-FFF2-40B4-BE49-F238E27FC236}">
                    <a16:creationId xmlns:a16="http://schemas.microsoft.com/office/drawing/2014/main" id="{EC016D67-7210-811C-1DFE-6132CE4289B1}"/>
                  </a:ext>
                </a:extLst>
              </p:cNvPr>
              <p:cNvSpPr/>
              <p:nvPr/>
            </p:nvSpPr>
            <p:spPr>
              <a:xfrm>
                <a:off x="3406827" y="4149711"/>
                <a:ext cx="361950" cy="3619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71" name="그림 370">
                <a:extLst>
                  <a:ext uri="{FF2B5EF4-FFF2-40B4-BE49-F238E27FC236}">
                    <a16:creationId xmlns:a16="http://schemas.microsoft.com/office/drawing/2014/main" id="{56C0FE29-9362-4F7D-1FDB-F0920C530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039" y="4097035"/>
                <a:ext cx="467303" cy="467303"/>
              </a:xfrm>
              <a:prstGeom prst="rect">
                <a:avLst/>
              </a:prstGeom>
            </p:spPr>
          </p:pic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B0F9A2E2-F472-B02A-2297-263C9FF98702}"/>
                </a:ext>
              </a:extLst>
            </p:cNvPr>
            <p:cNvGrpSpPr/>
            <p:nvPr/>
          </p:nvGrpSpPr>
          <p:grpSpPr>
            <a:xfrm>
              <a:off x="7683865" y="5182112"/>
              <a:ext cx="1852089" cy="294371"/>
              <a:chOff x="1574530" y="5182112"/>
              <a:chExt cx="1852089" cy="294371"/>
            </a:xfrm>
          </p:grpSpPr>
          <p:sp>
            <p:nvSpPr>
              <p:cNvPr id="367" name="모서리가 둥근 직사각형 10">
                <a:extLst>
                  <a:ext uri="{FF2B5EF4-FFF2-40B4-BE49-F238E27FC236}">
                    <a16:creationId xmlns:a16="http://schemas.microsoft.com/office/drawing/2014/main" id="{7BDB3CB6-26D4-5B2F-A077-1557354F9B24}"/>
                  </a:ext>
                </a:extLst>
              </p:cNvPr>
              <p:cNvSpPr/>
              <p:nvPr/>
            </p:nvSpPr>
            <p:spPr>
              <a:xfrm>
                <a:off x="1574530" y="5410931"/>
                <a:ext cx="1852089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8" name="모서리가 둥근 직사각형 46">
                <a:extLst>
                  <a:ext uri="{FF2B5EF4-FFF2-40B4-BE49-F238E27FC236}">
                    <a16:creationId xmlns:a16="http://schemas.microsoft.com/office/drawing/2014/main" id="{8993A108-8851-167B-1E33-E0AB0029BB9A}"/>
                  </a:ext>
                </a:extLst>
              </p:cNvPr>
              <p:cNvSpPr/>
              <p:nvPr/>
            </p:nvSpPr>
            <p:spPr>
              <a:xfrm>
                <a:off x="1574531" y="5410931"/>
                <a:ext cx="958484" cy="6555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1E8BD4BC-EFDA-905B-1065-A98772344C6F}"/>
                  </a:ext>
                </a:extLst>
              </p:cNvPr>
              <p:cNvSpPr txBox="1"/>
              <p:nvPr/>
            </p:nvSpPr>
            <p:spPr>
              <a:xfrm>
                <a:off x="1685360" y="5182112"/>
                <a:ext cx="1725572" cy="215444"/>
              </a:xfrm>
              <a:prstGeom prst="rect">
                <a:avLst/>
              </a:prstGeom>
              <a:noFill/>
            </p:spPr>
            <p:txBody>
              <a:bodyPr wrap="square" lIns="72000" rIns="72000" rtlCol="0" anchor="ctr">
                <a:spAutoFit/>
              </a:bodyPr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학습중</a:t>
                </a:r>
                <a:endParaRPr lang="ko-KR" altLang="en-US" sz="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3E4EE58F-B6AE-3B05-FF4C-D8309F924EE8}"/>
                </a:ext>
              </a:extLst>
            </p:cNvPr>
            <p:cNvSpPr txBox="1"/>
            <p:nvPr/>
          </p:nvSpPr>
          <p:spPr>
            <a:xfrm>
              <a:off x="9004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2/4 (50%)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5E91FE91-B1CB-9306-1AC2-2499007ACB4B}"/>
              </a:ext>
            </a:extLst>
          </p:cNvPr>
          <p:cNvGrpSpPr/>
          <p:nvPr/>
        </p:nvGrpSpPr>
        <p:grpSpPr>
          <a:xfrm>
            <a:off x="7596487" y="3915668"/>
            <a:ext cx="1988878" cy="1425311"/>
            <a:chOff x="7596487" y="4128064"/>
            <a:chExt cx="1988878" cy="1425311"/>
          </a:xfrm>
        </p:grpSpPr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E0A61ACE-D2F4-3B87-0560-22590CC5B06E}"/>
                </a:ext>
              </a:extLst>
            </p:cNvPr>
            <p:cNvSpPr txBox="1"/>
            <p:nvPr/>
          </p:nvSpPr>
          <p:spPr>
            <a:xfrm>
              <a:off x="759648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학교자율시간 편성</a:t>
              </a:r>
              <a:r>
                <a:rPr lang="en-US" altLang="ko-KR" sz="900" b="1" dirty="0">
                  <a:latin typeface="+mn-ea"/>
                  <a:ea typeface="+mn-ea"/>
                </a:rPr>
                <a:t>·</a:t>
              </a:r>
              <a:r>
                <a:rPr lang="ko-KR" altLang="en-US" sz="900" b="1" dirty="0">
                  <a:latin typeface="+mn-ea"/>
                  <a:ea typeface="+mn-ea"/>
                </a:rPr>
                <a:t>운영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우리 학교에 맞는 교육과정 재구성 사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2025-12-15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완료</a:t>
              </a:r>
            </a:p>
          </p:txBody>
        </p:sp>
        <p:grpSp>
          <p:nvGrpSpPr>
            <p:cNvPr id="374" name="그룹 373">
              <a:extLst>
                <a:ext uri="{FF2B5EF4-FFF2-40B4-BE49-F238E27FC236}">
                  <a16:creationId xmlns:a16="http://schemas.microsoft.com/office/drawing/2014/main" id="{2D11FBDA-3B7D-3278-F233-6E4DC4A5CF3B}"/>
                </a:ext>
              </a:extLst>
            </p:cNvPr>
            <p:cNvGrpSpPr/>
            <p:nvPr/>
          </p:nvGrpSpPr>
          <p:grpSpPr>
            <a:xfrm>
              <a:off x="7652332" y="4128064"/>
              <a:ext cx="1865081" cy="889093"/>
              <a:chOff x="5617382" y="4110731"/>
              <a:chExt cx="1926053" cy="883141"/>
            </a:xfrm>
          </p:grpSpPr>
          <p:sp>
            <p:nvSpPr>
              <p:cNvPr id="375" name="직사각형 374">
                <a:extLst>
                  <a:ext uri="{FF2B5EF4-FFF2-40B4-BE49-F238E27FC236}">
                    <a16:creationId xmlns:a16="http://schemas.microsoft.com/office/drawing/2014/main" id="{6968B2B0-B5DD-9EA1-4544-BD3CE1472D7B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76" name="그룹 375">
                <a:extLst>
                  <a:ext uri="{FF2B5EF4-FFF2-40B4-BE49-F238E27FC236}">
                    <a16:creationId xmlns:a16="http://schemas.microsoft.com/office/drawing/2014/main" id="{64E4F843-00AF-89EB-0FAB-4A839C7834BD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7" name="직사각형 376">
                  <a:extLst>
                    <a:ext uri="{FF2B5EF4-FFF2-40B4-BE49-F238E27FC236}">
                      <a16:creationId xmlns:a16="http://schemas.microsoft.com/office/drawing/2014/main" id="{09F472C4-636E-ACBE-6FAE-8B57BD25892A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2C3B91B1-09DA-876C-0AAA-485EEBDE97A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380" name="직선 연결선 379">
                    <a:extLst>
                      <a:ext uri="{FF2B5EF4-FFF2-40B4-BE49-F238E27FC236}">
                        <a16:creationId xmlns:a16="http://schemas.microsoft.com/office/drawing/2014/main" id="{EB6717E0-F0A4-0E7C-3EB0-592F0EA537D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81" name="직선 연결선 380">
                    <a:extLst>
                      <a:ext uri="{FF2B5EF4-FFF2-40B4-BE49-F238E27FC236}">
                        <a16:creationId xmlns:a16="http://schemas.microsoft.com/office/drawing/2014/main" id="{C83DBF44-CE65-46ED-C22F-F79B7CAFD387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1DBB4502-580A-81F6-B0C6-132C6CB92A3F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79" name="사각형: 둥근 모서리 378">
                  <a:extLst>
                    <a:ext uri="{FF2B5EF4-FFF2-40B4-BE49-F238E27FC236}">
                      <a16:creationId xmlns:a16="http://schemas.microsoft.com/office/drawing/2014/main" id="{1420D06D-7980-4682-68E3-355801E55864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10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83" name="그룹 382">
            <a:extLst>
              <a:ext uri="{FF2B5EF4-FFF2-40B4-BE49-F238E27FC236}">
                <a16:creationId xmlns:a16="http://schemas.microsoft.com/office/drawing/2014/main" id="{98991712-CB79-D88A-B75A-1784D518359B}"/>
              </a:ext>
            </a:extLst>
          </p:cNvPr>
          <p:cNvGrpSpPr/>
          <p:nvPr/>
        </p:nvGrpSpPr>
        <p:grpSpPr>
          <a:xfrm>
            <a:off x="5567144" y="3915668"/>
            <a:ext cx="1988878" cy="1425311"/>
            <a:chOff x="3533557" y="4128064"/>
            <a:chExt cx="1988878" cy="1425311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925CABFA-32BC-FAB9-82DA-3FF20529CCD3}"/>
                </a:ext>
              </a:extLst>
            </p:cNvPr>
            <p:cNvSpPr txBox="1"/>
            <p:nvPr/>
          </p:nvSpPr>
          <p:spPr>
            <a:xfrm>
              <a:off x="353355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수업 중 예상치 못한 돌발상황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현장 경험 교사들의 실제 대처 사례 모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2025-12-18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완료</a:t>
              </a:r>
            </a:p>
          </p:txBody>
        </p: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CA8DE621-ED6E-D657-EB8A-2C94764B2B5B}"/>
                </a:ext>
              </a:extLst>
            </p:cNvPr>
            <p:cNvGrpSpPr/>
            <p:nvPr/>
          </p:nvGrpSpPr>
          <p:grpSpPr>
            <a:xfrm>
              <a:off x="3589402" y="4128064"/>
              <a:ext cx="1865081" cy="889093"/>
              <a:chOff x="5617382" y="4110731"/>
              <a:chExt cx="1926053" cy="883141"/>
            </a:xfrm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8D68C387-82A0-A238-2C59-5DFFFEE23D90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722E8BB9-B3A7-AD26-00BA-321C3DFEEA34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88" name="직사각형 387">
                  <a:extLst>
                    <a:ext uri="{FF2B5EF4-FFF2-40B4-BE49-F238E27FC236}">
                      <a16:creationId xmlns:a16="http://schemas.microsoft.com/office/drawing/2014/main" id="{45E7A510-FA91-6750-EAE9-1AFEF940B2C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9" name="그룹 388">
                  <a:extLst>
                    <a:ext uri="{FF2B5EF4-FFF2-40B4-BE49-F238E27FC236}">
                      <a16:creationId xmlns:a16="http://schemas.microsoft.com/office/drawing/2014/main" id="{3C88B2BD-2AEF-FA43-A6DE-FEF8420C264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391" name="직선 연결선 390">
                    <a:extLst>
                      <a:ext uri="{FF2B5EF4-FFF2-40B4-BE49-F238E27FC236}">
                        <a16:creationId xmlns:a16="http://schemas.microsoft.com/office/drawing/2014/main" id="{35B8D6E5-1CA7-5FE1-52A9-E8A48C9F74C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92" name="직선 연결선 391">
                    <a:extLst>
                      <a:ext uri="{FF2B5EF4-FFF2-40B4-BE49-F238E27FC236}">
                        <a16:creationId xmlns:a16="http://schemas.microsoft.com/office/drawing/2014/main" id="{B0F98331-E8E8-DEEC-DCB7-9F5D3B8586B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93" name="TextBox 392">
                    <a:extLst>
                      <a:ext uri="{FF2B5EF4-FFF2-40B4-BE49-F238E27FC236}">
                        <a16:creationId xmlns:a16="http://schemas.microsoft.com/office/drawing/2014/main" id="{C68C4081-D0CE-7619-0F75-0EE687B4CA0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90" name="사각형: 둥근 모서리 389">
                  <a:extLst>
                    <a:ext uri="{FF2B5EF4-FFF2-40B4-BE49-F238E27FC236}">
                      <a16:creationId xmlns:a16="http://schemas.microsoft.com/office/drawing/2014/main" id="{D2842128-B0A5-447D-97B1-D8D09DFF861D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8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94" name="그룹 393">
            <a:extLst>
              <a:ext uri="{FF2B5EF4-FFF2-40B4-BE49-F238E27FC236}">
                <a16:creationId xmlns:a16="http://schemas.microsoft.com/office/drawing/2014/main" id="{3487FECD-7850-93BA-0E7C-7DC5B11489C9}"/>
              </a:ext>
            </a:extLst>
          </p:cNvPr>
          <p:cNvGrpSpPr/>
          <p:nvPr/>
        </p:nvGrpSpPr>
        <p:grpSpPr>
          <a:xfrm>
            <a:off x="1555479" y="3082978"/>
            <a:ext cx="7956000" cy="308244"/>
            <a:chOff x="1409337" y="3497166"/>
            <a:chExt cx="7452000" cy="308244"/>
          </a:xfrm>
        </p:grpSpPr>
        <p:cxnSp>
          <p:nvCxnSpPr>
            <p:cNvPr id="395" name="직선 연결선 394">
              <a:extLst>
                <a:ext uri="{FF2B5EF4-FFF2-40B4-BE49-F238E27FC236}">
                  <a16:creationId xmlns:a16="http://schemas.microsoft.com/office/drawing/2014/main" id="{02F7D7FF-6535-A1F9-EACE-2D120F82154E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사각형: 둥근 모서리 395">
              <a:extLst>
                <a:ext uri="{FF2B5EF4-FFF2-40B4-BE49-F238E27FC236}">
                  <a16:creationId xmlns:a16="http://schemas.microsoft.com/office/drawing/2014/main" id="{3155DC38-3334-D8E0-4CDE-9FA329BF53A8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1B6388D7-361A-20A2-57BE-E3833048FFAC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B07F4FEF-AF3D-C574-DDC6-03C5025EBD1A}"/>
              </a:ext>
            </a:extLst>
          </p:cNvPr>
          <p:cNvGrpSpPr/>
          <p:nvPr/>
        </p:nvGrpSpPr>
        <p:grpSpPr>
          <a:xfrm>
            <a:off x="3536720" y="3915668"/>
            <a:ext cx="1988878" cy="1425311"/>
            <a:chOff x="7596487" y="4128064"/>
            <a:chExt cx="1988878" cy="1425311"/>
          </a:xfrm>
        </p:grpSpPr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9C180DD7-FB9F-D72E-647E-6DA4A36DE3DE}"/>
                </a:ext>
              </a:extLst>
            </p:cNvPr>
            <p:cNvSpPr txBox="1"/>
            <p:nvPr/>
          </p:nvSpPr>
          <p:spPr>
            <a:xfrm>
              <a:off x="759648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b="1" dirty="0">
                  <a:latin typeface="+mn-ea"/>
                </a:rPr>
                <a:t>2022 </a:t>
              </a:r>
              <a:r>
                <a:rPr lang="ko-KR" altLang="en-US" sz="900" b="1" dirty="0">
                  <a:latin typeface="+mn-ea"/>
                </a:rPr>
                <a:t>개정 교육과정</a:t>
              </a:r>
              <a:r>
                <a:rPr lang="en-US" altLang="ko-KR" sz="900" b="1" dirty="0">
                  <a:latin typeface="+mn-ea"/>
                </a:rPr>
                <a:t>, </a:t>
              </a:r>
              <a:r>
                <a:rPr lang="ko-KR" altLang="en-US" sz="900" b="1" dirty="0">
                  <a:latin typeface="+mn-ea"/>
                </a:rPr>
                <a:t>현장 교사가 꼭 알아야 할 핵심 변화와 적용 </a:t>
              </a:r>
              <a:r>
                <a:rPr lang="en-US" altLang="ko-KR" sz="900" b="1" dirty="0">
                  <a:latin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2025-12-15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완료</a:t>
              </a:r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AB126A77-E66C-3338-D392-6A3CB9777818}"/>
                </a:ext>
              </a:extLst>
            </p:cNvPr>
            <p:cNvGrpSpPr/>
            <p:nvPr/>
          </p:nvGrpSpPr>
          <p:grpSpPr>
            <a:xfrm>
              <a:off x="7652332" y="4128064"/>
              <a:ext cx="1865081" cy="889093"/>
              <a:chOff x="5617382" y="4110731"/>
              <a:chExt cx="1926053" cy="883141"/>
            </a:xfrm>
          </p:grpSpPr>
          <p:sp>
            <p:nvSpPr>
              <p:cNvPr id="401" name="직사각형 400">
                <a:extLst>
                  <a:ext uri="{FF2B5EF4-FFF2-40B4-BE49-F238E27FC236}">
                    <a16:creationId xmlns:a16="http://schemas.microsoft.com/office/drawing/2014/main" id="{60CDE73A-2495-BC55-A67D-E94D36964822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C60EDA52-2F06-5C01-1FDF-0836147E692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3D62DD1D-BBF9-4BF7-B278-1D33704E139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04" name="그룹 403">
                  <a:extLst>
                    <a:ext uri="{FF2B5EF4-FFF2-40B4-BE49-F238E27FC236}">
                      <a16:creationId xmlns:a16="http://schemas.microsoft.com/office/drawing/2014/main" id="{6DC91365-9EDC-22AC-3563-1061503D310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06" name="직선 연결선 405">
                    <a:extLst>
                      <a:ext uri="{FF2B5EF4-FFF2-40B4-BE49-F238E27FC236}">
                        <a16:creationId xmlns:a16="http://schemas.microsoft.com/office/drawing/2014/main" id="{215B83DE-5CC4-9FF5-D988-3AA1AFF5B6E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07" name="직선 연결선 406">
                    <a:extLst>
                      <a:ext uri="{FF2B5EF4-FFF2-40B4-BE49-F238E27FC236}">
                        <a16:creationId xmlns:a16="http://schemas.microsoft.com/office/drawing/2014/main" id="{F7FB94AE-2491-FA6D-A964-8B9B34619D6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08" name="TextBox 407">
                    <a:extLst>
                      <a:ext uri="{FF2B5EF4-FFF2-40B4-BE49-F238E27FC236}">
                        <a16:creationId xmlns:a16="http://schemas.microsoft.com/office/drawing/2014/main" id="{4388135D-941C-EA18-56A3-AD22393B06B7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5" name="사각형: 둥근 모서리 404">
                  <a:extLst>
                    <a:ext uri="{FF2B5EF4-FFF2-40B4-BE49-F238E27FC236}">
                      <a16:creationId xmlns:a16="http://schemas.microsoft.com/office/drawing/2014/main" id="{09822A92-D252-D9D1-38A3-5410A75C96D5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5B952B34-0AED-76C4-AAF1-B7B034BDC4D8}"/>
              </a:ext>
            </a:extLst>
          </p:cNvPr>
          <p:cNvGrpSpPr/>
          <p:nvPr/>
        </p:nvGrpSpPr>
        <p:grpSpPr>
          <a:xfrm>
            <a:off x="1507377" y="3915668"/>
            <a:ext cx="1988878" cy="1425311"/>
            <a:chOff x="3533557" y="4128064"/>
            <a:chExt cx="1988878" cy="1425311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BFF14DC6-CAF5-75B7-9DA3-54452CD008D4}"/>
                </a:ext>
              </a:extLst>
            </p:cNvPr>
            <p:cNvSpPr txBox="1"/>
            <p:nvPr/>
          </p:nvSpPr>
          <p:spPr>
            <a:xfrm>
              <a:off x="353355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</a:rPr>
                <a:t>학급 내 친구 갈등 상황 중재하기</a:t>
              </a:r>
              <a:r>
                <a:rPr lang="en-US" altLang="ko-KR" sz="900" b="1" dirty="0">
                  <a:latin typeface="+mn-ea"/>
                </a:rPr>
                <a:t>, </a:t>
              </a:r>
              <a:r>
                <a:rPr lang="ko-KR" altLang="en-US" sz="900" b="1" dirty="0">
                  <a:latin typeface="+mn-ea"/>
                </a:rPr>
                <a:t>또래 관계 회복을 돕는 교사의 역</a:t>
              </a:r>
              <a:r>
                <a:rPr lang="en-US" altLang="ko-KR" sz="900" b="1" dirty="0">
                  <a:latin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2025-12-18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완료</a:t>
              </a:r>
            </a:p>
          </p:txBody>
        </p:sp>
        <p:grpSp>
          <p:nvGrpSpPr>
            <p:cNvPr id="411" name="그룹 410">
              <a:extLst>
                <a:ext uri="{FF2B5EF4-FFF2-40B4-BE49-F238E27FC236}">
                  <a16:creationId xmlns:a16="http://schemas.microsoft.com/office/drawing/2014/main" id="{535A05CC-DA3D-3974-CBFF-2D5A520784B2}"/>
                </a:ext>
              </a:extLst>
            </p:cNvPr>
            <p:cNvGrpSpPr/>
            <p:nvPr/>
          </p:nvGrpSpPr>
          <p:grpSpPr>
            <a:xfrm>
              <a:off x="3589402" y="4128064"/>
              <a:ext cx="1865081" cy="889093"/>
              <a:chOff x="5617382" y="4110731"/>
              <a:chExt cx="1926053" cy="883141"/>
            </a:xfrm>
          </p:grpSpPr>
          <p:sp>
            <p:nvSpPr>
              <p:cNvPr id="412" name="직사각형 411">
                <a:extLst>
                  <a:ext uri="{FF2B5EF4-FFF2-40B4-BE49-F238E27FC236}">
                    <a16:creationId xmlns:a16="http://schemas.microsoft.com/office/drawing/2014/main" id="{C019AF44-4282-1A86-F505-C316A645C22C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13" name="그룹 412">
                <a:extLst>
                  <a:ext uri="{FF2B5EF4-FFF2-40B4-BE49-F238E27FC236}">
                    <a16:creationId xmlns:a16="http://schemas.microsoft.com/office/drawing/2014/main" id="{11831062-3307-7B05-57BB-8D292529EC2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14" name="직사각형 413">
                  <a:extLst>
                    <a:ext uri="{FF2B5EF4-FFF2-40B4-BE49-F238E27FC236}">
                      <a16:creationId xmlns:a16="http://schemas.microsoft.com/office/drawing/2014/main" id="{75F5F7CC-4B1F-E986-E851-BEDF02EB17B8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15" name="그룹 414">
                  <a:extLst>
                    <a:ext uri="{FF2B5EF4-FFF2-40B4-BE49-F238E27FC236}">
                      <a16:creationId xmlns:a16="http://schemas.microsoft.com/office/drawing/2014/main" id="{B411FA0F-21FD-D5CF-B34C-CBBC1F1B6010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7" name="직선 연결선 416">
                    <a:extLst>
                      <a:ext uri="{FF2B5EF4-FFF2-40B4-BE49-F238E27FC236}">
                        <a16:creationId xmlns:a16="http://schemas.microsoft.com/office/drawing/2014/main" id="{55B10345-C05A-B1F5-2188-1EBC69573A0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18" name="직선 연결선 417">
                    <a:extLst>
                      <a:ext uri="{FF2B5EF4-FFF2-40B4-BE49-F238E27FC236}">
                        <a16:creationId xmlns:a16="http://schemas.microsoft.com/office/drawing/2014/main" id="{36975BF6-3158-67F2-4FFF-E27D7E7C8F7A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19" name="TextBox 418">
                    <a:extLst>
                      <a:ext uri="{FF2B5EF4-FFF2-40B4-BE49-F238E27FC236}">
                        <a16:creationId xmlns:a16="http://schemas.microsoft.com/office/drawing/2014/main" id="{071CB3F3-0273-F0E8-680F-C0268CA91DA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16" name="사각형: 둥근 모서리 415">
                  <a:extLst>
                    <a:ext uri="{FF2B5EF4-FFF2-40B4-BE49-F238E27FC236}">
                      <a16:creationId xmlns:a16="http://schemas.microsoft.com/office/drawing/2014/main" id="{6F453EC9-CEA9-9EE6-50B1-B0963CDADEE6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4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420" name="타원 419">
            <a:extLst>
              <a:ext uri="{FF2B5EF4-FFF2-40B4-BE49-F238E27FC236}">
                <a16:creationId xmlns:a16="http://schemas.microsoft.com/office/drawing/2014/main" id="{23DF4416-B00C-9300-6785-FEE00C19FA25}"/>
              </a:ext>
            </a:extLst>
          </p:cNvPr>
          <p:cNvSpPr/>
          <p:nvPr/>
        </p:nvSpPr>
        <p:spPr>
          <a:xfrm>
            <a:off x="1407185" y="12645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" name="타원 420">
            <a:extLst>
              <a:ext uri="{FF2B5EF4-FFF2-40B4-BE49-F238E27FC236}">
                <a16:creationId xmlns:a16="http://schemas.microsoft.com/office/drawing/2014/main" id="{DE253B7C-B479-E4D7-292A-4CA48E6B1DAD}"/>
              </a:ext>
            </a:extLst>
          </p:cNvPr>
          <p:cNvSpPr/>
          <p:nvPr/>
        </p:nvSpPr>
        <p:spPr>
          <a:xfrm>
            <a:off x="1407185" y="390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2" name="그룹 421">
            <a:extLst>
              <a:ext uri="{FF2B5EF4-FFF2-40B4-BE49-F238E27FC236}">
                <a16:creationId xmlns:a16="http://schemas.microsoft.com/office/drawing/2014/main" id="{A63566F0-3B3C-9582-B196-05E65E5FEC66}"/>
              </a:ext>
            </a:extLst>
          </p:cNvPr>
          <p:cNvGrpSpPr/>
          <p:nvPr/>
        </p:nvGrpSpPr>
        <p:grpSpPr>
          <a:xfrm>
            <a:off x="1555479" y="5420957"/>
            <a:ext cx="7956000" cy="308244"/>
            <a:chOff x="1409337" y="3497166"/>
            <a:chExt cx="7452000" cy="308244"/>
          </a:xfrm>
        </p:grpSpPr>
        <p:cxnSp>
          <p:nvCxnSpPr>
            <p:cNvPr id="423" name="직선 연결선 422">
              <a:extLst>
                <a:ext uri="{FF2B5EF4-FFF2-40B4-BE49-F238E27FC236}">
                  <a16:creationId xmlns:a16="http://schemas.microsoft.com/office/drawing/2014/main" id="{49EDCE4B-615C-A01B-14EE-D7B8D973EB4B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사각형: 둥근 모서리 423">
              <a:extLst>
                <a:ext uri="{FF2B5EF4-FFF2-40B4-BE49-F238E27FC236}">
                  <a16:creationId xmlns:a16="http://schemas.microsoft.com/office/drawing/2014/main" id="{BF4A574F-296B-A0A3-EC0C-F046F3C5EE69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D190B072-126F-BA0B-C1AB-2CE41A115C1A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426" name="TextBox 425">
            <a:extLst>
              <a:ext uri="{FF2B5EF4-FFF2-40B4-BE49-F238E27FC236}">
                <a16:creationId xmlns:a16="http://schemas.microsoft.com/office/drawing/2014/main" id="{7983A6CA-64D3-E6E0-D050-7C21C2267BCF}"/>
              </a:ext>
            </a:extLst>
          </p:cNvPr>
          <p:cNvSpPr txBox="1"/>
          <p:nvPr/>
        </p:nvSpPr>
        <p:spPr>
          <a:xfrm>
            <a:off x="1467484" y="951425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진행중인 </a:t>
            </a:r>
            <a:r>
              <a:rPr lang="ko-KR" altLang="en-US" sz="10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C7B20EA6-D2F5-C8F9-FA59-123EB72D976F}"/>
              </a:ext>
            </a:extLst>
          </p:cNvPr>
          <p:cNvSpPr txBox="1"/>
          <p:nvPr/>
        </p:nvSpPr>
        <p:spPr>
          <a:xfrm>
            <a:off x="1467484" y="3593751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완료한 </a:t>
            </a:r>
            <a:r>
              <a:rPr lang="ko-KR" altLang="en-US" sz="10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18488CB1-7B2F-3E3A-F3C0-D7D81F88D530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507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B20E7D1-04CD-873A-98A5-0306E6C0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4FDA33BA-E193-88D3-ACAE-3E764BFE39B0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1F28482-A1B5-7E18-9DCB-2178AC71562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5A63C03-D712-52D4-07A6-93FCC556F31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C0DD016-6E36-334C-D0DE-4717A720C6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84978"/>
              </p:ext>
            </p:extLst>
          </p:nvPr>
        </p:nvGraphicFramePr>
        <p:xfrm>
          <a:off x="9655174" y="276226"/>
          <a:ext cx="2532687" cy="479905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만든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기본 정보 표시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내 모듈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역량태그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학습시간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담은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소개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대한 설명 텍스트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모듈 목록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 </a:t>
                      </a: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상세로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V-HCR-02-002)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1: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현재 학습 중인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진행률 </a:t>
                      </a:r>
                      <a:r>
                        <a:rPr lang="en-US" altLang="ko-KR" sz="800" dirty="0"/>
                        <a:t>(N/N, %) + </a:t>
                      </a:r>
                      <a:r>
                        <a:rPr lang="ko-KR" altLang="en-US" sz="800" dirty="0" err="1"/>
                        <a:t>프로그레스</a:t>
                      </a:r>
                      <a:r>
                        <a:rPr lang="ko-KR" altLang="en-US" sz="800" dirty="0"/>
                        <a:t> 바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이어서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플레이어 팝업 호출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 마지막 학습 위치로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2: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첫 번째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플레이어 팝업 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3: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완료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완료일 표시 진행률 </a:t>
                      </a:r>
                      <a:r>
                        <a:rPr lang="en-US" altLang="ko-KR" sz="800" dirty="0"/>
                        <a:t>100% </a:t>
                      </a:r>
                      <a:r>
                        <a:rPr lang="ko-KR" altLang="en-US" sz="800" dirty="0"/>
                        <a:t>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다시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</a:t>
                      </a:r>
                      <a:r>
                        <a:rPr lang="en-US" altLang="ko-KR" sz="800" dirty="0"/>
                        <a:t>(F-04-009) </a:t>
                      </a:r>
                      <a:r>
                        <a:rPr lang="ko-KR" altLang="en-US" sz="800" dirty="0"/>
                        <a:t>호출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59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8FF3F7-8BAB-28EE-476C-8B749F3631A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45B45-0FE3-6F75-6A33-DDB444615E8F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2693D-B8CA-306E-3F75-C172A0BB961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24455F-DABC-AD40-27E1-83F81CDD11D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C8FA1C-93FD-1F62-80F2-AEF59D5BA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88093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35249-4631-10DA-CE51-6049135D709D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483DFE-630C-DBEE-98B4-3E174D103AA1}"/>
              </a:ext>
            </a:extLst>
          </p:cNvPr>
          <p:cNvSpPr/>
          <p:nvPr/>
        </p:nvSpPr>
        <p:spPr bwMode="auto">
          <a:xfrm>
            <a:off x="1553093" y="873126"/>
            <a:ext cx="7953574" cy="15762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바탕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DD9BA49-799C-0B57-7B56-D773E19BAF58}"/>
              </a:ext>
            </a:extLst>
          </p:cNvPr>
          <p:cNvGrpSpPr/>
          <p:nvPr/>
        </p:nvGrpSpPr>
        <p:grpSpPr>
          <a:xfrm>
            <a:off x="1692273" y="989717"/>
            <a:ext cx="2809466" cy="1337543"/>
            <a:chOff x="5617382" y="4110731"/>
            <a:chExt cx="1928564" cy="88314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2FD028-4771-C384-12C7-F72D06BDD31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101C911-657D-5AD3-7BB7-1EC249A41FAC}"/>
                </a:ext>
              </a:extLst>
            </p:cNvPr>
            <p:cNvGrpSpPr/>
            <p:nvPr/>
          </p:nvGrpSpPr>
          <p:grpSpPr>
            <a:xfrm>
              <a:off x="5643207" y="4110731"/>
              <a:ext cx="1902739" cy="853414"/>
              <a:chOff x="5662257" y="4115456"/>
              <a:chExt cx="1828495" cy="820114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45CE786-1497-9761-2C20-0FD7655B473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3323137E-76D0-28BB-20C0-E7134FCB1D5A}"/>
                  </a:ext>
                </a:extLst>
              </p:cNvPr>
              <p:cNvGrpSpPr/>
              <p:nvPr/>
            </p:nvGrpSpPr>
            <p:grpSpPr>
              <a:xfrm>
                <a:off x="5662257" y="4115456"/>
                <a:ext cx="1828495" cy="812999"/>
                <a:chOff x="5642911" y="1570812"/>
                <a:chExt cx="1662434" cy="878264"/>
              </a:xfrm>
            </p:grpSpPr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E924ABBF-7BE0-07A7-6766-D7876BB554C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25B5530F-A45B-DE05-93DC-BF143530B8E1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3FB193E-22F3-D203-55E8-1C7C1AB0EC12}"/>
                    </a:ext>
                  </a:extLst>
                </p:cNvPr>
                <p:cNvSpPr txBox="1"/>
                <p:nvPr/>
              </p:nvSpPr>
              <p:spPr>
                <a:xfrm>
                  <a:off x="5656421" y="1900729"/>
                  <a:ext cx="1648924" cy="18403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15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1500" b="1" dirty="0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7867D29-60BE-84FE-B1DE-E3BF7342FCBF}"/>
              </a:ext>
            </a:extLst>
          </p:cNvPr>
          <p:cNvSpPr txBox="1"/>
          <p:nvPr/>
        </p:nvSpPr>
        <p:spPr>
          <a:xfrm>
            <a:off x="4639235" y="904840"/>
            <a:ext cx="4591247" cy="107721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latin typeface="+mn-ea"/>
                <a:ea typeface="+mn-ea"/>
              </a:rPr>
              <a:t>번아웃</a:t>
            </a:r>
            <a:r>
              <a:rPr lang="ko-KR" altLang="en-US" sz="1200" b="1" dirty="0">
                <a:latin typeface="+mn-ea"/>
                <a:ea typeface="+mn-ea"/>
              </a:rPr>
              <a:t> 없이 지속 가능한 교직 생활을 위한 마음 건강 관리</a:t>
            </a:r>
            <a:endParaRPr lang="en-US" altLang="ko-KR" sz="12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  <a:ea typeface="+mn-ea"/>
              </a:rPr>
              <a:t>김코칭</a:t>
            </a:r>
            <a:r>
              <a:rPr lang="ko-KR" altLang="en-US" sz="1000" dirty="0">
                <a:latin typeface="+mn-ea"/>
                <a:ea typeface="+mn-ea"/>
              </a:rPr>
              <a:t> 선생님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자기개발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0B3A4-5CCF-3BD4-AB9A-AE49CFDF54A8}"/>
              </a:ext>
            </a:extLst>
          </p:cNvPr>
          <p:cNvSpPr txBox="1"/>
          <p:nvPr/>
        </p:nvSpPr>
        <p:spPr>
          <a:xfrm>
            <a:off x="4627481" y="1770710"/>
            <a:ext cx="3409106" cy="601190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총 </a:t>
            </a:r>
            <a:r>
              <a:rPr lang="en-US" altLang="ko-KR" sz="1000" dirty="0">
                <a:latin typeface="+mn-ea"/>
                <a:ea typeface="+mn-ea"/>
              </a:rPr>
              <a:t>3</a:t>
            </a:r>
            <a:r>
              <a:rPr lang="ko-KR" altLang="en-US" sz="1000" dirty="0">
                <a:latin typeface="+mn-ea"/>
                <a:ea typeface="+mn-ea"/>
              </a:rPr>
              <a:t>개 콘텐츠 </a:t>
            </a:r>
            <a:r>
              <a:rPr lang="en-US" altLang="ko-KR" sz="1000" dirty="0">
                <a:latin typeface="+mn-ea"/>
                <a:ea typeface="+mn-ea"/>
              </a:rPr>
              <a:t>| 120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| 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latin typeface="+mn-ea"/>
                <a:ea typeface="+mn-ea"/>
              </a:rPr>
              <a:t>★★★★☆ 4.8 | 156</a:t>
            </a:r>
            <a:r>
              <a:rPr lang="ko-KR" altLang="en-US" sz="1000" dirty="0">
                <a:latin typeface="+mn-ea"/>
                <a:ea typeface="+mn-ea"/>
              </a:rPr>
              <a:t>명 완료 </a:t>
            </a:r>
            <a:r>
              <a:rPr lang="en-US" altLang="ko-KR" sz="1000" dirty="0">
                <a:latin typeface="+mn-ea"/>
                <a:ea typeface="+mn-ea"/>
              </a:rPr>
              <a:t>| </a:t>
            </a:r>
            <a:r>
              <a:rPr lang="en-US" altLang="ko-KR" sz="1000" dirty="0"/>
              <a:t>87</a:t>
            </a:r>
            <a:r>
              <a:rPr lang="ko-KR" altLang="en-US" sz="1000" dirty="0"/>
              <a:t>명 담음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등록일 </a:t>
            </a:r>
            <a:r>
              <a:rPr lang="en-US" altLang="ko-KR" sz="1000" dirty="0">
                <a:latin typeface="+mn-ea"/>
                <a:ea typeface="+mn-ea"/>
              </a:rPr>
              <a:t>: 2025-03-01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CCC3F-66B3-2FAB-CD4D-87546D2B1A2C}"/>
              </a:ext>
            </a:extLst>
          </p:cNvPr>
          <p:cNvSpPr txBox="1"/>
          <p:nvPr/>
        </p:nvSpPr>
        <p:spPr>
          <a:xfrm>
            <a:off x="1547981" y="2481100"/>
            <a:ext cx="5758752" cy="4148298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소개</a:t>
            </a:r>
            <a:endParaRPr lang="en-US" altLang="ko-KR" sz="900" b="1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latin typeface="+mn-ea"/>
              <a:ea typeface="+mn-ea"/>
            </a:endParaRPr>
          </a:p>
          <a:p>
            <a:pPr marL="72000"/>
            <a:r>
              <a:rPr lang="ko-KR" altLang="en-US" sz="900" dirty="0"/>
              <a:t>교사로서 지치지 않고 오래 행복하게 일하기 위한 마음 건강 관리법을 배웁니다</a:t>
            </a:r>
            <a:r>
              <a:rPr lang="en-US" altLang="ko-KR" sz="900" dirty="0"/>
              <a:t>. </a:t>
            </a:r>
            <a:r>
              <a:rPr lang="ko-KR" altLang="en-US" sz="900" dirty="0"/>
              <a:t>번아웃의 원인을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제로 적용할 수 있는 </a:t>
            </a:r>
            <a:r>
              <a:rPr lang="ko-KR" altLang="en-US" sz="900" dirty="0" err="1"/>
              <a:t>셀프케어</a:t>
            </a:r>
            <a:r>
              <a:rPr lang="ko-KR" altLang="en-US" sz="900" dirty="0"/>
              <a:t> 전략을 익힐 수 있습니다</a:t>
            </a:r>
            <a:r>
              <a:rPr lang="en-US" altLang="ko-KR" sz="900" dirty="0"/>
              <a:t>.</a:t>
            </a:r>
            <a:endParaRPr lang="en-US" altLang="ko-KR" sz="900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r>
              <a:rPr lang="ko-KR" altLang="en-US" sz="900" b="1" dirty="0">
                <a:latin typeface="+mn-ea"/>
              </a:rPr>
              <a:t>학습 모듈 목록</a:t>
            </a:r>
            <a:endParaRPr lang="en-US" altLang="ko-KR" sz="900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2000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9867EA5-A552-E035-267D-BD8A4FB6038B}"/>
              </a:ext>
            </a:extLst>
          </p:cNvPr>
          <p:cNvCxnSpPr>
            <a:cxnSpLocks/>
          </p:cNvCxnSpPr>
          <p:nvPr/>
        </p:nvCxnSpPr>
        <p:spPr>
          <a:xfrm>
            <a:off x="1645913" y="285291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1783B5-FE71-57E7-A2FB-C41616A4423C}"/>
              </a:ext>
            </a:extLst>
          </p:cNvPr>
          <p:cNvSpPr/>
          <p:nvPr/>
        </p:nvSpPr>
        <p:spPr>
          <a:xfrm>
            <a:off x="7337552" y="2503000"/>
            <a:ext cx="2165242" cy="177741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A2097EC-1904-214F-D6B1-0241CBB6927B}"/>
              </a:ext>
            </a:extLst>
          </p:cNvPr>
          <p:cNvSpPr/>
          <p:nvPr/>
        </p:nvSpPr>
        <p:spPr>
          <a:xfrm>
            <a:off x="7341425" y="2665618"/>
            <a:ext cx="2165242" cy="1241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19EBD7-0F3C-408F-93B2-E0770972CF91}"/>
              </a:ext>
            </a:extLst>
          </p:cNvPr>
          <p:cNvSpPr txBox="1"/>
          <p:nvPr/>
        </p:nvSpPr>
        <p:spPr>
          <a:xfrm>
            <a:off x="7275204" y="2465860"/>
            <a:ext cx="216136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1: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학습중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D07320-EE21-2D6D-C397-927D4847CA58}"/>
              </a:ext>
            </a:extLst>
          </p:cNvPr>
          <p:cNvCxnSpPr>
            <a:cxnSpLocks/>
          </p:cNvCxnSpPr>
          <p:nvPr/>
        </p:nvCxnSpPr>
        <p:spPr>
          <a:xfrm>
            <a:off x="1732418" y="4358294"/>
            <a:ext cx="0" cy="15665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A94C6BF0-E3A0-3DCE-5B23-76F0CEA4E7CC}"/>
              </a:ext>
            </a:extLst>
          </p:cNvPr>
          <p:cNvSpPr/>
          <p:nvPr/>
        </p:nvSpPr>
        <p:spPr>
          <a:xfrm>
            <a:off x="1632430" y="41535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D8DA080-1D83-E010-C247-F9568A7AB465}"/>
              </a:ext>
            </a:extLst>
          </p:cNvPr>
          <p:cNvSpPr/>
          <p:nvPr/>
        </p:nvSpPr>
        <p:spPr>
          <a:xfrm>
            <a:off x="1909196" y="38379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B4BCA58A-CD93-6743-CD64-B29FBC31BAD9}"/>
              </a:ext>
            </a:extLst>
          </p:cNvPr>
          <p:cNvGrpSpPr/>
          <p:nvPr/>
        </p:nvGrpSpPr>
        <p:grpSpPr>
          <a:xfrm>
            <a:off x="2017930" y="4027653"/>
            <a:ext cx="888255" cy="451814"/>
            <a:chOff x="3881483" y="978229"/>
            <a:chExt cx="2403430" cy="623266"/>
          </a:xfrm>
        </p:grpSpPr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2DD545A2-9111-2570-5066-7448E1BFD233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0595EE58-105F-745E-508E-7C69D27A9E3F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7F4F0800-4386-C6E9-3368-F4384DE817A2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45197A20-EE65-68A9-B4D1-09895229D534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56602B-4555-79C3-4817-00EFCB1EFE14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422A7F8-F11C-D027-A18D-664273099707}"/>
              </a:ext>
            </a:extLst>
          </p:cNvPr>
          <p:cNvSpPr txBox="1"/>
          <p:nvPr/>
        </p:nvSpPr>
        <p:spPr>
          <a:xfrm>
            <a:off x="2963908" y="3907112"/>
            <a:ext cx="4004159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번아웃의 이해와 원인 분석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교사가 알아야 할 모든 것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번아웃이란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무엇인지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왜 발생하는지 알아봅니다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교사가 겪는 번아웃의 주요 원인과 초기 증상을 파악하여 스스로 점검할 수 있습니다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1962D21-D5C1-A6C2-58E5-15A3FDF0A84E}"/>
              </a:ext>
            </a:extLst>
          </p:cNvPr>
          <p:cNvSpPr/>
          <p:nvPr/>
        </p:nvSpPr>
        <p:spPr>
          <a:xfrm>
            <a:off x="1632430" y="50298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54F052F-80AD-24CB-C971-8E2D6676D117}"/>
              </a:ext>
            </a:extLst>
          </p:cNvPr>
          <p:cNvSpPr/>
          <p:nvPr/>
        </p:nvSpPr>
        <p:spPr>
          <a:xfrm>
            <a:off x="1909196" y="47142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F2685FE-1426-B087-3E9A-B502F394DCBC}"/>
              </a:ext>
            </a:extLst>
          </p:cNvPr>
          <p:cNvGrpSpPr/>
          <p:nvPr/>
        </p:nvGrpSpPr>
        <p:grpSpPr>
          <a:xfrm>
            <a:off x="2017930" y="4903953"/>
            <a:ext cx="888255" cy="451814"/>
            <a:chOff x="3881483" y="978229"/>
            <a:chExt cx="2403430" cy="623266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B5FA44-D822-B981-C6B2-2628FB174DE6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EEEC5E26-D0FA-1AA5-A93F-7FAF5D525C7A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BFB067D3-4FE1-DB70-52CF-85B4F8691282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218EA3E5-0F91-368B-1106-55A4948443B8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D01139-F8A6-ED59-3AA4-74CB4239F952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3F91811-0EE9-6721-FC38-9467BE0FB033}"/>
              </a:ext>
            </a:extLst>
          </p:cNvPr>
          <p:cNvSpPr txBox="1"/>
          <p:nvPr/>
        </p:nvSpPr>
        <p:spPr>
          <a:xfrm>
            <a:off x="2963908" y="4783412"/>
            <a:ext cx="4004159" cy="529238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스트레스 관리 실천 전략과 일상에서 적용하는 방법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일상에서 바로 적용할 수 있는 스트레스 관리 방법을 배웁니다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호흡법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마인드풀니스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등 실천 가능한 전략을 익힙니다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2740F7-E10D-445A-2AD1-A074088CF620}"/>
              </a:ext>
            </a:extLst>
          </p:cNvPr>
          <p:cNvSpPr txBox="1"/>
          <p:nvPr/>
        </p:nvSpPr>
        <p:spPr>
          <a:xfrm>
            <a:off x="6177507" y="4411629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07D9B5-F94E-16D8-8856-4F639E0C29CC}"/>
              </a:ext>
            </a:extLst>
          </p:cNvPr>
          <p:cNvSpPr txBox="1"/>
          <p:nvPr/>
        </p:nvSpPr>
        <p:spPr>
          <a:xfrm>
            <a:off x="6177507" y="5291674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F4D42DB-8084-42B9-10E3-9D29DFE971FC}"/>
              </a:ext>
            </a:extLst>
          </p:cNvPr>
          <p:cNvCxnSpPr>
            <a:cxnSpLocks/>
          </p:cNvCxnSpPr>
          <p:nvPr/>
        </p:nvCxnSpPr>
        <p:spPr>
          <a:xfrm>
            <a:off x="1645913" y="370084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76B96D-571D-23D9-184F-EB50B9E33C71}"/>
              </a:ext>
            </a:extLst>
          </p:cNvPr>
          <p:cNvSpPr txBox="1"/>
          <p:nvPr/>
        </p:nvSpPr>
        <p:spPr>
          <a:xfrm>
            <a:off x="7360506" y="2658600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FC19EB-1400-143D-B138-F4F0233B09ED}"/>
              </a:ext>
            </a:extLst>
          </p:cNvPr>
          <p:cNvSpPr txBox="1"/>
          <p:nvPr/>
        </p:nvSpPr>
        <p:spPr>
          <a:xfrm>
            <a:off x="7337552" y="2850644"/>
            <a:ext cx="2071066" cy="51385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2. </a:t>
            </a:r>
            <a:r>
              <a:rPr lang="ko-KR" altLang="en-US" sz="800" b="1" dirty="0">
                <a:latin typeface="+mn-ea"/>
                <a:ea typeface="+mn-ea"/>
              </a:rPr>
              <a:t>스트레스 관리 실천 전략과 일상에서 적용하는 방법</a:t>
            </a:r>
          </a:p>
          <a:p>
            <a:pPr marL="108000">
              <a:spcAft>
                <a:spcPts val="200"/>
              </a:spcAft>
            </a:pP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17BC8D0-4038-01A6-A852-347FA4BF14E6}"/>
              </a:ext>
            </a:extLst>
          </p:cNvPr>
          <p:cNvSpPr/>
          <p:nvPr/>
        </p:nvSpPr>
        <p:spPr>
          <a:xfrm>
            <a:off x="7489366" y="3259130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B9F19DE-05F2-317B-9A21-0B81B8545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3242328"/>
            <a:ext cx="149055" cy="149055"/>
          </a:xfrm>
          <a:prstGeom prst="rect">
            <a:avLst/>
          </a:prstGeom>
        </p:spPr>
      </p:pic>
      <p:sp>
        <p:nvSpPr>
          <p:cNvPr id="53" name="모서리가 둥근 직사각형 10">
            <a:extLst>
              <a:ext uri="{FF2B5EF4-FFF2-40B4-BE49-F238E27FC236}">
                <a16:creationId xmlns:a16="http://schemas.microsoft.com/office/drawing/2014/main" id="{944F7601-0A85-9FA2-D28E-2EE4D3B04F36}"/>
              </a:ext>
            </a:extLst>
          </p:cNvPr>
          <p:cNvSpPr/>
          <p:nvPr/>
        </p:nvSpPr>
        <p:spPr>
          <a:xfrm>
            <a:off x="7472849" y="3441038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46">
            <a:extLst>
              <a:ext uri="{FF2B5EF4-FFF2-40B4-BE49-F238E27FC236}">
                <a16:creationId xmlns:a16="http://schemas.microsoft.com/office/drawing/2014/main" id="{C96563F7-33E7-723D-DC93-5E8D6EB6071C}"/>
              </a:ext>
            </a:extLst>
          </p:cNvPr>
          <p:cNvSpPr/>
          <p:nvPr/>
        </p:nvSpPr>
        <p:spPr>
          <a:xfrm>
            <a:off x="7472851" y="3441038"/>
            <a:ext cx="859442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442888-5914-811A-83DA-EF2CE07CF549}"/>
              </a:ext>
            </a:extLst>
          </p:cNvPr>
          <p:cNvSpPr txBox="1"/>
          <p:nvPr/>
        </p:nvSpPr>
        <p:spPr>
          <a:xfrm>
            <a:off x="7583679" y="3212219"/>
            <a:ext cx="51961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학습중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6FA99A-7BEC-84DD-76B1-3E6C6F02289E}"/>
              </a:ext>
            </a:extLst>
          </p:cNvPr>
          <p:cNvSpPr txBox="1"/>
          <p:nvPr/>
        </p:nvSpPr>
        <p:spPr>
          <a:xfrm>
            <a:off x="8899444" y="3245543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2/6 (30%)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B8053F6-46D8-FC24-5230-E945EFC20EA3}"/>
              </a:ext>
            </a:extLst>
          </p:cNvPr>
          <p:cNvCxnSpPr>
            <a:cxnSpLocks/>
          </p:cNvCxnSpPr>
          <p:nvPr/>
        </p:nvCxnSpPr>
        <p:spPr>
          <a:xfrm>
            <a:off x="7338515" y="2874335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nput">
            <a:extLst>
              <a:ext uri="{FF2B5EF4-FFF2-40B4-BE49-F238E27FC236}">
                <a16:creationId xmlns:a16="http://schemas.microsoft.com/office/drawing/2014/main" id="{4B55739B-121D-B20D-8CE1-3376929D9BA5}"/>
              </a:ext>
            </a:extLst>
          </p:cNvPr>
          <p:cNvSpPr/>
          <p:nvPr/>
        </p:nvSpPr>
        <p:spPr>
          <a:xfrm>
            <a:off x="7941843" y="3608883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이어서 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69FC9581-F37B-C77F-C38C-E91BA5F5E9F0}"/>
              </a:ext>
            </a:extLst>
          </p:cNvPr>
          <p:cNvSpPr/>
          <p:nvPr/>
        </p:nvSpPr>
        <p:spPr>
          <a:xfrm>
            <a:off x="1633281" y="5928405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71E0B04-4C44-B6B0-EEE2-58CF41D8A642}"/>
              </a:ext>
            </a:extLst>
          </p:cNvPr>
          <p:cNvSpPr/>
          <p:nvPr/>
        </p:nvSpPr>
        <p:spPr>
          <a:xfrm>
            <a:off x="1910047" y="5612816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0C48139-8C9B-EFF0-4885-D06784A16C57}"/>
              </a:ext>
            </a:extLst>
          </p:cNvPr>
          <p:cNvGrpSpPr/>
          <p:nvPr/>
        </p:nvGrpSpPr>
        <p:grpSpPr>
          <a:xfrm>
            <a:off x="2018781" y="5802486"/>
            <a:ext cx="888255" cy="451814"/>
            <a:chOff x="3881483" y="978229"/>
            <a:chExt cx="2403430" cy="62326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0CC54D3F-7996-D577-8431-C5330556094E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0DA68155-9D8E-B51A-8BC8-53D7E477923E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5AB219DD-988A-06FF-39EA-0666974855CF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0AE5A475-9D8B-819F-B728-CDA5A59AB5D2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4294C9-34E6-F0C7-F25B-6CE6EE43C09E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4023484-3FE9-E2F4-6321-AF4143DDEF86}"/>
              </a:ext>
            </a:extLst>
          </p:cNvPr>
          <p:cNvSpPr txBox="1"/>
          <p:nvPr/>
        </p:nvSpPr>
        <p:spPr>
          <a:xfrm>
            <a:off x="2964759" y="5681945"/>
            <a:ext cx="4003308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마음 건강 </a:t>
            </a:r>
            <a:r>
              <a:rPr lang="ko-KR" altLang="en-US" sz="900" dirty="0" err="1">
                <a:latin typeface="+mn-ea"/>
                <a:ea typeface="+mn-ea"/>
              </a:rPr>
              <a:t>셀프케어</a:t>
            </a:r>
            <a:r>
              <a:rPr lang="ko-KR" altLang="en-US" sz="900" dirty="0">
                <a:latin typeface="+mn-ea"/>
                <a:ea typeface="+mn-ea"/>
              </a:rPr>
              <a:t> 루틴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아침부터 저녁까지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아침부터 저녁까지 하루 일과에 맞춘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셀프케어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루틴을 설계합니다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출근 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수업 중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퇴근 후 각 시간대별 실천법을 알려드립니다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DCD9AF0-B0D1-96B6-13D6-0AFA691FBB3A}"/>
              </a:ext>
            </a:extLst>
          </p:cNvPr>
          <p:cNvSpPr txBox="1"/>
          <p:nvPr/>
        </p:nvSpPr>
        <p:spPr>
          <a:xfrm>
            <a:off x="6178358" y="6186462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76BDE41-01B2-DC8F-44AF-B93E7072FC39}"/>
              </a:ext>
            </a:extLst>
          </p:cNvPr>
          <p:cNvSpPr/>
          <p:nvPr/>
        </p:nvSpPr>
        <p:spPr>
          <a:xfrm>
            <a:off x="7337552" y="393573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D051B1-C332-0C7C-6263-2896731578E0}"/>
              </a:ext>
            </a:extLst>
          </p:cNvPr>
          <p:cNvSpPr txBox="1"/>
          <p:nvPr/>
        </p:nvSpPr>
        <p:spPr>
          <a:xfrm>
            <a:off x="7341425" y="389859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2: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학습전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1C4E6AE-4BBC-374C-FBAF-3E349FB3CA61}"/>
              </a:ext>
            </a:extLst>
          </p:cNvPr>
          <p:cNvSpPr/>
          <p:nvPr/>
        </p:nvSpPr>
        <p:spPr>
          <a:xfrm>
            <a:off x="7341425" y="4103055"/>
            <a:ext cx="2165242" cy="11082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01583E4-1243-3847-E218-643CC70C29E4}"/>
              </a:ext>
            </a:extLst>
          </p:cNvPr>
          <p:cNvSpPr txBox="1"/>
          <p:nvPr/>
        </p:nvSpPr>
        <p:spPr>
          <a:xfrm>
            <a:off x="7360506" y="409615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CB18D98-94D7-2E28-7456-E8C35A31F863}"/>
              </a:ext>
            </a:extLst>
          </p:cNvPr>
          <p:cNvSpPr txBox="1"/>
          <p:nvPr/>
        </p:nvSpPr>
        <p:spPr>
          <a:xfrm>
            <a:off x="7337552" y="4303948"/>
            <a:ext cx="2071066" cy="365091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1. </a:t>
            </a:r>
            <a:r>
              <a:rPr lang="ko-KR" altLang="en-US" sz="800" b="1" dirty="0">
                <a:latin typeface="+mn-ea"/>
                <a:ea typeface="+mn-ea"/>
              </a:rPr>
              <a:t>번아웃의 이해와 원인 분석</a:t>
            </a:r>
            <a:r>
              <a:rPr lang="en-US" altLang="ko-KR" sz="800" b="1" dirty="0">
                <a:latin typeface="+mn-ea"/>
                <a:ea typeface="+mn-ea"/>
              </a:rPr>
              <a:t>, </a:t>
            </a:r>
            <a:r>
              <a:rPr lang="ko-KR" altLang="en-US" sz="800" b="1" dirty="0">
                <a:latin typeface="+mn-ea"/>
                <a:ea typeface="+mn-ea"/>
              </a:rPr>
              <a:t>교사가 알아야 할 모든 것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CC0D1C5-68A6-36A0-0029-F54025E3CCE5}"/>
              </a:ext>
            </a:extLst>
          </p:cNvPr>
          <p:cNvCxnSpPr>
            <a:cxnSpLocks/>
          </p:cNvCxnSpPr>
          <p:nvPr/>
        </p:nvCxnSpPr>
        <p:spPr>
          <a:xfrm>
            <a:off x="7338515" y="431159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Input">
            <a:extLst>
              <a:ext uri="{FF2B5EF4-FFF2-40B4-BE49-F238E27FC236}">
                <a16:creationId xmlns:a16="http://schemas.microsoft.com/office/drawing/2014/main" id="{7DD27153-AFBC-119E-5431-819B0A9DFFAF}"/>
              </a:ext>
            </a:extLst>
          </p:cNvPr>
          <p:cNvSpPr/>
          <p:nvPr/>
        </p:nvSpPr>
        <p:spPr>
          <a:xfrm>
            <a:off x="7941843" y="4883518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A3989D7-CA0E-443B-24BC-1C0EF73E8F21}"/>
              </a:ext>
            </a:extLst>
          </p:cNvPr>
          <p:cNvSpPr txBox="1"/>
          <p:nvPr/>
        </p:nvSpPr>
        <p:spPr>
          <a:xfrm>
            <a:off x="7478240" y="4651745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아직 학습을 시작하지 않았습니다</a:t>
            </a:r>
            <a:r>
              <a:rPr lang="en-US" altLang="ko-KR" sz="800" dirty="0"/>
              <a:t>. 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C082658-43F4-B3C0-EAA4-4BAD523427DA}"/>
              </a:ext>
            </a:extLst>
          </p:cNvPr>
          <p:cNvSpPr/>
          <p:nvPr/>
        </p:nvSpPr>
        <p:spPr>
          <a:xfrm>
            <a:off x="7337552" y="5248064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B011D9B-88BE-FFAA-BFDB-4ACDE19E0FEA}"/>
              </a:ext>
            </a:extLst>
          </p:cNvPr>
          <p:cNvSpPr txBox="1"/>
          <p:nvPr/>
        </p:nvSpPr>
        <p:spPr>
          <a:xfrm>
            <a:off x="7341425" y="5210924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3: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학습완료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3E3C126B-88F4-0EEB-49EE-A2B320C7930D}"/>
              </a:ext>
            </a:extLst>
          </p:cNvPr>
          <p:cNvSpPr/>
          <p:nvPr/>
        </p:nvSpPr>
        <p:spPr>
          <a:xfrm>
            <a:off x="7341425" y="5415387"/>
            <a:ext cx="2165242" cy="121400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46D4872-F92C-CA61-A05A-F0DA6850B8C1}"/>
              </a:ext>
            </a:extLst>
          </p:cNvPr>
          <p:cNvSpPr txBox="1"/>
          <p:nvPr/>
        </p:nvSpPr>
        <p:spPr>
          <a:xfrm>
            <a:off x="7360506" y="5408487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F941599-CC82-FF09-6222-76AE824FD979}"/>
              </a:ext>
            </a:extLst>
          </p:cNvPr>
          <p:cNvCxnSpPr>
            <a:cxnSpLocks/>
          </p:cNvCxnSpPr>
          <p:nvPr/>
        </p:nvCxnSpPr>
        <p:spPr>
          <a:xfrm>
            <a:off x="7338515" y="5623931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Input">
            <a:extLst>
              <a:ext uri="{FF2B5EF4-FFF2-40B4-BE49-F238E27FC236}">
                <a16:creationId xmlns:a16="http://schemas.microsoft.com/office/drawing/2014/main" id="{00C0683A-1AD9-993A-A0B5-902B66F703FC}"/>
              </a:ext>
            </a:extLst>
          </p:cNvPr>
          <p:cNvSpPr/>
          <p:nvPr/>
        </p:nvSpPr>
        <p:spPr>
          <a:xfrm>
            <a:off x="7941843" y="6344762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다시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1DD1847-6AA6-6854-E686-2363F90F2B1A}"/>
              </a:ext>
            </a:extLst>
          </p:cNvPr>
          <p:cNvSpPr txBox="1"/>
          <p:nvPr/>
        </p:nvSpPr>
        <p:spPr>
          <a:xfrm>
            <a:off x="7478240" y="5703971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학습을 완료했습니다</a:t>
            </a:r>
            <a:r>
              <a:rPr lang="en-US" altLang="ko-KR" sz="800" dirty="0"/>
              <a:t>!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CA8B9447-4EC9-2942-8344-71DF5FB132E7}"/>
              </a:ext>
            </a:extLst>
          </p:cNvPr>
          <p:cNvSpPr/>
          <p:nvPr/>
        </p:nvSpPr>
        <p:spPr>
          <a:xfrm>
            <a:off x="1407185" y="8764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4F2CF960-8F04-F86F-B211-5C47710C6B9D}"/>
              </a:ext>
            </a:extLst>
          </p:cNvPr>
          <p:cNvSpPr/>
          <p:nvPr/>
        </p:nvSpPr>
        <p:spPr>
          <a:xfrm>
            <a:off x="1407185" y="26629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B1366D7-CE21-2436-0B3A-52BA3C4479AA}"/>
              </a:ext>
            </a:extLst>
          </p:cNvPr>
          <p:cNvSpPr/>
          <p:nvPr/>
        </p:nvSpPr>
        <p:spPr>
          <a:xfrm>
            <a:off x="1407185" y="348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2D986501-74C9-71D5-E5CB-AE98DE458096}"/>
              </a:ext>
            </a:extLst>
          </p:cNvPr>
          <p:cNvSpPr/>
          <p:nvPr/>
        </p:nvSpPr>
        <p:spPr>
          <a:xfrm>
            <a:off x="7173413" y="25104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A2DE7F9-A4D6-98AD-A88A-3563C25409BC}"/>
              </a:ext>
            </a:extLst>
          </p:cNvPr>
          <p:cNvSpPr/>
          <p:nvPr/>
        </p:nvSpPr>
        <p:spPr>
          <a:xfrm>
            <a:off x="7489366" y="6011855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28674A1-DFC7-FCB3-A7B4-E4818086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5995053"/>
            <a:ext cx="149055" cy="149055"/>
          </a:xfrm>
          <a:prstGeom prst="rect">
            <a:avLst/>
          </a:prstGeom>
        </p:spPr>
      </p:pic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754071B0-A073-12E0-0F05-D3E63509C02C}"/>
              </a:ext>
            </a:extLst>
          </p:cNvPr>
          <p:cNvSpPr/>
          <p:nvPr/>
        </p:nvSpPr>
        <p:spPr>
          <a:xfrm>
            <a:off x="7472849" y="6193763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모서리가 둥근 직사각형 46">
            <a:extLst>
              <a:ext uri="{FF2B5EF4-FFF2-40B4-BE49-F238E27FC236}">
                <a16:creationId xmlns:a16="http://schemas.microsoft.com/office/drawing/2014/main" id="{004EBE73-6EEE-6266-21FE-F49C0026643A}"/>
              </a:ext>
            </a:extLst>
          </p:cNvPr>
          <p:cNvSpPr/>
          <p:nvPr/>
        </p:nvSpPr>
        <p:spPr>
          <a:xfrm>
            <a:off x="7472850" y="6193763"/>
            <a:ext cx="1935767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0657690-A42F-9345-8387-247F635BBD42}"/>
              </a:ext>
            </a:extLst>
          </p:cNvPr>
          <p:cNvSpPr txBox="1"/>
          <p:nvPr/>
        </p:nvSpPr>
        <p:spPr>
          <a:xfrm>
            <a:off x="7583678" y="5964939"/>
            <a:ext cx="1248377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2025-12-31 /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학습완료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7CA5B86-C147-A7BA-B27E-D15933CD99D2}"/>
              </a:ext>
            </a:extLst>
          </p:cNvPr>
          <p:cNvSpPr txBox="1"/>
          <p:nvPr/>
        </p:nvSpPr>
        <p:spPr>
          <a:xfrm>
            <a:off x="8789471" y="5964939"/>
            <a:ext cx="70106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6/6 (100%)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1378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F8CB99-B8C0-B31C-948A-E13F85C0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1EF9425-73D1-9054-DFF7-84B8AEE4567C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9E30D07-D8ED-15CD-EA80-FF8565212DF9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B7A6E33-505E-E4BD-CFC4-3CFD25B013F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A658E-A46C-16E7-03C8-40F4020F52C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1E38D-0B9F-CB8D-64F1-BA89867E039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4AAA2-063B-6642-8F01-812369336ED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16E7469-CB3A-FD71-1205-1A50AD3F8132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22" name="Google Shape;112;p3">
            <a:extLst>
              <a:ext uri="{FF2B5EF4-FFF2-40B4-BE49-F238E27FC236}">
                <a16:creationId xmlns:a16="http://schemas.microsoft.com/office/drawing/2014/main" id="{9BF7EA82-3B40-906F-2520-63EB331DB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202849"/>
              </p:ext>
            </p:extLst>
          </p:nvPr>
        </p:nvGraphicFramePr>
        <p:xfrm>
          <a:off x="9655174" y="276226"/>
          <a:ext cx="2532687" cy="443156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만든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4: </a:t>
                      </a:r>
                      <a:r>
                        <a:rPr lang="ko-KR" altLang="en-US" sz="800" dirty="0"/>
                        <a:t>비공개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 err="1"/>
                        <a:t>작성중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수정 버튼 클릭 시 </a:t>
                      </a:r>
                      <a:r>
                        <a:rPr lang="ko-KR" altLang="en-US" sz="800" dirty="0" err="1"/>
                        <a:t>학습모듈구성</a:t>
                      </a:r>
                      <a:r>
                        <a:rPr lang="ko-KR" altLang="en-US" sz="800" dirty="0"/>
                        <a:t> 수정 화면으로 이동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V-HMR-04-002)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평가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모듈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6-1.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평점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콘텐츠 학습완료 상태가 아닌 경우 접근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작성불가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(F-03-005)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유효성 체크 후 정상일 경우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(F-03-006)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V-HER-03-001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6-5.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등록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V-HER-02-003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6-6.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수정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본인의 개선요청 신청 상황에 따라 버튼 변경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53818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38A7412-809C-4B81-B90F-CFE64C0F310C}"/>
              </a:ext>
            </a:extLst>
          </p:cNvPr>
          <p:cNvSpPr txBox="1"/>
          <p:nvPr/>
        </p:nvSpPr>
        <p:spPr>
          <a:xfrm>
            <a:off x="1565765" y="431800"/>
            <a:ext cx="5740967" cy="5273675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 err="1">
                <a:latin typeface="+mn-ea"/>
                <a:ea typeface="+mn-ea"/>
              </a:rPr>
              <a:t>학습모듈</a:t>
            </a:r>
            <a:r>
              <a:rPr lang="ko-KR" altLang="en-US" sz="900" b="1" dirty="0">
                <a:latin typeface="+mn-ea"/>
                <a:ea typeface="+mn-ea"/>
              </a:rPr>
              <a:t> 평가 </a:t>
            </a:r>
            <a:r>
              <a:rPr lang="en-US" altLang="ko-KR" sz="900" b="1" dirty="0">
                <a:latin typeface="+mn-ea"/>
                <a:ea typeface="+mn-ea"/>
              </a:rPr>
              <a:t>(</a:t>
            </a:r>
            <a:r>
              <a:rPr lang="ko-KR" altLang="en-US" sz="900" b="1" dirty="0">
                <a:latin typeface="+mn-ea"/>
                <a:ea typeface="+mn-ea"/>
              </a:rPr>
              <a:t>총 </a:t>
            </a:r>
            <a:r>
              <a:rPr lang="en-US" altLang="ko-KR" sz="900" b="1" dirty="0">
                <a:latin typeface="+mn-ea"/>
                <a:ea typeface="+mn-ea"/>
              </a:rPr>
              <a:t>23</a:t>
            </a:r>
            <a:r>
              <a:rPr lang="ko-KR" altLang="en-US" sz="900" b="1" dirty="0">
                <a:latin typeface="+mn-ea"/>
                <a:ea typeface="+mn-ea"/>
              </a:rPr>
              <a:t>개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D77B3F-4CDC-4DA9-4A3D-E682310689EE}"/>
              </a:ext>
            </a:extLst>
          </p:cNvPr>
          <p:cNvSpPr txBox="1"/>
          <p:nvPr/>
        </p:nvSpPr>
        <p:spPr>
          <a:xfrm>
            <a:off x="2020714" y="827250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★★★★★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윤*습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900" dirty="0" err="1">
                <a:latin typeface="나눔고딕" pitchFamily="2" charset="-127"/>
                <a:ea typeface="나눔고딕" pitchFamily="2" charset="-127"/>
              </a:rPr>
              <a:t>amer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139750D-1DE1-863F-3BB0-09DDC458B1E5}"/>
              </a:ext>
            </a:extLst>
          </p:cNvPr>
          <p:cNvGrpSpPr/>
          <p:nvPr/>
        </p:nvGrpSpPr>
        <p:grpSpPr>
          <a:xfrm>
            <a:off x="1672993" y="917889"/>
            <a:ext cx="378678" cy="376824"/>
            <a:chOff x="7252700" y="1491544"/>
            <a:chExt cx="395262" cy="33091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041BA691-DE69-5E91-29C7-CC4E373E8335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7" name="그래픽 26" descr="사용자">
              <a:extLst>
                <a:ext uri="{FF2B5EF4-FFF2-40B4-BE49-F238E27FC236}">
                  <a16:creationId xmlns:a16="http://schemas.microsoft.com/office/drawing/2014/main" id="{0D7005AF-7F5B-44F7-68A7-BBF3E08D9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BA35F91F-AA46-27E7-70AE-D972CD1FD3B3}"/>
              </a:ext>
            </a:extLst>
          </p:cNvPr>
          <p:cNvSpPr txBox="1"/>
          <p:nvPr/>
        </p:nvSpPr>
        <p:spPr>
          <a:xfrm>
            <a:off x="1661904" y="1309956"/>
            <a:ext cx="5472320" cy="42338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제가 찾던 학습 공동체 활동 관련 교육 콘텐츠 였어요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^^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감사합니다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이곳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하이코칭에서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다양한 관련 영상 자료로 학습도 하고 필요할 때 마다 찾아 볼 수 도 있어서 너무너무 좋습니다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 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399F21EB-A00C-EEAA-A757-DE8A0693BF64}"/>
              </a:ext>
            </a:extLst>
          </p:cNvPr>
          <p:cNvSpPr/>
          <p:nvPr/>
        </p:nvSpPr>
        <p:spPr>
          <a:xfrm>
            <a:off x="3636595" y="5212503"/>
            <a:ext cx="1599307" cy="22490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F833B9B-D762-939C-F2D7-A3581C20DE28}"/>
              </a:ext>
            </a:extLst>
          </p:cNvPr>
          <p:cNvSpPr txBox="1"/>
          <p:nvPr/>
        </p:nvSpPr>
        <p:spPr>
          <a:xfrm>
            <a:off x="5780625" y="3919848"/>
            <a:ext cx="1354649" cy="27328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평점주기 </a:t>
            </a:r>
            <a:r>
              <a:rPr lang="en-US" altLang="ko-KR" sz="900" dirty="0">
                <a:latin typeface="+mn-ea"/>
                <a:ea typeface="+mn-ea"/>
              </a:rPr>
              <a:t>:</a:t>
            </a:r>
            <a:r>
              <a:rPr lang="ko-KR" altLang="en-US" sz="900" dirty="0">
                <a:latin typeface="+mn-ea"/>
                <a:ea typeface="+mn-ea"/>
              </a:rPr>
              <a:t> ★★★★☆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5043C184-E9B4-D583-0604-9BCB72547AEF}"/>
              </a:ext>
            </a:extLst>
          </p:cNvPr>
          <p:cNvSpPr/>
          <p:nvPr/>
        </p:nvSpPr>
        <p:spPr>
          <a:xfrm>
            <a:off x="1750203" y="4178193"/>
            <a:ext cx="5384022" cy="849310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6E384D9-A4D1-26EB-BF11-EAD823EBC644}"/>
              </a:ext>
            </a:extLst>
          </p:cNvPr>
          <p:cNvSpPr txBox="1"/>
          <p:nvPr/>
        </p:nvSpPr>
        <p:spPr>
          <a:xfrm>
            <a:off x="1569059" y="3783309"/>
            <a:ext cx="3327400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평가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5" name="모서리가 둥근 직사각형 53">
            <a:extLst>
              <a:ext uri="{FF2B5EF4-FFF2-40B4-BE49-F238E27FC236}">
                <a16:creationId xmlns:a16="http://schemas.microsoft.com/office/drawing/2014/main" id="{157375D8-29FF-677D-19E0-CB697BFC113B}"/>
              </a:ext>
            </a:extLst>
          </p:cNvPr>
          <p:cNvSpPr/>
          <p:nvPr/>
        </p:nvSpPr>
        <p:spPr>
          <a:xfrm>
            <a:off x="6414224" y="5212503"/>
            <a:ext cx="720000" cy="326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32" name="Pagination">
            <a:extLst>
              <a:ext uri="{FF2B5EF4-FFF2-40B4-BE49-F238E27FC236}">
                <a16:creationId xmlns:a16="http://schemas.microsoft.com/office/drawing/2014/main" id="{6EE5AEE8-CAA8-27D7-9A5C-11DB1E1723D6}"/>
              </a:ext>
            </a:extLst>
          </p:cNvPr>
          <p:cNvGrpSpPr/>
          <p:nvPr/>
        </p:nvGrpSpPr>
        <p:grpSpPr>
          <a:xfrm>
            <a:off x="2605470" y="330142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3" name="Previous">
              <a:extLst>
                <a:ext uri="{FF2B5EF4-FFF2-40B4-BE49-F238E27FC236}">
                  <a16:creationId xmlns:a16="http://schemas.microsoft.com/office/drawing/2014/main" id="{7DEF5AF4-49F3-9628-A6C9-524028C35A5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34" name="Page 1">
              <a:extLst>
                <a:ext uri="{FF2B5EF4-FFF2-40B4-BE49-F238E27FC236}">
                  <a16:creationId xmlns:a16="http://schemas.microsoft.com/office/drawing/2014/main" id="{3DF67B42-639D-A571-89C2-371BDD7F8E4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42BAC1B2-37BE-7C98-142A-EC86C40E904E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6" name="Page 3">
              <a:extLst>
                <a:ext uri="{FF2B5EF4-FFF2-40B4-BE49-F238E27FC236}">
                  <a16:creationId xmlns:a16="http://schemas.microsoft.com/office/drawing/2014/main" id="{19E47DB5-5591-513C-BD9F-B1FDD9EF906F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7" name="Page 4">
              <a:extLst>
                <a:ext uri="{FF2B5EF4-FFF2-40B4-BE49-F238E27FC236}">
                  <a16:creationId xmlns:a16="http://schemas.microsoft.com/office/drawing/2014/main" id="{C14A0FEC-327B-1F32-2FB7-7F42A4AE749C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38" name="Page 5">
              <a:extLst>
                <a:ext uri="{FF2B5EF4-FFF2-40B4-BE49-F238E27FC236}">
                  <a16:creationId xmlns:a16="http://schemas.microsoft.com/office/drawing/2014/main" id="{FBDAA434-4490-4D6B-F62A-60CA274A8A08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0" name="Next">
              <a:extLst>
                <a:ext uri="{FF2B5EF4-FFF2-40B4-BE49-F238E27FC236}">
                  <a16:creationId xmlns:a16="http://schemas.microsoft.com/office/drawing/2014/main" id="{03331979-DEC1-98A6-6329-CC1733C29873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41" name="Page 1">
              <a:extLst>
                <a:ext uri="{FF2B5EF4-FFF2-40B4-BE49-F238E27FC236}">
                  <a16:creationId xmlns:a16="http://schemas.microsoft.com/office/drawing/2014/main" id="{81BE707B-47AC-D723-DE37-796361FB79F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42" name="Page 2">
              <a:extLst>
                <a:ext uri="{FF2B5EF4-FFF2-40B4-BE49-F238E27FC236}">
                  <a16:creationId xmlns:a16="http://schemas.microsoft.com/office/drawing/2014/main" id="{58C4FA9C-C329-46DE-E539-D8C87B6AF03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43" name="Page 3">
              <a:extLst>
                <a:ext uri="{FF2B5EF4-FFF2-40B4-BE49-F238E27FC236}">
                  <a16:creationId xmlns:a16="http://schemas.microsoft.com/office/drawing/2014/main" id="{63107C69-C331-07BD-8778-7B628D9E0591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44" name="Page 4">
              <a:extLst>
                <a:ext uri="{FF2B5EF4-FFF2-40B4-BE49-F238E27FC236}">
                  <a16:creationId xmlns:a16="http://schemas.microsoft.com/office/drawing/2014/main" id="{9972EE1F-A5D1-7536-EE9D-7678BDFE13DC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5" name="Page 5">
              <a:extLst>
                <a:ext uri="{FF2B5EF4-FFF2-40B4-BE49-F238E27FC236}">
                  <a16:creationId xmlns:a16="http://schemas.microsoft.com/office/drawing/2014/main" id="{1B92FA9A-1778-B2FC-ADC1-9F7EC620574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6" name="Page 5">
              <a:extLst>
                <a:ext uri="{FF2B5EF4-FFF2-40B4-BE49-F238E27FC236}">
                  <a16:creationId xmlns:a16="http://schemas.microsoft.com/office/drawing/2014/main" id="{F84E4C9B-9A29-E6DD-62F1-377B9180FA6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7" name="Page 2">
              <a:extLst>
                <a:ext uri="{FF2B5EF4-FFF2-40B4-BE49-F238E27FC236}">
                  <a16:creationId xmlns:a16="http://schemas.microsoft.com/office/drawing/2014/main" id="{00B4A306-FEDC-65A3-709D-70C0068B8746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EF3EFF6-95B9-C210-8F74-33EAD2EB6F91}"/>
              </a:ext>
            </a:extLst>
          </p:cNvPr>
          <p:cNvSpPr txBox="1"/>
          <p:nvPr/>
        </p:nvSpPr>
        <p:spPr>
          <a:xfrm>
            <a:off x="2020714" y="1958463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★★★★☆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김*동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(kim7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1693B5D-1C40-B23B-D605-3E00D2B5A3E9}"/>
              </a:ext>
            </a:extLst>
          </p:cNvPr>
          <p:cNvGrpSpPr/>
          <p:nvPr/>
        </p:nvGrpSpPr>
        <p:grpSpPr>
          <a:xfrm>
            <a:off x="1672993" y="2049102"/>
            <a:ext cx="378678" cy="376824"/>
            <a:chOff x="7252700" y="1491544"/>
            <a:chExt cx="395262" cy="330917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F7AAC0E7-81E8-14A5-D922-30DBA9904A84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51" name="그래픽 50" descr="사용자">
              <a:extLst>
                <a:ext uri="{FF2B5EF4-FFF2-40B4-BE49-F238E27FC236}">
                  <a16:creationId xmlns:a16="http://schemas.microsoft.com/office/drawing/2014/main" id="{5D2A4731-DBCF-CDAE-748B-FBCFAA4FC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3CBE351-E502-98A2-B20D-3FF96E8D1A01}"/>
              </a:ext>
            </a:extLst>
          </p:cNvPr>
          <p:cNvSpPr txBox="1"/>
          <p:nvPr/>
        </p:nvSpPr>
        <p:spPr>
          <a:xfrm>
            <a:off x="1661903" y="2441169"/>
            <a:ext cx="5472321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체계적인 학습자료를 제공해 주셔서 생각보다 짧은 시간에 부족한 생활교육 역량을 향상시키는데 많은 도움이 되었습니다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관련영상들도 이번에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구성할때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활용하면 참 좋을 것 같아요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48824CA-B00D-4ECB-ECE5-9B24F572E1FC}"/>
              </a:ext>
            </a:extLst>
          </p:cNvPr>
          <p:cNvSpPr/>
          <p:nvPr/>
        </p:nvSpPr>
        <p:spPr>
          <a:xfrm>
            <a:off x="1464335" y="6644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8FA872E-F202-1EC7-DB81-6D11848AB18F}"/>
              </a:ext>
            </a:extLst>
          </p:cNvPr>
          <p:cNvSpPr/>
          <p:nvPr/>
        </p:nvSpPr>
        <p:spPr>
          <a:xfrm>
            <a:off x="1464335" y="383293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09A8A34-E8A2-C255-1564-3E897BC3DED5}"/>
              </a:ext>
            </a:extLst>
          </p:cNvPr>
          <p:cNvGrpSpPr/>
          <p:nvPr/>
        </p:nvGrpSpPr>
        <p:grpSpPr>
          <a:xfrm>
            <a:off x="7084248" y="4204326"/>
            <a:ext cx="18001" cy="811697"/>
            <a:chOff x="9231725" y="2171522"/>
            <a:chExt cx="36001" cy="792000"/>
          </a:xfrm>
        </p:grpSpPr>
        <p:sp>
          <p:nvSpPr>
            <p:cNvPr id="56" name="Track">
              <a:extLst>
                <a:ext uri="{FF2B5EF4-FFF2-40B4-BE49-F238E27FC236}">
                  <a16:creationId xmlns:a16="http://schemas.microsoft.com/office/drawing/2014/main" id="{AB37DFA8-CC2E-C605-50D6-78E592B70B9C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Track">
              <a:extLst>
                <a:ext uri="{FF2B5EF4-FFF2-40B4-BE49-F238E27FC236}">
                  <a16:creationId xmlns:a16="http://schemas.microsoft.com/office/drawing/2014/main" id="{0E2E8C25-A624-DC3D-8232-F04BF2F15C71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D934390-25A7-129B-DE43-E120320141E6}"/>
              </a:ext>
            </a:extLst>
          </p:cNvPr>
          <p:cNvSpPr txBox="1"/>
          <p:nvPr/>
        </p:nvSpPr>
        <p:spPr>
          <a:xfrm>
            <a:off x="4974295" y="579871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45D28AC-E6C8-034D-36E8-CA20885DC2C9}"/>
              </a:ext>
            </a:extLst>
          </p:cNvPr>
          <p:cNvSpPr/>
          <p:nvPr/>
        </p:nvSpPr>
        <p:spPr>
          <a:xfrm>
            <a:off x="4908840" y="5798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0D52E3E-9A92-DEB4-8B6C-0717B424F8E3}"/>
              </a:ext>
            </a:extLst>
          </p:cNvPr>
          <p:cNvCxnSpPr>
            <a:cxnSpLocks/>
          </p:cNvCxnSpPr>
          <p:nvPr/>
        </p:nvCxnSpPr>
        <p:spPr>
          <a:xfrm>
            <a:off x="1645913" y="827250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268A9732-BD45-1FC6-932D-8437EC6FEA05}"/>
              </a:ext>
            </a:extLst>
          </p:cNvPr>
          <p:cNvSpPr/>
          <p:nvPr/>
        </p:nvSpPr>
        <p:spPr>
          <a:xfrm>
            <a:off x="1527465" y="91324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29BC60-D368-AF12-4E9D-4B76F67BC8BC}"/>
              </a:ext>
            </a:extLst>
          </p:cNvPr>
          <p:cNvSpPr/>
          <p:nvPr/>
        </p:nvSpPr>
        <p:spPr>
          <a:xfrm>
            <a:off x="1633272" y="417748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7241642-24C9-EAC9-5E32-65292BA63781}"/>
              </a:ext>
            </a:extLst>
          </p:cNvPr>
          <p:cNvSpPr/>
          <p:nvPr/>
        </p:nvSpPr>
        <p:spPr>
          <a:xfrm>
            <a:off x="5822368" y="40151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3D91F42D-5FEC-D79E-BEBE-A0BF83A6F50F}"/>
              </a:ext>
            </a:extLst>
          </p:cNvPr>
          <p:cNvSpPr/>
          <p:nvPr/>
        </p:nvSpPr>
        <p:spPr>
          <a:xfrm>
            <a:off x="3545893" y="52343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30C09E5-2AC7-0378-258A-931C0DBA4D45}"/>
              </a:ext>
            </a:extLst>
          </p:cNvPr>
          <p:cNvSpPr/>
          <p:nvPr/>
        </p:nvSpPr>
        <p:spPr>
          <a:xfrm>
            <a:off x="6298618" y="51370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6360967-0042-172F-A0F8-D90A29F343A2}"/>
              </a:ext>
            </a:extLst>
          </p:cNvPr>
          <p:cNvSpPr/>
          <p:nvPr/>
        </p:nvSpPr>
        <p:spPr>
          <a:xfrm>
            <a:off x="7370767" y="46255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56D812-8110-88FB-EEB8-6C380AC6AC2A}"/>
              </a:ext>
            </a:extLst>
          </p:cNvPr>
          <p:cNvSpPr txBox="1"/>
          <p:nvPr/>
        </p:nvSpPr>
        <p:spPr>
          <a:xfrm>
            <a:off x="7374640" y="42541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4: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비공개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작성중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2743107C-AF75-DA51-AA7F-F503327C3897}"/>
              </a:ext>
            </a:extLst>
          </p:cNvPr>
          <p:cNvSpPr/>
          <p:nvPr/>
        </p:nvSpPr>
        <p:spPr>
          <a:xfrm>
            <a:off x="7374640" y="629875"/>
            <a:ext cx="2165242" cy="9445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9DAF0D8-0C20-24F6-90DE-936E66A97438}"/>
              </a:ext>
            </a:extLst>
          </p:cNvPr>
          <p:cNvSpPr txBox="1"/>
          <p:nvPr/>
        </p:nvSpPr>
        <p:spPr>
          <a:xfrm>
            <a:off x="7393721" y="62297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117275DA-3701-F91B-6628-BB47885E3707}"/>
              </a:ext>
            </a:extLst>
          </p:cNvPr>
          <p:cNvCxnSpPr>
            <a:cxnSpLocks/>
          </p:cNvCxnSpPr>
          <p:nvPr/>
        </p:nvCxnSpPr>
        <p:spPr>
          <a:xfrm>
            <a:off x="7371730" y="83841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Input">
            <a:extLst>
              <a:ext uri="{FF2B5EF4-FFF2-40B4-BE49-F238E27FC236}">
                <a16:creationId xmlns:a16="http://schemas.microsoft.com/office/drawing/2014/main" id="{1899FD81-3EED-FF93-65BD-84F42FCFA599}"/>
              </a:ext>
            </a:extLst>
          </p:cNvPr>
          <p:cNvSpPr/>
          <p:nvPr/>
        </p:nvSpPr>
        <p:spPr>
          <a:xfrm>
            <a:off x="7975058" y="1155632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수정하기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E7031FD-8192-CF0D-D491-E6F290700C70}"/>
              </a:ext>
            </a:extLst>
          </p:cNvPr>
          <p:cNvSpPr txBox="1"/>
          <p:nvPr/>
        </p:nvSpPr>
        <p:spPr>
          <a:xfrm>
            <a:off x="7511455" y="908933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비공개 중입니다</a:t>
            </a:r>
            <a:r>
              <a:rPr lang="en-US" altLang="ko-KR" sz="800" dirty="0"/>
              <a:t>.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DB18BD8D-E6F2-7C42-A3FC-A8DA4600C444}"/>
              </a:ext>
            </a:extLst>
          </p:cNvPr>
          <p:cNvSpPr/>
          <p:nvPr/>
        </p:nvSpPr>
        <p:spPr>
          <a:xfrm>
            <a:off x="7240794" y="47124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8789A9-BCB5-DEA6-A9E8-464A98EB64C6}"/>
              </a:ext>
            </a:extLst>
          </p:cNvPr>
          <p:cNvSpPr/>
          <p:nvPr/>
        </p:nvSpPr>
        <p:spPr>
          <a:xfrm>
            <a:off x="12192000" y="274320"/>
            <a:ext cx="1189946" cy="442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</a:t>
            </a:r>
            <a:r>
              <a:rPr lang="en-US" altLang="ko-KR" sz="800" dirty="0">
                <a:solidFill>
                  <a:srgbClr val="000000"/>
                </a:solidFill>
              </a:rPr>
              <a:t>,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버튼 추가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397A53D-978E-F981-CC2B-A11743C4F0B8}"/>
              </a:ext>
            </a:extLst>
          </p:cNvPr>
          <p:cNvGrpSpPr/>
          <p:nvPr/>
        </p:nvGrpSpPr>
        <p:grpSpPr>
          <a:xfrm>
            <a:off x="4314259" y="1682927"/>
            <a:ext cx="243978" cy="444787"/>
            <a:chOff x="3169920" y="2849880"/>
            <a:chExt cx="243978" cy="4447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52F95C-369C-76F9-D0EE-37A33535EBA0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9F7F15-C7C3-9D34-9435-15FCE156E9EE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C69724-0BE1-B396-A134-65E5E686F714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5858FE3-90A0-D6AD-91C0-177BC4B4ABC5}"/>
              </a:ext>
            </a:extLst>
          </p:cNvPr>
          <p:cNvGrpSpPr/>
          <p:nvPr/>
        </p:nvGrpSpPr>
        <p:grpSpPr>
          <a:xfrm>
            <a:off x="4601295" y="5075300"/>
            <a:ext cx="1808827" cy="1260352"/>
            <a:chOff x="6950832" y="4228861"/>
            <a:chExt cx="1808827" cy="1260352"/>
          </a:xfrm>
        </p:grpSpPr>
        <p:sp>
          <p:nvSpPr>
            <p:cNvPr id="12" name="모서리가 둥근 직사각형 53">
              <a:extLst>
                <a:ext uri="{FF2B5EF4-FFF2-40B4-BE49-F238E27FC236}">
                  <a16:creationId xmlns:a16="http://schemas.microsoft.com/office/drawing/2014/main" id="{87D92FBA-2ED6-2CED-2928-9320FE3EEF7E}"/>
                </a:ext>
              </a:extLst>
            </p:cNvPr>
            <p:cNvSpPr/>
            <p:nvPr/>
          </p:nvSpPr>
          <p:spPr>
            <a:xfrm>
              <a:off x="7945476" y="4368647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9B3C488-94BD-513F-4D17-A57FAE26C908}"/>
                </a:ext>
              </a:extLst>
            </p:cNvPr>
            <p:cNvSpPr/>
            <p:nvPr/>
          </p:nvSpPr>
          <p:spPr>
            <a:xfrm>
              <a:off x="7810979" y="4307694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6-5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모서리가 둥근 직사각형 53">
              <a:extLst>
                <a:ext uri="{FF2B5EF4-FFF2-40B4-BE49-F238E27FC236}">
                  <a16:creationId xmlns:a16="http://schemas.microsoft.com/office/drawing/2014/main" id="{699F811D-9FF0-F14B-50DB-EC32F0BF9F55}"/>
                </a:ext>
              </a:extLst>
            </p:cNvPr>
            <p:cNvSpPr/>
            <p:nvPr/>
          </p:nvSpPr>
          <p:spPr>
            <a:xfrm>
              <a:off x="7945476" y="4885243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 수정</a:t>
              </a:r>
            </a:p>
          </p:txBody>
        </p: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A3874C21-5330-8941-6A37-29235A7DC6D7}"/>
                </a:ext>
              </a:extLst>
            </p:cNvPr>
            <p:cNvCxnSpPr>
              <a:cxnSpLocks/>
              <a:stCxn id="12" idx="1"/>
              <a:endCxn id="14" idx="1"/>
            </p:cNvCxnSpPr>
            <p:nvPr/>
          </p:nvCxnSpPr>
          <p:spPr>
            <a:xfrm rot="10800000" flipV="1">
              <a:off x="7945476" y="4530647"/>
              <a:ext cx="12700" cy="516596"/>
            </a:xfrm>
            <a:prstGeom prst="bentConnector3">
              <a:avLst>
                <a:gd name="adj1" fmla="val 180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3DC5A4-EDD7-2474-5249-B6BBB12688A6}"/>
                </a:ext>
              </a:extLst>
            </p:cNvPr>
            <p:cNvSpPr txBox="1"/>
            <p:nvPr/>
          </p:nvSpPr>
          <p:spPr>
            <a:xfrm>
              <a:off x="6950832" y="4701889"/>
              <a:ext cx="11450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FF0000"/>
                  </a:solidFill>
                  <a:latin typeface="나눔고딕" pitchFamily="2" charset="-127"/>
                  <a:ea typeface="나눔고딕" pitchFamily="2" charset="-127"/>
                </a:rPr>
                <a:t>개선요청 완료 시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689B79-ABB8-6294-41AE-05FE1F124FA1}"/>
                </a:ext>
              </a:extLst>
            </p:cNvPr>
            <p:cNvSpPr/>
            <p:nvPr/>
          </p:nvSpPr>
          <p:spPr>
            <a:xfrm>
              <a:off x="7810979" y="5123445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6-6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89D7B8C-DB4F-6BC1-2342-6BFA25E5A6BB}"/>
                </a:ext>
              </a:extLst>
            </p:cNvPr>
            <p:cNvSpPr/>
            <p:nvPr/>
          </p:nvSpPr>
          <p:spPr>
            <a:xfrm>
              <a:off x="7634222" y="4228861"/>
              <a:ext cx="1125437" cy="1260352"/>
            </a:xfrm>
            <a:prstGeom prst="rect">
              <a:avLst/>
            </a:prstGeom>
            <a:solidFill>
              <a:srgbClr val="FF0000">
                <a:alpha val="10196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수정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41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105873-7548-D085-088E-FBDF1031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C1841F1-68C2-1186-3A44-B0E0E7EF820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1FA706F-7BAE-B333-9D3E-E87A08E0A6E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553FE76-D15B-BD25-073F-BBD82A856DB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905A303-C5DF-B0CB-7866-ACD45D080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1324703"/>
              </p:ext>
            </p:extLst>
          </p:nvPr>
        </p:nvGraphicFramePr>
        <p:xfrm>
          <a:off x="9655174" y="276226"/>
          <a:ext cx="2532687" cy="553057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담은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기본 정보 표시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역량태그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학습시간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담은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소개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대한 설명 텍스트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모듈 목록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 </a:t>
                      </a: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상세로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V-HCR-02-002)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1: </a:t>
                      </a:r>
                      <a:r>
                        <a:rPr lang="ko-KR" altLang="en-US" sz="800" dirty="0"/>
                        <a:t>담은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현재 학습 중인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진행률 </a:t>
                      </a:r>
                      <a:r>
                        <a:rPr lang="en-US" altLang="ko-KR" sz="800" dirty="0"/>
                        <a:t>(N/N, %) + </a:t>
                      </a:r>
                      <a:r>
                        <a:rPr lang="ko-KR" altLang="en-US" sz="800" dirty="0" err="1"/>
                        <a:t>프로그레스</a:t>
                      </a:r>
                      <a:r>
                        <a:rPr lang="ko-KR" altLang="en-US" sz="800" dirty="0"/>
                        <a:t> 바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이어서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플레이어 팝업 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 마지막 학습 위치로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2: </a:t>
                      </a:r>
                      <a:r>
                        <a:rPr lang="ko-KR" altLang="en-US" sz="800" dirty="0"/>
                        <a:t>담은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첫 번째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"</a:t>
                      </a:r>
                      <a:r>
                        <a:rPr lang="ko-KR" altLang="en-US" sz="800" dirty="0"/>
                        <a:t>아직 학습을 시작하지 않았습니다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플레이어 팝업 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수정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ko-KR" altLang="en-US" sz="800" dirty="0" err="1"/>
                        <a:t>학습모듈구성</a:t>
                      </a:r>
                      <a:r>
                        <a:rPr lang="ko-KR" altLang="en-US" sz="800" dirty="0"/>
                        <a:t> 수정 화면으로 이동 </a:t>
                      </a:r>
                      <a:r>
                        <a:rPr lang="en-US" altLang="ko-KR" sz="800" dirty="0"/>
                        <a:t>(V-HMR-02-002)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3: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완료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완료일 표시</a:t>
                      </a:r>
                      <a:r>
                        <a:rPr lang="en-US" altLang="ko-KR" sz="800" dirty="0"/>
                        <a:t>,</a:t>
                      </a:r>
                      <a:r>
                        <a:rPr lang="ko-KR" altLang="en-US" sz="800" dirty="0"/>
                        <a:t> 진행률 </a:t>
                      </a:r>
                      <a:r>
                        <a:rPr lang="en-US" altLang="ko-KR" sz="800" dirty="0"/>
                        <a:t>100% </a:t>
                      </a:r>
                      <a:r>
                        <a:rPr lang="ko-KR" altLang="en-US" sz="800" dirty="0"/>
                        <a:t>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다시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</a:t>
                      </a:r>
                      <a:r>
                        <a:rPr lang="en-US" altLang="ko-KR" sz="800" dirty="0"/>
                        <a:t>(F-04-009)</a:t>
                      </a:r>
                      <a:r>
                        <a:rPr lang="ko-KR" altLang="en-US" sz="800" dirty="0"/>
                        <a:t>호출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59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DF9B883-886F-C8E8-62F1-69AD8C5D040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2BE34-E34F-2607-3941-FB62BF06F99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660CE-3CB4-1E33-6E25-2CAEA9A492E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0AE2FB-E3D6-B616-FD1E-5B0E3B6B810D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1ADE016-394C-59C2-0AA6-827F0EBFC972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BEFBB08-B4A8-46BC-D73B-AD94D9F1CFB0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FB57D-B697-0312-214C-0B61B1AB1C95}"/>
              </a:ext>
            </a:extLst>
          </p:cNvPr>
          <p:cNvSpPr/>
          <p:nvPr/>
        </p:nvSpPr>
        <p:spPr bwMode="auto">
          <a:xfrm>
            <a:off x="1553093" y="873126"/>
            <a:ext cx="7953574" cy="15762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바탕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A4C73D-55E3-EEAC-9A50-87B0D035A75A}"/>
              </a:ext>
            </a:extLst>
          </p:cNvPr>
          <p:cNvGrpSpPr/>
          <p:nvPr/>
        </p:nvGrpSpPr>
        <p:grpSpPr>
          <a:xfrm>
            <a:off x="1692273" y="989717"/>
            <a:ext cx="2809466" cy="1337543"/>
            <a:chOff x="5617382" y="4110731"/>
            <a:chExt cx="1928564" cy="88314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D2BB21-E169-B764-654B-5044A26B8681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4A7E32E-9CE5-8059-31AB-C57A64C72E0C}"/>
                </a:ext>
              </a:extLst>
            </p:cNvPr>
            <p:cNvGrpSpPr/>
            <p:nvPr/>
          </p:nvGrpSpPr>
          <p:grpSpPr>
            <a:xfrm>
              <a:off x="5643207" y="4110731"/>
              <a:ext cx="1902739" cy="853414"/>
              <a:chOff x="5662257" y="4115456"/>
              <a:chExt cx="1828495" cy="820114"/>
            </a:xfrm>
          </p:grpSpPr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92BB0031-3372-136D-A1FC-51B021AA8212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10C33E54-348E-D194-6696-51136256437E}"/>
                  </a:ext>
                </a:extLst>
              </p:cNvPr>
              <p:cNvGrpSpPr/>
              <p:nvPr/>
            </p:nvGrpSpPr>
            <p:grpSpPr>
              <a:xfrm>
                <a:off x="5662257" y="4115456"/>
                <a:ext cx="1828495" cy="812999"/>
                <a:chOff x="5642911" y="1570812"/>
                <a:chExt cx="1662434" cy="878264"/>
              </a:xfrm>
            </p:grpSpPr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DB33622A-80D1-4B2E-68B5-660FFCA5FC49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7B5EA676-7C71-0D0A-B1AF-75F4EADB3A0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8FEBCC3F-EDF7-689E-BF6E-E615B0BDD563}"/>
                    </a:ext>
                  </a:extLst>
                </p:cNvPr>
                <p:cNvSpPr txBox="1"/>
                <p:nvPr/>
              </p:nvSpPr>
              <p:spPr>
                <a:xfrm>
                  <a:off x="5656421" y="1900729"/>
                  <a:ext cx="1648924" cy="18403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15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1500" b="1" dirty="0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0C4BA824-E77B-AEFA-9E5F-BF1E012379CC}"/>
              </a:ext>
            </a:extLst>
          </p:cNvPr>
          <p:cNvSpPr txBox="1"/>
          <p:nvPr/>
        </p:nvSpPr>
        <p:spPr>
          <a:xfrm>
            <a:off x="4639235" y="904840"/>
            <a:ext cx="4591247" cy="107721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latin typeface="+mn-ea"/>
                <a:ea typeface="+mn-ea"/>
              </a:rPr>
              <a:t>번아웃</a:t>
            </a:r>
            <a:r>
              <a:rPr lang="ko-KR" altLang="en-US" sz="1200" b="1" dirty="0">
                <a:latin typeface="+mn-ea"/>
                <a:ea typeface="+mn-ea"/>
              </a:rPr>
              <a:t> 없이 지속 가능한 교직 생활을 위한 마음 건강 관리</a:t>
            </a:r>
            <a:endParaRPr lang="en-US" altLang="ko-KR" sz="12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  <a:ea typeface="+mn-ea"/>
              </a:rPr>
              <a:t>김코칭</a:t>
            </a:r>
            <a:r>
              <a:rPr lang="ko-KR" altLang="en-US" sz="1000" dirty="0">
                <a:latin typeface="+mn-ea"/>
                <a:ea typeface="+mn-ea"/>
              </a:rPr>
              <a:t> 선생님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자기개발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D889A79-7B32-A475-F362-4BE94ABDBC08}"/>
              </a:ext>
            </a:extLst>
          </p:cNvPr>
          <p:cNvSpPr txBox="1"/>
          <p:nvPr/>
        </p:nvSpPr>
        <p:spPr>
          <a:xfrm>
            <a:off x="4627481" y="1770710"/>
            <a:ext cx="3409106" cy="601190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총 </a:t>
            </a:r>
            <a:r>
              <a:rPr lang="en-US" altLang="ko-KR" sz="1000" dirty="0">
                <a:latin typeface="+mn-ea"/>
                <a:ea typeface="+mn-ea"/>
              </a:rPr>
              <a:t>3</a:t>
            </a:r>
            <a:r>
              <a:rPr lang="ko-KR" altLang="en-US" sz="1000" dirty="0">
                <a:latin typeface="+mn-ea"/>
                <a:ea typeface="+mn-ea"/>
              </a:rPr>
              <a:t>개 콘텐츠 </a:t>
            </a:r>
            <a:r>
              <a:rPr lang="en-US" altLang="ko-KR" sz="1000" dirty="0">
                <a:latin typeface="+mn-ea"/>
                <a:ea typeface="+mn-ea"/>
              </a:rPr>
              <a:t>| 120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| 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latin typeface="+mn-ea"/>
                <a:ea typeface="+mn-ea"/>
              </a:rPr>
              <a:t>★★★★☆ 4.8 | 156</a:t>
            </a:r>
            <a:r>
              <a:rPr lang="ko-KR" altLang="en-US" sz="1000" dirty="0">
                <a:latin typeface="+mn-ea"/>
                <a:ea typeface="+mn-ea"/>
              </a:rPr>
              <a:t>명 완료 </a:t>
            </a:r>
            <a:r>
              <a:rPr lang="en-US" altLang="ko-KR" sz="1000" dirty="0">
                <a:latin typeface="+mn-ea"/>
                <a:ea typeface="+mn-ea"/>
              </a:rPr>
              <a:t>| </a:t>
            </a:r>
            <a:r>
              <a:rPr lang="en-US" altLang="ko-KR" sz="1000" dirty="0"/>
              <a:t>87</a:t>
            </a:r>
            <a:r>
              <a:rPr lang="ko-KR" altLang="en-US" sz="1000" dirty="0"/>
              <a:t>명 담음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등록일 </a:t>
            </a:r>
            <a:r>
              <a:rPr lang="en-US" altLang="ko-KR" sz="1000" dirty="0">
                <a:latin typeface="+mn-ea"/>
                <a:ea typeface="+mn-ea"/>
              </a:rPr>
              <a:t>: 2025-03-01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7E37790-2BDA-D919-94DD-561AD7464769}"/>
              </a:ext>
            </a:extLst>
          </p:cNvPr>
          <p:cNvSpPr txBox="1"/>
          <p:nvPr/>
        </p:nvSpPr>
        <p:spPr>
          <a:xfrm>
            <a:off x="1547981" y="2481100"/>
            <a:ext cx="5758752" cy="4148298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소개</a:t>
            </a:r>
            <a:endParaRPr lang="en-US" altLang="ko-KR" sz="900" b="1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latin typeface="+mn-ea"/>
              <a:ea typeface="+mn-ea"/>
            </a:endParaRPr>
          </a:p>
          <a:p>
            <a:pPr marL="72000"/>
            <a:r>
              <a:rPr lang="ko-KR" altLang="en-US" sz="900" dirty="0"/>
              <a:t>교사로서 지치지 않고 오래 행복하게 일하기 위한 마음 건강 관리법을 배웁니다</a:t>
            </a:r>
            <a:r>
              <a:rPr lang="en-US" altLang="ko-KR" sz="900" dirty="0"/>
              <a:t>. </a:t>
            </a:r>
            <a:r>
              <a:rPr lang="ko-KR" altLang="en-US" sz="900" dirty="0"/>
              <a:t>번아웃의 원인을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제로 적용할 수 있는 </a:t>
            </a:r>
            <a:r>
              <a:rPr lang="ko-KR" altLang="en-US" sz="900" dirty="0" err="1"/>
              <a:t>셀프케어</a:t>
            </a:r>
            <a:r>
              <a:rPr lang="ko-KR" altLang="en-US" sz="900" dirty="0"/>
              <a:t> 전략을 익힐 수 있습니다</a:t>
            </a:r>
            <a:r>
              <a:rPr lang="en-US" altLang="ko-KR" sz="900" dirty="0"/>
              <a:t>.</a:t>
            </a:r>
            <a:endParaRPr lang="en-US" altLang="ko-KR" sz="900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r>
              <a:rPr lang="ko-KR" altLang="en-US" sz="900" b="1" dirty="0">
                <a:latin typeface="+mn-ea"/>
              </a:rPr>
              <a:t>학습 모듈 목록</a:t>
            </a:r>
            <a:endParaRPr lang="en-US" altLang="ko-KR" sz="900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2000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8CB27D1C-6568-303B-0E80-34C034BAA0A9}"/>
              </a:ext>
            </a:extLst>
          </p:cNvPr>
          <p:cNvCxnSpPr>
            <a:cxnSpLocks/>
          </p:cNvCxnSpPr>
          <p:nvPr/>
        </p:nvCxnSpPr>
        <p:spPr>
          <a:xfrm>
            <a:off x="1645913" y="285291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51EAF7-E51E-CA8C-4D53-C20B4BBA15AB}"/>
              </a:ext>
            </a:extLst>
          </p:cNvPr>
          <p:cNvSpPr/>
          <p:nvPr/>
        </p:nvSpPr>
        <p:spPr>
          <a:xfrm>
            <a:off x="7337552" y="2503000"/>
            <a:ext cx="2165242" cy="177741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F988EAE0-DBF9-CEF8-C6B2-4ABCBF5169FF}"/>
              </a:ext>
            </a:extLst>
          </p:cNvPr>
          <p:cNvSpPr/>
          <p:nvPr/>
        </p:nvSpPr>
        <p:spPr>
          <a:xfrm>
            <a:off x="7341425" y="2665618"/>
            <a:ext cx="2165242" cy="1241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6F64B7A-08A0-08A2-732F-103D7131F4C0}"/>
              </a:ext>
            </a:extLst>
          </p:cNvPr>
          <p:cNvSpPr txBox="1"/>
          <p:nvPr/>
        </p:nvSpPr>
        <p:spPr>
          <a:xfrm>
            <a:off x="7275204" y="2465860"/>
            <a:ext cx="216136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1: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3E7CCC8E-ED51-A635-610C-B88C823992D0}"/>
              </a:ext>
            </a:extLst>
          </p:cNvPr>
          <p:cNvCxnSpPr>
            <a:cxnSpLocks/>
          </p:cNvCxnSpPr>
          <p:nvPr/>
        </p:nvCxnSpPr>
        <p:spPr>
          <a:xfrm>
            <a:off x="1732418" y="4358294"/>
            <a:ext cx="0" cy="15665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타원 236">
            <a:extLst>
              <a:ext uri="{FF2B5EF4-FFF2-40B4-BE49-F238E27FC236}">
                <a16:creationId xmlns:a16="http://schemas.microsoft.com/office/drawing/2014/main" id="{791C16E1-31D8-415E-921C-C3DDE9027553}"/>
              </a:ext>
            </a:extLst>
          </p:cNvPr>
          <p:cNvSpPr/>
          <p:nvPr/>
        </p:nvSpPr>
        <p:spPr>
          <a:xfrm>
            <a:off x="1632430" y="41535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CD32A511-D620-D4DF-B50C-ED8D64CD8EA1}"/>
              </a:ext>
            </a:extLst>
          </p:cNvPr>
          <p:cNvSpPr/>
          <p:nvPr/>
        </p:nvSpPr>
        <p:spPr>
          <a:xfrm>
            <a:off x="1909196" y="38379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7DC94777-AFF5-B68E-268F-5FABE6AC6AD1}"/>
              </a:ext>
            </a:extLst>
          </p:cNvPr>
          <p:cNvGrpSpPr/>
          <p:nvPr/>
        </p:nvGrpSpPr>
        <p:grpSpPr>
          <a:xfrm>
            <a:off x="2017930" y="4027653"/>
            <a:ext cx="888255" cy="451814"/>
            <a:chOff x="3881483" y="978229"/>
            <a:chExt cx="2403430" cy="623266"/>
          </a:xfrm>
        </p:grpSpPr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91B96ED3-2950-ED2C-30BE-FBCE01426DA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872E6974-E77C-2C03-621C-E4341549CDDD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186ED042-45DF-D24C-3E98-30836D0A9CCC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8A48456B-6A06-9075-53CC-660137FA6BAA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6F483A2-4782-8BC6-8A3A-F40FCAE83B33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66937AA2-45BC-2B76-850B-9B15FC1110A7}"/>
              </a:ext>
            </a:extLst>
          </p:cNvPr>
          <p:cNvSpPr txBox="1"/>
          <p:nvPr/>
        </p:nvSpPr>
        <p:spPr>
          <a:xfrm>
            <a:off x="2963908" y="3907112"/>
            <a:ext cx="4004159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번아웃의 이해와 원인 분석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교사가 알아야 할 모든 것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번아웃이란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무엇인지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왜 발생하는지 알아봅니다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교사가 겪는 번아웃의 주요 원인과 초기 증상을 파악하여 스스로 점검할 수 있습니다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EC8ED914-6557-ADEF-D768-4968103D2FE8}"/>
              </a:ext>
            </a:extLst>
          </p:cNvPr>
          <p:cNvSpPr/>
          <p:nvPr/>
        </p:nvSpPr>
        <p:spPr>
          <a:xfrm>
            <a:off x="1632430" y="50298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1CB7FD90-CA6A-A2EB-B32A-000A3C421F8F}"/>
              </a:ext>
            </a:extLst>
          </p:cNvPr>
          <p:cNvSpPr/>
          <p:nvPr/>
        </p:nvSpPr>
        <p:spPr>
          <a:xfrm>
            <a:off x="1909196" y="47142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912319DE-78E4-F516-EF1E-C152D1D2865A}"/>
              </a:ext>
            </a:extLst>
          </p:cNvPr>
          <p:cNvGrpSpPr/>
          <p:nvPr/>
        </p:nvGrpSpPr>
        <p:grpSpPr>
          <a:xfrm>
            <a:off x="2017930" y="4903953"/>
            <a:ext cx="888255" cy="451814"/>
            <a:chOff x="3881483" y="978229"/>
            <a:chExt cx="2403430" cy="623266"/>
          </a:xfrm>
        </p:grpSpPr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3AE33200-186D-5CC0-67B8-0DE384CA6B8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BED68481-0812-E823-788B-538F1AD7CC04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39BBC4F7-FA2E-EB21-B192-CF8126749CCE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9C0475E9-8A46-4232-1E1C-580D23BB6E32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FB036F0-9570-B0EB-4094-EE61FDF0BFCD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160F3DD7-C17E-B232-1237-7ECBA7268320}"/>
              </a:ext>
            </a:extLst>
          </p:cNvPr>
          <p:cNvSpPr txBox="1"/>
          <p:nvPr/>
        </p:nvSpPr>
        <p:spPr>
          <a:xfrm>
            <a:off x="2963908" y="4783412"/>
            <a:ext cx="4004159" cy="529238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스트레스 관리 실천 전략과 일상에서 적용하는 방법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일상에서 바로 적용할 수 있는 스트레스 관리 방법을 배웁니다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호흡법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마인드풀니스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등 실천 가능한 전략을 익힙니다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0532C68-2602-8FEE-5041-6DBCA5B63099}"/>
              </a:ext>
            </a:extLst>
          </p:cNvPr>
          <p:cNvSpPr txBox="1"/>
          <p:nvPr/>
        </p:nvSpPr>
        <p:spPr>
          <a:xfrm>
            <a:off x="6177507" y="4411629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0059381-3A90-B8FC-D38A-7F62F6BA8CE5}"/>
              </a:ext>
            </a:extLst>
          </p:cNvPr>
          <p:cNvSpPr txBox="1"/>
          <p:nvPr/>
        </p:nvSpPr>
        <p:spPr>
          <a:xfrm>
            <a:off x="6177507" y="5291674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EFFD74B-AFC1-6597-A0E8-3B81B2B0CFFB}"/>
              </a:ext>
            </a:extLst>
          </p:cNvPr>
          <p:cNvCxnSpPr>
            <a:cxnSpLocks/>
          </p:cNvCxnSpPr>
          <p:nvPr/>
        </p:nvCxnSpPr>
        <p:spPr>
          <a:xfrm>
            <a:off x="1645913" y="370084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E71739F3-9B88-0BE5-7956-1FE1AA29A695}"/>
              </a:ext>
            </a:extLst>
          </p:cNvPr>
          <p:cNvSpPr txBox="1"/>
          <p:nvPr/>
        </p:nvSpPr>
        <p:spPr>
          <a:xfrm>
            <a:off x="7360506" y="2658600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6EF0CE8-41E1-03D7-B902-0F27CCE49D36}"/>
              </a:ext>
            </a:extLst>
          </p:cNvPr>
          <p:cNvSpPr txBox="1"/>
          <p:nvPr/>
        </p:nvSpPr>
        <p:spPr>
          <a:xfrm>
            <a:off x="7337552" y="2850644"/>
            <a:ext cx="2071066" cy="51385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2. </a:t>
            </a:r>
            <a:r>
              <a:rPr lang="ko-KR" altLang="en-US" sz="800" b="1" dirty="0">
                <a:latin typeface="+mn-ea"/>
                <a:ea typeface="+mn-ea"/>
              </a:rPr>
              <a:t>스트레스 관리 실천 전략과 일상에서 적용하는 방법</a:t>
            </a:r>
          </a:p>
          <a:p>
            <a:pPr marL="108000">
              <a:spcAft>
                <a:spcPts val="200"/>
              </a:spcAft>
            </a:pP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630A40D7-1816-A627-086F-19CEF70746BA}"/>
              </a:ext>
            </a:extLst>
          </p:cNvPr>
          <p:cNvSpPr/>
          <p:nvPr/>
        </p:nvSpPr>
        <p:spPr>
          <a:xfrm>
            <a:off x="7489366" y="3259130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CEAE3094-7D45-0301-3446-654BF68B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3242328"/>
            <a:ext cx="149055" cy="149055"/>
          </a:xfrm>
          <a:prstGeom prst="rect">
            <a:avLst/>
          </a:prstGeom>
        </p:spPr>
      </p:pic>
      <p:sp>
        <p:nvSpPr>
          <p:cNvPr id="260" name="모서리가 둥근 직사각형 10">
            <a:extLst>
              <a:ext uri="{FF2B5EF4-FFF2-40B4-BE49-F238E27FC236}">
                <a16:creationId xmlns:a16="http://schemas.microsoft.com/office/drawing/2014/main" id="{06502FA4-BC4C-D934-97A3-6937374054AA}"/>
              </a:ext>
            </a:extLst>
          </p:cNvPr>
          <p:cNvSpPr/>
          <p:nvPr/>
        </p:nvSpPr>
        <p:spPr>
          <a:xfrm>
            <a:off x="7472849" y="3441038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모서리가 둥근 직사각형 46">
            <a:extLst>
              <a:ext uri="{FF2B5EF4-FFF2-40B4-BE49-F238E27FC236}">
                <a16:creationId xmlns:a16="http://schemas.microsoft.com/office/drawing/2014/main" id="{8F0A7602-912D-5F8D-98B8-4D1DCBC50E92}"/>
              </a:ext>
            </a:extLst>
          </p:cNvPr>
          <p:cNvSpPr/>
          <p:nvPr/>
        </p:nvSpPr>
        <p:spPr>
          <a:xfrm>
            <a:off x="7472851" y="3441038"/>
            <a:ext cx="859442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6EDCF24-EEC1-CD3A-1809-EDA634F5B1F2}"/>
              </a:ext>
            </a:extLst>
          </p:cNvPr>
          <p:cNvSpPr txBox="1"/>
          <p:nvPr/>
        </p:nvSpPr>
        <p:spPr>
          <a:xfrm>
            <a:off x="7583679" y="3212219"/>
            <a:ext cx="51961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학습중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41A5CBB-1D61-6A07-FA5D-92B58CE4C542}"/>
              </a:ext>
            </a:extLst>
          </p:cNvPr>
          <p:cNvSpPr txBox="1"/>
          <p:nvPr/>
        </p:nvSpPr>
        <p:spPr>
          <a:xfrm>
            <a:off x="8899444" y="3245543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2/6 (30%)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1692D1EC-C3B1-5D74-AC86-0B51E1AE6BF8}"/>
              </a:ext>
            </a:extLst>
          </p:cNvPr>
          <p:cNvCxnSpPr>
            <a:cxnSpLocks/>
          </p:cNvCxnSpPr>
          <p:nvPr/>
        </p:nvCxnSpPr>
        <p:spPr>
          <a:xfrm>
            <a:off x="7338515" y="2874335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Input">
            <a:extLst>
              <a:ext uri="{FF2B5EF4-FFF2-40B4-BE49-F238E27FC236}">
                <a16:creationId xmlns:a16="http://schemas.microsoft.com/office/drawing/2014/main" id="{3F4A3DAD-14F1-E0E4-D07F-9FE6543C1723}"/>
              </a:ext>
            </a:extLst>
          </p:cNvPr>
          <p:cNvSpPr/>
          <p:nvPr/>
        </p:nvSpPr>
        <p:spPr>
          <a:xfrm>
            <a:off x="7941843" y="3608883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이어서 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6BDCD337-1F55-562C-C75F-6588EFBE0D65}"/>
              </a:ext>
            </a:extLst>
          </p:cNvPr>
          <p:cNvSpPr/>
          <p:nvPr/>
        </p:nvSpPr>
        <p:spPr>
          <a:xfrm>
            <a:off x="1633281" y="5928405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F82C15C9-637F-8892-11DD-D0E5AF28017E}"/>
              </a:ext>
            </a:extLst>
          </p:cNvPr>
          <p:cNvSpPr/>
          <p:nvPr/>
        </p:nvSpPr>
        <p:spPr>
          <a:xfrm>
            <a:off x="1910047" y="5612816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8F978F16-4D69-7330-8B09-953123E89003}"/>
              </a:ext>
            </a:extLst>
          </p:cNvPr>
          <p:cNvGrpSpPr/>
          <p:nvPr/>
        </p:nvGrpSpPr>
        <p:grpSpPr>
          <a:xfrm>
            <a:off x="2018781" y="5802486"/>
            <a:ext cx="888255" cy="451814"/>
            <a:chOff x="3881483" y="978229"/>
            <a:chExt cx="2403430" cy="623266"/>
          </a:xfrm>
        </p:grpSpPr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315854BA-884F-9EC1-8FFD-8BF451A3581D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B6820CFE-61A7-7E96-DF1E-7EF24EF2CB73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DCDD8418-C245-F493-BD19-340DCED27695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CD4429EF-4805-AA69-36E8-211C7ADB44AD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43EE3FD-AE04-C823-4B33-FFC405F5D5CC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3C12BA83-C5A3-1883-2A96-966C9F1C9940}"/>
              </a:ext>
            </a:extLst>
          </p:cNvPr>
          <p:cNvSpPr txBox="1"/>
          <p:nvPr/>
        </p:nvSpPr>
        <p:spPr>
          <a:xfrm>
            <a:off x="2964759" y="5681945"/>
            <a:ext cx="4003308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마음 건강 </a:t>
            </a:r>
            <a:r>
              <a:rPr lang="ko-KR" altLang="en-US" sz="900" dirty="0" err="1">
                <a:latin typeface="+mn-ea"/>
                <a:ea typeface="+mn-ea"/>
              </a:rPr>
              <a:t>셀프케어</a:t>
            </a:r>
            <a:r>
              <a:rPr lang="ko-KR" altLang="en-US" sz="900" dirty="0">
                <a:latin typeface="+mn-ea"/>
                <a:ea typeface="+mn-ea"/>
              </a:rPr>
              <a:t> 루틴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아침부터 저녁까지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아침부터 저녁까지 하루 일과에 맞춘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셀프케어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루틴을 설계합니다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출근 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수업 중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퇴근 후 각 시간대별 실천법을 알려드립니다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DD63043-E3CF-2B2A-F086-F201648ABF8A}"/>
              </a:ext>
            </a:extLst>
          </p:cNvPr>
          <p:cNvSpPr txBox="1"/>
          <p:nvPr/>
        </p:nvSpPr>
        <p:spPr>
          <a:xfrm>
            <a:off x="6178358" y="6186462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CC516893-1C7E-71B0-218A-2CD2C5723FC0}"/>
              </a:ext>
            </a:extLst>
          </p:cNvPr>
          <p:cNvSpPr/>
          <p:nvPr/>
        </p:nvSpPr>
        <p:spPr>
          <a:xfrm>
            <a:off x="7337552" y="393573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02D7F73-B6EC-D2CF-ED4B-0896A8E6B7F2}"/>
              </a:ext>
            </a:extLst>
          </p:cNvPr>
          <p:cNvSpPr txBox="1"/>
          <p:nvPr/>
        </p:nvSpPr>
        <p:spPr>
          <a:xfrm>
            <a:off x="7341425" y="389859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2: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E9DFF75B-E434-08A3-81D0-29F927010506}"/>
              </a:ext>
            </a:extLst>
          </p:cNvPr>
          <p:cNvSpPr/>
          <p:nvPr/>
        </p:nvSpPr>
        <p:spPr>
          <a:xfrm>
            <a:off x="7341425" y="4103055"/>
            <a:ext cx="2165242" cy="11082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BE77D38-05A0-C717-0287-8A6BAD70F040}"/>
              </a:ext>
            </a:extLst>
          </p:cNvPr>
          <p:cNvSpPr txBox="1"/>
          <p:nvPr/>
        </p:nvSpPr>
        <p:spPr>
          <a:xfrm>
            <a:off x="7360506" y="409615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D9343C5-9875-6427-E950-D54378D490F8}"/>
              </a:ext>
            </a:extLst>
          </p:cNvPr>
          <p:cNvSpPr txBox="1"/>
          <p:nvPr/>
        </p:nvSpPr>
        <p:spPr>
          <a:xfrm>
            <a:off x="7337552" y="4303948"/>
            <a:ext cx="2071066" cy="365091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1. </a:t>
            </a:r>
            <a:r>
              <a:rPr lang="ko-KR" altLang="en-US" sz="800" b="1" dirty="0">
                <a:latin typeface="+mn-ea"/>
                <a:ea typeface="+mn-ea"/>
              </a:rPr>
              <a:t>번아웃의 이해와 원인 분석</a:t>
            </a:r>
            <a:r>
              <a:rPr lang="en-US" altLang="ko-KR" sz="800" b="1" dirty="0">
                <a:latin typeface="+mn-ea"/>
                <a:ea typeface="+mn-ea"/>
              </a:rPr>
              <a:t>, </a:t>
            </a:r>
            <a:r>
              <a:rPr lang="ko-KR" altLang="en-US" sz="800" b="1" dirty="0">
                <a:latin typeface="+mn-ea"/>
                <a:ea typeface="+mn-ea"/>
              </a:rPr>
              <a:t>교사가 알아야 할 모든 것</a:t>
            </a:r>
          </a:p>
        </p:txBody>
      </p: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F3A70385-9D5E-F79F-254E-F608DB3213CF}"/>
              </a:ext>
            </a:extLst>
          </p:cNvPr>
          <p:cNvCxnSpPr>
            <a:cxnSpLocks/>
          </p:cNvCxnSpPr>
          <p:nvPr/>
        </p:nvCxnSpPr>
        <p:spPr>
          <a:xfrm>
            <a:off x="7338515" y="431159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E70FCA18-C8DE-F7CB-ABAE-836A3000FACB}"/>
              </a:ext>
            </a:extLst>
          </p:cNvPr>
          <p:cNvSpPr txBox="1"/>
          <p:nvPr/>
        </p:nvSpPr>
        <p:spPr>
          <a:xfrm>
            <a:off x="7478240" y="4651745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아직 학습을 시작하지 않았습니다</a:t>
            </a:r>
            <a:r>
              <a:rPr lang="en-US" altLang="ko-KR" sz="800" dirty="0"/>
              <a:t>. 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7F6F3777-72A2-4357-0447-54ABA7346310}"/>
              </a:ext>
            </a:extLst>
          </p:cNvPr>
          <p:cNvSpPr/>
          <p:nvPr/>
        </p:nvSpPr>
        <p:spPr>
          <a:xfrm>
            <a:off x="7337552" y="5248064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5B23E79C-690C-81C6-930D-3309202BE885}"/>
              </a:ext>
            </a:extLst>
          </p:cNvPr>
          <p:cNvSpPr txBox="1"/>
          <p:nvPr/>
        </p:nvSpPr>
        <p:spPr>
          <a:xfrm>
            <a:off x="7341425" y="5210924"/>
            <a:ext cx="2196061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3: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완료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1CDFB717-72D0-A249-F20A-B2023DF26978}"/>
              </a:ext>
            </a:extLst>
          </p:cNvPr>
          <p:cNvSpPr/>
          <p:nvPr/>
        </p:nvSpPr>
        <p:spPr>
          <a:xfrm>
            <a:off x="7341425" y="5415387"/>
            <a:ext cx="2165242" cy="12140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7C0FE30-508C-DDE8-79B2-0DB0B356B335}"/>
              </a:ext>
            </a:extLst>
          </p:cNvPr>
          <p:cNvSpPr txBox="1"/>
          <p:nvPr/>
        </p:nvSpPr>
        <p:spPr>
          <a:xfrm>
            <a:off x="7360506" y="5408487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8F694C3D-A21C-32AB-3BB2-CF380FFD298B}"/>
              </a:ext>
            </a:extLst>
          </p:cNvPr>
          <p:cNvGrpSpPr/>
          <p:nvPr/>
        </p:nvGrpSpPr>
        <p:grpSpPr>
          <a:xfrm>
            <a:off x="7433843" y="4883518"/>
            <a:ext cx="1980406" cy="226043"/>
            <a:chOff x="7483510" y="4883518"/>
            <a:chExt cx="1980406" cy="226043"/>
          </a:xfrm>
        </p:grpSpPr>
        <p:sp>
          <p:nvSpPr>
            <p:cNvPr id="291" name="Input">
              <a:extLst>
                <a:ext uri="{FF2B5EF4-FFF2-40B4-BE49-F238E27FC236}">
                  <a16:creationId xmlns:a16="http://schemas.microsoft.com/office/drawing/2014/main" id="{F372B966-44E7-D618-20CA-C78A595D1BC8}"/>
                </a:ext>
              </a:extLst>
            </p:cNvPr>
            <p:cNvSpPr/>
            <p:nvPr/>
          </p:nvSpPr>
          <p:spPr>
            <a:xfrm>
              <a:off x="7483510" y="4883518"/>
              <a:ext cx="964406" cy="226043"/>
            </a:xfrm>
            <a:prstGeom prst="roundRect">
              <a:avLst>
                <a:gd name="adj" fmla="val 778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학습하기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2" name="Input">
              <a:extLst>
                <a:ext uri="{FF2B5EF4-FFF2-40B4-BE49-F238E27FC236}">
                  <a16:creationId xmlns:a16="http://schemas.microsoft.com/office/drawing/2014/main" id="{490ACA3B-BFDC-940A-20FF-910FD6762535}"/>
                </a:ext>
              </a:extLst>
            </p:cNvPr>
            <p:cNvSpPr/>
            <p:nvPr/>
          </p:nvSpPr>
          <p:spPr>
            <a:xfrm>
              <a:off x="8499510" y="4883518"/>
              <a:ext cx="964406" cy="226043"/>
            </a:xfrm>
            <a:prstGeom prst="roundRect">
              <a:avLst>
                <a:gd name="adj" fmla="val 778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수정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93" name="타원 292">
            <a:extLst>
              <a:ext uri="{FF2B5EF4-FFF2-40B4-BE49-F238E27FC236}">
                <a16:creationId xmlns:a16="http://schemas.microsoft.com/office/drawing/2014/main" id="{5342507D-8A20-ABA8-3BA7-1082A298F0CB}"/>
              </a:ext>
            </a:extLst>
          </p:cNvPr>
          <p:cNvSpPr/>
          <p:nvPr/>
        </p:nvSpPr>
        <p:spPr>
          <a:xfrm>
            <a:off x="1407185" y="8764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CBFFA7DF-A6C5-E9B6-57B7-43CA6B49B9DB}"/>
              </a:ext>
            </a:extLst>
          </p:cNvPr>
          <p:cNvSpPr/>
          <p:nvPr/>
        </p:nvSpPr>
        <p:spPr>
          <a:xfrm>
            <a:off x="1407185" y="26629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B2C34E33-91AC-AA80-1658-0509C06F6508}"/>
              </a:ext>
            </a:extLst>
          </p:cNvPr>
          <p:cNvSpPr/>
          <p:nvPr/>
        </p:nvSpPr>
        <p:spPr>
          <a:xfrm>
            <a:off x="1407185" y="348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33214010-013B-2ECA-459D-32590B34E000}"/>
              </a:ext>
            </a:extLst>
          </p:cNvPr>
          <p:cNvSpPr/>
          <p:nvPr/>
        </p:nvSpPr>
        <p:spPr>
          <a:xfrm>
            <a:off x="7173413" y="25104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Input">
            <a:extLst>
              <a:ext uri="{FF2B5EF4-FFF2-40B4-BE49-F238E27FC236}">
                <a16:creationId xmlns:a16="http://schemas.microsoft.com/office/drawing/2014/main" id="{A8F0B6CF-F69B-5E9E-BFE3-DB365C299191}"/>
              </a:ext>
            </a:extLst>
          </p:cNvPr>
          <p:cNvSpPr/>
          <p:nvPr/>
        </p:nvSpPr>
        <p:spPr>
          <a:xfrm>
            <a:off x="7941843" y="6344762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다시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2E44A-BB7B-687E-B81C-20BAC33B8AD7}"/>
              </a:ext>
            </a:extLst>
          </p:cNvPr>
          <p:cNvSpPr txBox="1"/>
          <p:nvPr/>
        </p:nvSpPr>
        <p:spPr>
          <a:xfrm>
            <a:off x="7478240" y="5703971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학습을 완료했습니다</a:t>
            </a:r>
            <a:r>
              <a:rPr lang="en-US" altLang="ko-KR" sz="800" dirty="0"/>
              <a:t>!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9F065FF-CBF0-5F27-2230-01CCC0AA2123}"/>
              </a:ext>
            </a:extLst>
          </p:cNvPr>
          <p:cNvSpPr/>
          <p:nvPr/>
        </p:nvSpPr>
        <p:spPr>
          <a:xfrm>
            <a:off x="7489366" y="6011855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634CA2-36CF-9820-071D-9A66A33D8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5995053"/>
            <a:ext cx="149055" cy="149055"/>
          </a:xfrm>
          <a:prstGeom prst="rect">
            <a:avLst/>
          </a:prstGeom>
        </p:spPr>
      </p:pic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A00D800A-6110-9E10-222D-F0992D30ACB1}"/>
              </a:ext>
            </a:extLst>
          </p:cNvPr>
          <p:cNvSpPr/>
          <p:nvPr/>
        </p:nvSpPr>
        <p:spPr>
          <a:xfrm>
            <a:off x="7472849" y="6193763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6">
            <a:extLst>
              <a:ext uri="{FF2B5EF4-FFF2-40B4-BE49-F238E27FC236}">
                <a16:creationId xmlns:a16="http://schemas.microsoft.com/office/drawing/2014/main" id="{D4A6DC15-90D6-1DA7-BC2D-08997A1EC399}"/>
              </a:ext>
            </a:extLst>
          </p:cNvPr>
          <p:cNvSpPr/>
          <p:nvPr/>
        </p:nvSpPr>
        <p:spPr>
          <a:xfrm>
            <a:off x="7472850" y="6193763"/>
            <a:ext cx="1935767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305C0-DCDB-D389-7E9A-D9C347AE4755}"/>
              </a:ext>
            </a:extLst>
          </p:cNvPr>
          <p:cNvSpPr txBox="1"/>
          <p:nvPr/>
        </p:nvSpPr>
        <p:spPr>
          <a:xfrm>
            <a:off x="7583678" y="5968906"/>
            <a:ext cx="1315766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2025-12-31 / 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학습완료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09A51-4D95-B2BE-132F-BE955AE770D5}"/>
              </a:ext>
            </a:extLst>
          </p:cNvPr>
          <p:cNvSpPr txBox="1"/>
          <p:nvPr/>
        </p:nvSpPr>
        <p:spPr>
          <a:xfrm>
            <a:off x="8789471" y="5968906"/>
            <a:ext cx="70106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6/6 (100%)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7574904-AE76-C239-0B87-6539FF0C81B4}"/>
              </a:ext>
            </a:extLst>
          </p:cNvPr>
          <p:cNvCxnSpPr>
            <a:cxnSpLocks/>
          </p:cNvCxnSpPr>
          <p:nvPr/>
        </p:nvCxnSpPr>
        <p:spPr>
          <a:xfrm>
            <a:off x="7338515" y="560064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20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ADF2B7-516E-1729-D560-79B8B782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D33A03F-1378-D7CA-DA5F-3B1A52281D2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93F7D34-DB72-D123-58A0-47B1A30CABF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F6349E6-6C7F-5A96-F829-8C8A47B5BEB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9AD6B1E-F41A-CC92-1B9D-F8D7F97F8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475111"/>
              </p:ext>
            </p:extLst>
          </p:nvPr>
        </p:nvGraphicFramePr>
        <p:xfrm>
          <a:off x="9655174" y="276226"/>
          <a:ext cx="2532688" cy="443156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담은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4: </a:t>
                      </a:r>
                      <a:r>
                        <a:rPr lang="ko-KR" altLang="en-US" sz="800" dirty="0"/>
                        <a:t>담기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 클릭 시 </a:t>
                      </a:r>
                      <a:r>
                        <a:rPr lang="en-US" altLang="ko-KR" sz="800" dirty="0"/>
                        <a:t>alert</a:t>
                      </a:r>
                      <a:r>
                        <a:rPr lang="ko-KR" altLang="en-US" sz="800" dirty="0"/>
                        <a:t>창 </a:t>
                      </a:r>
                      <a:r>
                        <a:rPr lang="en-US" altLang="ko-KR" sz="800" dirty="0"/>
                        <a:t>(F-04-005)</a:t>
                      </a:r>
                      <a:r>
                        <a:rPr lang="ko-KR" altLang="en-US" sz="800" dirty="0"/>
                        <a:t>호출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95431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평가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모듈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6-1.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평점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콘텐츠 학습완료 상태가 아닌 경우 접근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작성불가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(F-03-005)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유효성 체크 후 정상일 경우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(F-03-006)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V-HER-03-001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6-5.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등록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V-HER-02-003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6-6.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수정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본인의 개선요청 신청 상황에 따라 버튼 변경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092D4-3480-120A-C76E-8B76E827A8D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153D2-90CD-1CBB-925C-4E6DC2395BF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14126-91C6-AB65-A71F-17699B58D3A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C1AB98E-2497-586C-6E0B-2C9F52C4563B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8E5709D3-D64D-3E1C-DFD4-870098881551}"/>
              </a:ext>
            </a:extLst>
          </p:cNvPr>
          <p:cNvSpPr/>
          <p:nvPr/>
        </p:nvSpPr>
        <p:spPr>
          <a:xfrm>
            <a:off x="7337552" y="497150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181FC51-CDDF-41BF-D964-B0F62EC3729B}"/>
              </a:ext>
            </a:extLst>
          </p:cNvPr>
          <p:cNvSpPr txBox="1"/>
          <p:nvPr/>
        </p:nvSpPr>
        <p:spPr>
          <a:xfrm>
            <a:off x="7341425" y="460010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4: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담기 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9" name="사각형: 둥근 모서리 288">
            <a:extLst>
              <a:ext uri="{FF2B5EF4-FFF2-40B4-BE49-F238E27FC236}">
                <a16:creationId xmlns:a16="http://schemas.microsoft.com/office/drawing/2014/main" id="{0DDCE6AB-0529-F1F7-F9CB-3EE21D747E3B}"/>
              </a:ext>
            </a:extLst>
          </p:cNvPr>
          <p:cNvSpPr/>
          <p:nvPr/>
        </p:nvSpPr>
        <p:spPr>
          <a:xfrm>
            <a:off x="7341425" y="664474"/>
            <a:ext cx="2165242" cy="94455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7294AA7-C625-624C-0871-C4F60BE05A5E}"/>
              </a:ext>
            </a:extLst>
          </p:cNvPr>
          <p:cNvSpPr txBox="1"/>
          <p:nvPr/>
        </p:nvSpPr>
        <p:spPr>
          <a:xfrm>
            <a:off x="7360506" y="657573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B073B35B-A467-141F-8840-4E2740E28706}"/>
              </a:ext>
            </a:extLst>
          </p:cNvPr>
          <p:cNvCxnSpPr>
            <a:cxnSpLocks/>
          </p:cNvCxnSpPr>
          <p:nvPr/>
        </p:nvCxnSpPr>
        <p:spPr>
          <a:xfrm>
            <a:off x="7338515" y="873017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Input">
            <a:extLst>
              <a:ext uri="{FF2B5EF4-FFF2-40B4-BE49-F238E27FC236}">
                <a16:creationId xmlns:a16="http://schemas.microsoft.com/office/drawing/2014/main" id="{51116A02-4D6E-9692-715E-71915E4ADEF1}"/>
              </a:ext>
            </a:extLst>
          </p:cNvPr>
          <p:cNvSpPr/>
          <p:nvPr/>
        </p:nvSpPr>
        <p:spPr>
          <a:xfrm>
            <a:off x="7941843" y="1305921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모듈 담기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AF94AC9-02E7-43B7-CB44-2E434779B79B}"/>
              </a:ext>
            </a:extLst>
          </p:cNvPr>
          <p:cNvSpPr txBox="1"/>
          <p:nvPr/>
        </p:nvSpPr>
        <p:spPr>
          <a:xfrm>
            <a:off x="7478240" y="944937"/>
            <a:ext cx="1891613" cy="33855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이 모듈을 담으면</a:t>
            </a:r>
            <a:br>
              <a:rPr lang="en-US" altLang="ko-KR" sz="800" dirty="0"/>
            </a:br>
            <a:r>
              <a:rPr lang="ko-KR" altLang="en-US" sz="800" dirty="0"/>
              <a:t>학습을 시작할 수 있어요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F0CDCB14-4FD4-F90B-34FD-631EE3A4142D}"/>
              </a:ext>
            </a:extLst>
          </p:cNvPr>
          <p:cNvSpPr/>
          <p:nvPr/>
        </p:nvSpPr>
        <p:spPr>
          <a:xfrm>
            <a:off x="7198814" y="49715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7D5D5-7FA3-4B3E-3966-AFAA2A350A00}"/>
              </a:ext>
            </a:extLst>
          </p:cNvPr>
          <p:cNvSpPr txBox="1"/>
          <p:nvPr/>
        </p:nvSpPr>
        <p:spPr>
          <a:xfrm>
            <a:off x="1565765" y="431800"/>
            <a:ext cx="5740967" cy="5273675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 err="1">
                <a:latin typeface="+mn-ea"/>
                <a:ea typeface="+mn-ea"/>
              </a:rPr>
              <a:t>학습모듈</a:t>
            </a:r>
            <a:r>
              <a:rPr lang="ko-KR" altLang="en-US" sz="900" b="1" dirty="0">
                <a:latin typeface="+mn-ea"/>
                <a:ea typeface="+mn-ea"/>
              </a:rPr>
              <a:t> 평가 </a:t>
            </a:r>
            <a:r>
              <a:rPr lang="en-US" altLang="ko-KR" sz="900" b="1" dirty="0">
                <a:latin typeface="+mn-ea"/>
                <a:ea typeface="+mn-ea"/>
              </a:rPr>
              <a:t>(</a:t>
            </a:r>
            <a:r>
              <a:rPr lang="ko-KR" altLang="en-US" sz="900" b="1" dirty="0">
                <a:latin typeface="+mn-ea"/>
                <a:ea typeface="+mn-ea"/>
              </a:rPr>
              <a:t>총 </a:t>
            </a:r>
            <a:r>
              <a:rPr lang="en-US" altLang="ko-KR" sz="900" b="1" dirty="0">
                <a:latin typeface="+mn-ea"/>
                <a:ea typeface="+mn-ea"/>
              </a:rPr>
              <a:t>23</a:t>
            </a:r>
            <a:r>
              <a:rPr lang="ko-KR" altLang="en-US" sz="900" b="1" dirty="0">
                <a:latin typeface="+mn-ea"/>
                <a:ea typeface="+mn-ea"/>
              </a:rPr>
              <a:t>개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645E8-FF8B-5336-9318-3A8A4E99E4F1}"/>
              </a:ext>
            </a:extLst>
          </p:cNvPr>
          <p:cNvSpPr txBox="1"/>
          <p:nvPr/>
        </p:nvSpPr>
        <p:spPr>
          <a:xfrm>
            <a:off x="2020714" y="827250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★★★★★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윤*습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900" dirty="0" err="1">
                <a:latin typeface="나눔고딕" pitchFamily="2" charset="-127"/>
                <a:ea typeface="나눔고딕" pitchFamily="2" charset="-127"/>
              </a:rPr>
              <a:t>amer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DFCE40D-9BCA-5359-5DA1-3FE667C9AAD3}"/>
              </a:ext>
            </a:extLst>
          </p:cNvPr>
          <p:cNvGrpSpPr/>
          <p:nvPr/>
        </p:nvGrpSpPr>
        <p:grpSpPr>
          <a:xfrm>
            <a:off x="1672993" y="917889"/>
            <a:ext cx="378678" cy="376824"/>
            <a:chOff x="7252700" y="1491544"/>
            <a:chExt cx="395262" cy="33091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2320DE3-D430-1252-BECA-E937CCAD2CF8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9" name="그래픽 8" descr="사용자">
              <a:extLst>
                <a:ext uri="{FF2B5EF4-FFF2-40B4-BE49-F238E27FC236}">
                  <a16:creationId xmlns:a16="http://schemas.microsoft.com/office/drawing/2014/main" id="{65838FC4-1DF6-69A0-562C-4ED6E26A0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15D170C-C7A8-7D2C-5D15-72BDF125A9CF}"/>
              </a:ext>
            </a:extLst>
          </p:cNvPr>
          <p:cNvSpPr txBox="1"/>
          <p:nvPr/>
        </p:nvSpPr>
        <p:spPr>
          <a:xfrm>
            <a:off x="1661904" y="1309956"/>
            <a:ext cx="5472320" cy="42338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제가 찾던 학습 공동체 활동 관련 교육 콘텐츠 였어요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^^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감사합니다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이곳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하이코칭에서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다양한 관련 영상 자료로 학습도 하고 필요할 때 마다 찾아 볼 수 도 있어서 너무너무 좋습니다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 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006CF4-B0E3-A2BA-A588-AF5D6EDE542D}"/>
              </a:ext>
            </a:extLst>
          </p:cNvPr>
          <p:cNvSpPr/>
          <p:nvPr/>
        </p:nvSpPr>
        <p:spPr>
          <a:xfrm>
            <a:off x="3636595" y="5212503"/>
            <a:ext cx="1599307" cy="22490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88BF0-60E3-E932-288A-DB85EBBF94F6}"/>
              </a:ext>
            </a:extLst>
          </p:cNvPr>
          <p:cNvSpPr txBox="1"/>
          <p:nvPr/>
        </p:nvSpPr>
        <p:spPr>
          <a:xfrm>
            <a:off x="5780625" y="3919848"/>
            <a:ext cx="1354649" cy="27328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평점주기 </a:t>
            </a:r>
            <a:r>
              <a:rPr lang="en-US" altLang="ko-KR" sz="900" dirty="0">
                <a:latin typeface="+mn-ea"/>
                <a:ea typeface="+mn-ea"/>
              </a:rPr>
              <a:t>:</a:t>
            </a:r>
            <a:r>
              <a:rPr lang="ko-KR" altLang="en-US" sz="900" dirty="0">
                <a:latin typeface="+mn-ea"/>
                <a:ea typeface="+mn-ea"/>
              </a:rPr>
              <a:t> ★★★★☆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265DE-B76D-FDA7-D629-4E1D30366F21}"/>
              </a:ext>
            </a:extLst>
          </p:cNvPr>
          <p:cNvSpPr/>
          <p:nvPr/>
        </p:nvSpPr>
        <p:spPr>
          <a:xfrm>
            <a:off x="1750203" y="4178193"/>
            <a:ext cx="5384022" cy="849310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62E13-052E-560D-4452-8A1C6D6C9986}"/>
              </a:ext>
            </a:extLst>
          </p:cNvPr>
          <p:cNvSpPr txBox="1"/>
          <p:nvPr/>
        </p:nvSpPr>
        <p:spPr>
          <a:xfrm>
            <a:off x="1569059" y="3783309"/>
            <a:ext cx="3327400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평가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모서리가 둥근 직사각형 53">
            <a:extLst>
              <a:ext uri="{FF2B5EF4-FFF2-40B4-BE49-F238E27FC236}">
                <a16:creationId xmlns:a16="http://schemas.microsoft.com/office/drawing/2014/main" id="{6B49B1B5-54D4-5B26-F558-59530922D14C}"/>
              </a:ext>
            </a:extLst>
          </p:cNvPr>
          <p:cNvSpPr/>
          <p:nvPr/>
        </p:nvSpPr>
        <p:spPr>
          <a:xfrm>
            <a:off x="6414224" y="5212503"/>
            <a:ext cx="720000" cy="326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16" name="Pagination">
            <a:extLst>
              <a:ext uri="{FF2B5EF4-FFF2-40B4-BE49-F238E27FC236}">
                <a16:creationId xmlns:a16="http://schemas.microsoft.com/office/drawing/2014/main" id="{22F60C57-8395-9B86-CEB7-2F83F34CF973}"/>
              </a:ext>
            </a:extLst>
          </p:cNvPr>
          <p:cNvGrpSpPr/>
          <p:nvPr/>
        </p:nvGrpSpPr>
        <p:grpSpPr>
          <a:xfrm>
            <a:off x="2605470" y="330142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7" name="Previous">
              <a:extLst>
                <a:ext uri="{FF2B5EF4-FFF2-40B4-BE49-F238E27FC236}">
                  <a16:creationId xmlns:a16="http://schemas.microsoft.com/office/drawing/2014/main" id="{40478163-8E79-80E8-0BCD-C6F79AD6C48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8" name="Page 1">
              <a:extLst>
                <a:ext uri="{FF2B5EF4-FFF2-40B4-BE49-F238E27FC236}">
                  <a16:creationId xmlns:a16="http://schemas.microsoft.com/office/drawing/2014/main" id="{40BE1C7C-F246-ED23-6F26-2825EA503CD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9" name="Page 2">
              <a:extLst>
                <a:ext uri="{FF2B5EF4-FFF2-40B4-BE49-F238E27FC236}">
                  <a16:creationId xmlns:a16="http://schemas.microsoft.com/office/drawing/2014/main" id="{F6D951F6-B4DB-130B-4B14-71AF53B73E1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0" name="Page 3">
              <a:extLst>
                <a:ext uri="{FF2B5EF4-FFF2-40B4-BE49-F238E27FC236}">
                  <a16:creationId xmlns:a16="http://schemas.microsoft.com/office/drawing/2014/main" id="{AEC64902-E71A-AA50-DFF8-B6B051BCC10E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1" name="Page 4">
              <a:extLst>
                <a:ext uri="{FF2B5EF4-FFF2-40B4-BE49-F238E27FC236}">
                  <a16:creationId xmlns:a16="http://schemas.microsoft.com/office/drawing/2014/main" id="{E8D8B986-2E8E-2ED9-3148-1522A9B36E42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2" name="Page 5">
              <a:extLst>
                <a:ext uri="{FF2B5EF4-FFF2-40B4-BE49-F238E27FC236}">
                  <a16:creationId xmlns:a16="http://schemas.microsoft.com/office/drawing/2014/main" id="{60EAF6DC-F3DA-C8F8-B8BF-8AAC4DCAB95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3" name="Next">
              <a:extLst>
                <a:ext uri="{FF2B5EF4-FFF2-40B4-BE49-F238E27FC236}">
                  <a16:creationId xmlns:a16="http://schemas.microsoft.com/office/drawing/2014/main" id="{9D734336-2380-0AC7-7DBE-0F268E6A826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4" name="Page 1">
              <a:extLst>
                <a:ext uri="{FF2B5EF4-FFF2-40B4-BE49-F238E27FC236}">
                  <a16:creationId xmlns:a16="http://schemas.microsoft.com/office/drawing/2014/main" id="{E787EF08-9EE8-DD1C-E625-E7924E2BC31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5" name="Page 2">
              <a:extLst>
                <a:ext uri="{FF2B5EF4-FFF2-40B4-BE49-F238E27FC236}">
                  <a16:creationId xmlns:a16="http://schemas.microsoft.com/office/drawing/2014/main" id="{963DA407-3FA6-D91D-B8F6-1C6D740CE9CA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6" name="Page 3">
              <a:extLst>
                <a:ext uri="{FF2B5EF4-FFF2-40B4-BE49-F238E27FC236}">
                  <a16:creationId xmlns:a16="http://schemas.microsoft.com/office/drawing/2014/main" id="{42707871-C9DF-DA93-CE76-47EDE3ADE568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7" name="Page 4">
              <a:extLst>
                <a:ext uri="{FF2B5EF4-FFF2-40B4-BE49-F238E27FC236}">
                  <a16:creationId xmlns:a16="http://schemas.microsoft.com/office/drawing/2014/main" id="{F3FC9A05-E38D-F770-AA2B-FCA3C00614B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8" name="Page 5">
              <a:extLst>
                <a:ext uri="{FF2B5EF4-FFF2-40B4-BE49-F238E27FC236}">
                  <a16:creationId xmlns:a16="http://schemas.microsoft.com/office/drawing/2014/main" id="{B3C0A8D1-FF90-7BAE-4034-655BB4726B4D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97F6C28D-DCD2-C52D-8678-220D6130C2D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Page 2">
              <a:extLst>
                <a:ext uri="{FF2B5EF4-FFF2-40B4-BE49-F238E27FC236}">
                  <a16:creationId xmlns:a16="http://schemas.microsoft.com/office/drawing/2014/main" id="{BA35AD0B-E1C0-6B9A-146B-964BD0B16DF9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FF5AA70-E812-ABEC-D788-3EFF2768DCE4}"/>
              </a:ext>
            </a:extLst>
          </p:cNvPr>
          <p:cNvSpPr txBox="1"/>
          <p:nvPr/>
        </p:nvSpPr>
        <p:spPr>
          <a:xfrm>
            <a:off x="2020714" y="1958463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★★★★☆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김*동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(kim7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5C012B9-947A-F0FA-66BD-63B7EBF44C75}"/>
              </a:ext>
            </a:extLst>
          </p:cNvPr>
          <p:cNvGrpSpPr/>
          <p:nvPr/>
        </p:nvGrpSpPr>
        <p:grpSpPr>
          <a:xfrm>
            <a:off x="1672993" y="2049102"/>
            <a:ext cx="378678" cy="376824"/>
            <a:chOff x="7252700" y="1491544"/>
            <a:chExt cx="395262" cy="330917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978D69A2-F342-0F58-9902-8B67FF73AA31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34" name="그래픽 33" descr="사용자">
              <a:extLst>
                <a:ext uri="{FF2B5EF4-FFF2-40B4-BE49-F238E27FC236}">
                  <a16:creationId xmlns:a16="http://schemas.microsoft.com/office/drawing/2014/main" id="{A7DD12BE-9383-ABED-DC09-E9147B379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D445838-051D-E573-EE2A-4B1C57F4F743}"/>
              </a:ext>
            </a:extLst>
          </p:cNvPr>
          <p:cNvSpPr txBox="1"/>
          <p:nvPr/>
        </p:nvSpPr>
        <p:spPr>
          <a:xfrm>
            <a:off x="1661903" y="2441169"/>
            <a:ext cx="5472321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체계적인 학습자료를 제공해 주셔서 생각보다 짧은 시간에 부족한 생활교육 역량을 향상시키는데 많은 도움이 되었습니다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관련영상들도 이번에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구성할때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활용하면 참 좋을 것 같아요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430E07-F204-B249-28AF-B0BEFEE0CED0}"/>
              </a:ext>
            </a:extLst>
          </p:cNvPr>
          <p:cNvSpPr/>
          <p:nvPr/>
        </p:nvSpPr>
        <p:spPr>
          <a:xfrm>
            <a:off x="1464335" y="6644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6480E55-E017-3C5C-D8A0-B2F6ABA69755}"/>
              </a:ext>
            </a:extLst>
          </p:cNvPr>
          <p:cNvSpPr/>
          <p:nvPr/>
        </p:nvSpPr>
        <p:spPr>
          <a:xfrm>
            <a:off x="1464335" y="383293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27D57B9-330F-54C0-8FDE-AC540F5D9529}"/>
              </a:ext>
            </a:extLst>
          </p:cNvPr>
          <p:cNvGrpSpPr/>
          <p:nvPr/>
        </p:nvGrpSpPr>
        <p:grpSpPr>
          <a:xfrm>
            <a:off x="7084248" y="4204326"/>
            <a:ext cx="18001" cy="811697"/>
            <a:chOff x="9231725" y="2171522"/>
            <a:chExt cx="36001" cy="792000"/>
          </a:xfrm>
        </p:grpSpPr>
        <p:sp>
          <p:nvSpPr>
            <p:cNvPr id="40" name="Track">
              <a:extLst>
                <a:ext uri="{FF2B5EF4-FFF2-40B4-BE49-F238E27FC236}">
                  <a16:creationId xmlns:a16="http://schemas.microsoft.com/office/drawing/2014/main" id="{86B8F613-E256-8054-3E43-CC57FEBF65D4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rack">
              <a:extLst>
                <a:ext uri="{FF2B5EF4-FFF2-40B4-BE49-F238E27FC236}">
                  <a16:creationId xmlns:a16="http://schemas.microsoft.com/office/drawing/2014/main" id="{742ADA68-C9AE-E8AE-02F6-6D9775544BD0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506DA29-641F-3363-1852-EE021694329F}"/>
              </a:ext>
            </a:extLst>
          </p:cNvPr>
          <p:cNvSpPr txBox="1"/>
          <p:nvPr/>
        </p:nvSpPr>
        <p:spPr>
          <a:xfrm>
            <a:off x="4974295" y="579871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8479590-F924-B894-A05A-6026F8AD3E78}"/>
              </a:ext>
            </a:extLst>
          </p:cNvPr>
          <p:cNvSpPr/>
          <p:nvPr/>
        </p:nvSpPr>
        <p:spPr>
          <a:xfrm>
            <a:off x="4908840" y="5798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260212B-5817-DF0C-FB44-973AB7F7CBFD}"/>
              </a:ext>
            </a:extLst>
          </p:cNvPr>
          <p:cNvCxnSpPr>
            <a:cxnSpLocks/>
          </p:cNvCxnSpPr>
          <p:nvPr/>
        </p:nvCxnSpPr>
        <p:spPr>
          <a:xfrm>
            <a:off x="1645913" y="827250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A83042BF-17CA-8746-F021-6547BBC7823F}"/>
              </a:ext>
            </a:extLst>
          </p:cNvPr>
          <p:cNvSpPr/>
          <p:nvPr/>
        </p:nvSpPr>
        <p:spPr>
          <a:xfrm>
            <a:off x="1527465" y="91324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AA662F3-CF3C-717A-606B-D48433B13127}"/>
              </a:ext>
            </a:extLst>
          </p:cNvPr>
          <p:cNvSpPr/>
          <p:nvPr/>
        </p:nvSpPr>
        <p:spPr>
          <a:xfrm>
            <a:off x="1633272" y="417748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2F3DC2E-BB71-9668-66DE-8C78101C1BBC}"/>
              </a:ext>
            </a:extLst>
          </p:cNvPr>
          <p:cNvSpPr/>
          <p:nvPr/>
        </p:nvSpPr>
        <p:spPr>
          <a:xfrm>
            <a:off x="5822368" y="40151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BAC333C-F301-B264-B338-F09EB7CF8CE0}"/>
              </a:ext>
            </a:extLst>
          </p:cNvPr>
          <p:cNvSpPr/>
          <p:nvPr/>
        </p:nvSpPr>
        <p:spPr>
          <a:xfrm>
            <a:off x="3545893" y="52343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E7BAE52-3966-0EB9-4243-4B656F3966A8}"/>
              </a:ext>
            </a:extLst>
          </p:cNvPr>
          <p:cNvSpPr/>
          <p:nvPr/>
        </p:nvSpPr>
        <p:spPr>
          <a:xfrm>
            <a:off x="6298618" y="51370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692658E-6E10-C06A-6372-250B23C37963}"/>
              </a:ext>
            </a:extLst>
          </p:cNvPr>
          <p:cNvGrpSpPr/>
          <p:nvPr/>
        </p:nvGrpSpPr>
        <p:grpSpPr>
          <a:xfrm>
            <a:off x="4314259" y="1682927"/>
            <a:ext cx="243978" cy="444787"/>
            <a:chOff x="3169920" y="2849880"/>
            <a:chExt cx="243978" cy="44478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F9349B-6676-121E-0705-B209AE6B12C8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8EFBEB-BC4A-7510-9D09-065FDD39212F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0D3DE0D-FEE1-EBBC-3E3E-4E44E6AC10F9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9CB9BA6-8FC7-D306-A441-393EF9B8C131}"/>
              </a:ext>
            </a:extLst>
          </p:cNvPr>
          <p:cNvGrpSpPr/>
          <p:nvPr/>
        </p:nvGrpSpPr>
        <p:grpSpPr>
          <a:xfrm>
            <a:off x="4601295" y="5075300"/>
            <a:ext cx="1808827" cy="1260352"/>
            <a:chOff x="6950832" y="4228861"/>
            <a:chExt cx="1808827" cy="1260352"/>
          </a:xfrm>
        </p:grpSpPr>
        <p:sp>
          <p:nvSpPr>
            <p:cNvPr id="56" name="모서리가 둥근 직사각형 53">
              <a:extLst>
                <a:ext uri="{FF2B5EF4-FFF2-40B4-BE49-F238E27FC236}">
                  <a16:creationId xmlns:a16="http://schemas.microsoft.com/office/drawing/2014/main" id="{BC97289B-E887-138A-CCC5-7563F9719933}"/>
                </a:ext>
              </a:extLst>
            </p:cNvPr>
            <p:cNvSpPr/>
            <p:nvPr/>
          </p:nvSpPr>
          <p:spPr>
            <a:xfrm>
              <a:off x="7945476" y="4368647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</a:t>
              </a: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900AD6F-07C4-5B74-D50A-7E9B315E896A}"/>
                </a:ext>
              </a:extLst>
            </p:cNvPr>
            <p:cNvSpPr/>
            <p:nvPr/>
          </p:nvSpPr>
          <p:spPr>
            <a:xfrm>
              <a:off x="7810979" y="4307694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6-5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" name="모서리가 둥근 직사각형 53">
              <a:extLst>
                <a:ext uri="{FF2B5EF4-FFF2-40B4-BE49-F238E27FC236}">
                  <a16:creationId xmlns:a16="http://schemas.microsoft.com/office/drawing/2014/main" id="{835CD06F-C37D-E507-734A-E5BA39CE445E}"/>
                </a:ext>
              </a:extLst>
            </p:cNvPr>
            <p:cNvSpPr/>
            <p:nvPr/>
          </p:nvSpPr>
          <p:spPr>
            <a:xfrm>
              <a:off x="7945476" y="4885243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 수정</a:t>
              </a:r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22085558-BD09-0E2F-3FD1-C3BE1CA08B73}"/>
                </a:ext>
              </a:extLst>
            </p:cNvPr>
            <p:cNvCxnSpPr>
              <a:cxnSpLocks/>
              <a:stCxn id="56" idx="1"/>
              <a:endCxn id="58" idx="1"/>
            </p:cNvCxnSpPr>
            <p:nvPr/>
          </p:nvCxnSpPr>
          <p:spPr>
            <a:xfrm rot="10800000" flipV="1">
              <a:off x="7945476" y="4530647"/>
              <a:ext cx="12700" cy="516596"/>
            </a:xfrm>
            <a:prstGeom prst="bentConnector3">
              <a:avLst>
                <a:gd name="adj1" fmla="val 180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EEA0B9-B80A-6281-0CD4-4166577FA2B3}"/>
                </a:ext>
              </a:extLst>
            </p:cNvPr>
            <p:cNvSpPr txBox="1"/>
            <p:nvPr/>
          </p:nvSpPr>
          <p:spPr>
            <a:xfrm>
              <a:off x="6950832" y="4701889"/>
              <a:ext cx="11450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FF0000"/>
                  </a:solidFill>
                  <a:latin typeface="나눔고딕" pitchFamily="2" charset="-127"/>
                  <a:ea typeface="나눔고딕" pitchFamily="2" charset="-127"/>
                </a:rPr>
                <a:t>개선요청 완료 시</a:t>
              </a: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1FC9070A-0FDC-4FEB-DDE9-9E9E5D89D423}"/>
                </a:ext>
              </a:extLst>
            </p:cNvPr>
            <p:cNvSpPr/>
            <p:nvPr/>
          </p:nvSpPr>
          <p:spPr>
            <a:xfrm>
              <a:off x="7810979" y="5123445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6-6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3C4C87B-7B1B-3C89-18DA-C0E7E416417A}"/>
                </a:ext>
              </a:extLst>
            </p:cNvPr>
            <p:cNvSpPr/>
            <p:nvPr/>
          </p:nvSpPr>
          <p:spPr>
            <a:xfrm>
              <a:off x="7634222" y="4228861"/>
              <a:ext cx="1125437" cy="1260352"/>
            </a:xfrm>
            <a:prstGeom prst="rect">
              <a:avLst/>
            </a:prstGeom>
            <a:solidFill>
              <a:srgbClr val="FF0000">
                <a:alpha val="10196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수정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C8D8720-BEE8-E16A-91BD-FB9C8B7F1D78}"/>
              </a:ext>
            </a:extLst>
          </p:cNvPr>
          <p:cNvSpPr/>
          <p:nvPr/>
        </p:nvSpPr>
        <p:spPr>
          <a:xfrm>
            <a:off x="12192000" y="274320"/>
            <a:ext cx="1189946" cy="442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</a:t>
            </a:r>
            <a:r>
              <a:rPr lang="en-US" altLang="ko-KR" sz="800" dirty="0">
                <a:solidFill>
                  <a:srgbClr val="000000"/>
                </a:solidFill>
              </a:rPr>
              <a:t>,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버튼 추가</a:t>
            </a:r>
          </a:p>
        </p:txBody>
      </p:sp>
    </p:spTree>
    <p:extLst>
      <p:ext uri="{BB962C8B-B14F-4D97-AF65-F5344CB8AC3E}">
        <p14:creationId xmlns:p14="http://schemas.microsoft.com/office/powerpoint/2010/main" val="350797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551DDE0-826C-E2B2-5FF9-373380F9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6423C3D-F222-028E-A7F7-B4E16B2A9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49" y="419681"/>
            <a:ext cx="5736833" cy="52734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FDD6B69-49AE-F8EC-4F26-485B9BD7496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74BF04C-9437-B37C-0098-99C67C1A4EB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90699D5-6211-5AA9-89AA-CF3D886C596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95625A9C-1D00-E1CB-07A9-3D294E4A2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782676"/>
              </p:ext>
            </p:extLst>
          </p:nvPr>
        </p:nvGraphicFramePr>
        <p:xfrm>
          <a:off x="9655174" y="276226"/>
          <a:ext cx="2532687" cy="145280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글 제목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유효성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필수항목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글자수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(F-03-001)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7AB714F2-7996-28A3-9728-B882902DE92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93845-F77E-42BE-CA70-28AB20873B8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A5BE6E-E51F-CEFB-02A7-61F3C202204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 등록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E2A0D7-1484-9D21-2539-4B6EDCBD84E7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V-HCR-02-003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모서리가 둥근 직사각형 53">
            <a:extLst>
              <a:ext uri="{FF2B5EF4-FFF2-40B4-BE49-F238E27FC236}">
                <a16:creationId xmlns:a16="http://schemas.microsoft.com/office/drawing/2014/main" id="{260AF2A2-92CE-B8A7-6765-33527F328326}"/>
              </a:ext>
            </a:extLst>
          </p:cNvPr>
          <p:cNvSpPr/>
          <p:nvPr/>
        </p:nvSpPr>
        <p:spPr>
          <a:xfrm>
            <a:off x="5593720" y="5193034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개선요청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260E263-C40F-BB64-B5A9-B1CD04134B8E}"/>
              </a:ext>
            </a:extLst>
          </p:cNvPr>
          <p:cNvCxnSpPr>
            <a:cxnSpLocks/>
            <a:stCxn id="19" idx="3"/>
            <a:endCxn id="3" idx="3"/>
          </p:cNvCxnSpPr>
          <p:nvPr/>
        </p:nvCxnSpPr>
        <p:spPr>
          <a:xfrm flipV="1">
            <a:off x="6313720" y="2884571"/>
            <a:ext cx="1076048" cy="2470463"/>
          </a:xfrm>
          <a:prstGeom prst="bentConnector3">
            <a:avLst>
              <a:gd name="adj1" fmla="val 121244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25A4776-9AA1-A376-0A35-9126C4E4313D}"/>
              </a:ext>
            </a:extLst>
          </p:cNvPr>
          <p:cNvGrpSpPr/>
          <p:nvPr/>
        </p:nvGrpSpPr>
        <p:grpSpPr>
          <a:xfrm>
            <a:off x="3523097" y="1307273"/>
            <a:ext cx="4034789" cy="3212027"/>
            <a:chOff x="2695791" y="1340967"/>
            <a:chExt cx="4034789" cy="321202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DDB7891-8392-6BBC-641A-D799CED2FFFB}"/>
                </a:ext>
              </a:extLst>
            </p:cNvPr>
            <p:cNvGrpSpPr/>
            <p:nvPr/>
          </p:nvGrpSpPr>
          <p:grpSpPr>
            <a:xfrm>
              <a:off x="2815600" y="1392676"/>
              <a:ext cx="3746862" cy="3051177"/>
              <a:chOff x="3670734" y="871348"/>
              <a:chExt cx="3746862" cy="3051177"/>
            </a:xfrm>
          </p:grpSpPr>
          <p:sp>
            <p:nvSpPr>
              <p:cNvPr id="3" name="모서리가 둥근 직사각형 25">
                <a:extLst>
                  <a:ext uri="{FF2B5EF4-FFF2-40B4-BE49-F238E27FC236}">
                    <a16:creationId xmlns:a16="http://schemas.microsoft.com/office/drawing/2014/main" id="{88657AD0-A589-FECC-E2EB-996F7C64C956}"/>
                  </a:ext>
                </a:extLst>
              </p:cNvPr>
              <p:cNvSpPr/>
              <p:nvPr/>
            </p:nvSpPr>
            <p:spPr>
              <a:xfrm>
                <a:off x="3670734" y="871348"/>
                <a:ext cx="3746862" cy="3051177"/>
              </a:xfrm>
              <a:prstGeom prst="roundRect">
                <a:avLst>
                  <a:gd name="adj" fmla="val 367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 anchorCtr="0"/>
              <a:lstStyle/>
              <a:p>
                <a:pPr>
                  <a:lnSpc>
                    <a:spcPct val="150000"/>
                  </a:lnSpc>
                </a:pPr>
                <a:endParaRPr lang="ko-KR" altLang="en-US" sz="800" spc="-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1DFE6-4899-22F8-93AB-6597AB6915B3}"/>
                  </a:ext>
                </a:extLst>
              </p:cNvPr>
              <p:cNvSpPr txBox="1"/>
              <p:nvPr/>
            </p:nvSpPr>
            <p:spPr>
              <a:xfrm>
                <a:off x="3678122" y="1200525"/>
                <a:ext cx="3739473" cy="2939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90000" tIns="36000" bIns="36000" rtlCol="0" anchor="ctr" anchorCtr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개선요청</a:t>
                </a:r>
              </a:p>
            </p:txBody>
          </p:sp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A68C6B64-FF23-A201-0A78-81CA72EBF6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19748" y="995802"/>
                <a:ext cx="144000" cy="144000"/>
              </a:xfrm>
              <a:prstGeom prst="rect">
                <a:avLst/>
              </a:prstGeom>
            </p:spPr>
          </p:pic>
          <p:sp>
            <p:nvSpPr>
              <p:cNvPr id="6" name="모서리가 둥근 직사각형 26">
                <a:extLst>
                  <a:ext uri="{FF2B5EF4-FFF2-40B4-BE49-F238E27FC236}">
                    <a16:creationId xmlns:a16="http://schemas.microsoft.com/office/drawing/2014/main" id="{0977847B-867D-EFF4-B745-C904AB4D0B68}"/>
                  </a:ext>
                </a:extLst>
              </p:cNvPr>
              <p:cNvSpPr/>
              <p:nvPr/>
            </p:nvSpPr>
            <p:spPr>
              <a:xfrm>
                <a:off x="4537257" y="3438007"/>
                <a:ext cx="2005526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7200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900" b="1" spc="-90" dirty="0">
                    <a:solidFill>
                      <a:schemeClr val="bg1"/>
                    </a:solidFill>
                    <a:latin typeface="+mn-ea"/>
                  </a:rPr>
                  <a:t>개선요청 하기</a:t>
                </a: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F708E3E-4960-BB91-96FE-B11FF1854BD7}"/>
                </a:ext>
              </a:extLst>
            </p:cNvPr>
            <p:cNvGrpSpPr/>
            <p:nvPr/>
          </p:nvGrpSpPr>
          <p:grpSpPr>
            <a:xfrm>
              <a:off x="2948740" y="2186294"/>
              <a:ext cx="3459874" cy="1526437"/>
              <a:chOff x="3803874" y="2766932"/>
              <a:chExt cx="3459874" cy="1526437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81D0B02-0117-7146-9C1B-13382F3CF1F6}"/>
                  </a:ext>
                </a:extLst>
              </p:cNvPr>
              <p:cNvSpPr/>
              <p:nvPr/>
            </p:nvSpPr>
            <p:spPr>
              <a:xfrm>
                <a:off x="3807480" y="3652524"/>
                <a:ext cx="3456268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4D332F-00FB-62A0-B894-4069AD0B03FD}"/>
                  </a:ext>
                </a:extLst>
              </p:cNvPr>
              <p:cNvSpPr txBox="1"/>
              <p:nvPr/>
            </p:nvSpPr>
            <p:spPr>
              <a:xfrm>
                <a:off x="3807480" y="3347180"/>
                <a:ext cx="3456268" cy="29341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개선요청 내용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7EAA463-54A9-46C4-D781-9B2B862D1985}"/>
                  </a:ext>
                </a:extLst>
              </p:cNvPr>
              <p:cNvGrpSpPr/>
              <p:nvPr/>
            </p:nvGrpSpPr>
            <p:grpSpPr>
              <a:xfrm>
                <a:off x="7208770" y="3686177"/>
                <a:ext cx="18001" cy="576000"/>
                <a:chOff x="9231725" y="2574761"/>
                <a:chExt cx="36002" cy="792000"/>
              </a:xfrm>
            </p:grpSpPr>
            <p:sp>
              <p:nvSpPr>
                <p:cNvPr id="14" name="Track">
                  <a:extLst>
                    <a:ext uri="{FF2B5EF4-FFF2-40B4-BE49-F238E27FC236}">
                      <a16:creationId xmlns:a16="http://schemas.microsoft.com/office/drawing/2014/main" id="{63EA2C34-23F3-00D3-45E9-9DF7D2E3EA0C}"/>
                    </a:ext>
                  </a:extLst>
                </p:cNvPr>
                <p:cNvSpPr/>
                <p:nvPr/>
              </p:nvSpPr>
              <p:spPr>
                <a:xfrm rot="5400000">
                  <a:off x="8853727" y="2952761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5" name="Track">
                  <a:extLst>
                    <a:ext uri="{FF2B5EF4-FFF2-40B4-BE49-F238E27FC236}">
                      <a16:creationId xmlns:a16="http://schemas.microsoft.com/office/drawing/2014/main" id="{1206EA02-68AF-F4D4-0161-4D239CF5C02C}"/>
                    </a:ext>
                  </a:extLst>
                </p:cNvPr>
                <p:cNvSpPr/>
                <p:nvPr/>
              </p:nvSpPr>
              <p:spPr>
                <a:xfrm rot="5400000">
                  <a:off x="9087725" y="2721875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12A41-BFDD-F6FD-08BD-682C3A7EE8AF}"/>
                  </a:ext>
                </a:extLst>
              </p:cNvPr>
              <p:cNvSpPr txBox="1"/>
              <p:nvPr/>
            </p:nvSpPr>
            <p:spPr>
              <a:xfrm>
                <a:off x="3804304" y="2766932"/>
                <a:ext cx="3456268" cy="29341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제목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3694639-13A2-D96E-2926-A3CBA48FD142}"/>
                  </a:ext>
                </a:extLst>
              </p:cNvPr>
              <p:cNvSpPr/>
              <p:nvPr/>
            </p:nvSpPr>
            <p:spPr>
              <a:xfrm>
                <a:off x="3803874" y="3082737"/>
                <a:ext cx="3456268" cy="232538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9B4C167-9EC5-E73B-3F3B-AD9486641D70}"/>
                </a:ext>
              </a:extLst>
            </p:cNvPr>
            <p:cNvSpPr/>
            <p:nvPr/>
          </p:nvSpPr>
          <p:spPr>
            <a:xfrm>
              <a:off x="3529722" y="3950328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4D2377D-3779-61A8-14E2-B0DB6AD6DBD6}"/>
                </a:ext>
              </a:extLst>
            </p:cNvPr>
            <p:cNvSpPr/>
            <p:nvPr/>
          </p:nvSpPr>
          <p:spPr>
            <a:xfrm>
              <a:off x="2864379" y="2418053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7298A23-966A-6A24-4DE7-FF6B1B77261F}"/>
                </a:ext>
              </a:extLst>
            </p:cNvPr>
            <p:cNvSpPr/>
            <p:nvPr/>
          </p:nvSpPr>
          <p:spPr>
            <a:xfrm>
              <a:off x="2864379" y="2988196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504910E-4CB7-F58B-6DB4-CF9581589506}"/>
                </a:ext>
              </a:extLst>
            </p:cNvPr>
            <p:cNvSpPr/>
            <p:nvPr/>
          </p:nvSpPr>
          <p:spPr>
            <a:xfrm>
              <a:off x="2695791" y="1340967"/>
              <a:ext cx="4034789" cy="3212027"/>
            </a:xfrm>
            <a:prstGeom prst="rect">
              <a:avLst/>
            </a:prstGeom>
            <a:solidFill>
              <a:srgbClr val="FF0000">
                <a:alpha val="10196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추가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EF6327-317F-73F7-82D4-D88233ED0BAC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0173469-0D52-A0FA-9B6F-F29001B0E372}"/>
              </a:ext>
            </a:extLst>
          </p:cNvPr>
          <p:cNvSpPr/>
          <p:nvPr/>
        </p:nvSpPr>
        <p:spPr>
          <a:xfrm>
            <a:off x="1492483" y="302419"/>
            <a:ext cx="8096017" cy="62557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54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C1B871B-3A11-1760-BBF1-61BDEAE6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AAF7651-83BD-991E-E087-14AD9387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182" y="419681"/>
            <a:ext cx="5736833" cy="52734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CAE94B6-2609-AE0E-212A-321FE1D07220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22B9FCE-FD8A-AE2E-E4D0-66B89E42B4E5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A964AE23-722C-00EB-3A64-6A8090322CB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1FDB87A-5B63-5240-5EA9-26275FA667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704891"/>
              </p:ext>
            </p:extLst>
          </p:nvPr>
        </p:nvGraphicFramePr>
        <p:xfrm>
          <a:off x="9655174" y="276226"/>
          <a:ext cx="2532687" cy="133088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등록 제목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등록 내용 출력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(F-03-002)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 수정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763BB3E-F8B9-B3C3-AF5C-7B6D709DC09D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52179-1C66-C4D3-C67C-CFE0EA9FE8B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853CF-AE29-75E1-9A3E-1279B338431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 수정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447CC9-FE8E-C0E7-7E49-A8CDC070ECD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V-HCR-02-004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883EDF0D-5FCD-414D-075A-05182911F672}"/>
              </a:ext>
            </a:extLst>
          </p:cNvPr>
          <p:cNvSpPr/>
          <p:nvPr/>
        </p:nvSpPr>
        <p:spPr>
          <a:xfrm>
            <a:off x="1492483" y="302419"/>
            <a:ext cx="8096017" cy="62557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모서리가 둥근 직사각형 53">
            <a:extLst>
              <a:ext uri="{FF2B5EF4-FFF2-40B4-BE49-F238E27FC236}">
                <a16:creationId xmlns:a16="http://schemas.microsoft.com/office/drawing/2014/main" id="{99EBA402-A3C5-0E88-83BD-A4DF726496C5}"/>
              </a:ext>
            </a:extLst>
          </p:cNvPr>
          <p:cNvSpPr/>
          <p:nvPr/>
        </p:nvSpPr>
        <p:spPr>
          <a:xfrm>
            <a:off x="5593720" y="5193034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개선요청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수정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9FA015C-FADE-359D-D919-313661C1CFA4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6313720" y="2884571"/>
            <a:ext cx="1076048" cy="2470463"/>
          </a:xfrm>
          <a:prstGeom prst="bentConnector3">
            <a:avLst>
              <a:gd name="adj1" fmla="val 121244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86389FA-541B-329E-198B-ED46E00B4E44}"/>
              </a:ext>
            </a:extLst>
          </p:cNvPr>
          <p:cNvGrpSpPr/>
          <p:nvPr/>
        </p:nvGrpSpPr>
        <p:grpSpPr>
          <a:xfrm>
            <a:off x="3645333" y="1358982"/>
            <a:ext cx="3746862" cy="3051177"/>
            <a:chOff x="3670734" y="871348"/>
            <a:chExt cx="3746862" cy="3051177"/>
          </a:xfrm>
        </p:grpSpPr>
        <p:sp>
          <p:nvSpPr>
            <p:cNvPr id="60" name="모서리가 둥근 직사각형 25">
              <a:extLst>
                <a:ext uri="{FF2B5EF4-FFF2-40B4-BE49-F238E27FC236}">
                  <a16:creationId xmlns:a16="http://schemas.microsoft.com/office/drawing/2014/main" id="{70AF96A8-599F-5DFF-AF35-6F940593D11B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DAC1371-14E4-2008-7407-0B04275C8E75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수정</a:t>
              </a: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82DF3876-3277-4A1E-B24D-0D10AC47C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63" name="모서리가 둥근 직사각형 26">
              <a:extLst>
                <a:ext uri="{FF2B5EF4-FFF2-40B4-BE49-F238E27FC236}">
                  <a16:creationId xmlns:a16="http://schemas.microsoft.com/office/drawing/2014/main" id="{FF95AEDB-A2D2-FC5F-FD03-4A1DCF1D21DA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개선요청 수정</a:t>
              </a:r>
              <a:r>
                <a:rPr lang="en-US" altLang="ko-KR" sz="900" b="1" spc="-9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하기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62DF6AD-D695-A12A-D7F0-29E07A9E925B}"/>
              </a:ext>
            </a:extLst>
          </p:cNvPr>
          <p:cNvGrpSpPr/>
          <p:nvPr/>
        </p:nvGrpSpPr>
        <p:grpSpPr>
          <a:xfrm>
            <a:off x="3778473" y="2152600"/>
            <a:ext cx="3459874" cy="1526437"/>
            <a:chOff x="3803874" y="2766932"/>
            <a:chExt cx="3459874" cy="1526437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267A333-282B-67B6-D0E5-7BC6BB67467F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모듈 설명과 </a:t>
              </a: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콘텐츠 내용이 다소 부자연스럽습니다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</a:p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설명 내용과 </a:t>
              </a: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콘텐츠 내용을 잘 이해하고 학습할 수 있도록 설명을 자세하고 정확하게 작성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안내 부탁드립니다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~ 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F0EF21-6497-3ACC-7056-065135FBC08D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954DCFD-E942-7DD5-08BC-2AFAC009FA3E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58" name="Track">
                <a:extLst>
                  <a:ext uri="{FF2B5EF4-FFF2-40B4-BE49-F238E27FC236}">
                    <a16:creationId xmlns:a16="http://schemas.microsoft.com/office/drawing/2014/main" id="{559B8AEA-6003-098D-D564-F29D73776F44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Track">
                <a:extLst>
                  <a:ext uri="{FF2B5EF4-FFF2-40B4-BE49-F238E27FC236}">
                    <a16:creationId xmlns:a16="http://schemas.microsoft.com/office/drawing/2014/main" id="{F5B09249-EED2-6929-EB23-F57B75C3BC33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E7A9A15-758B-2071-C415-2FDA33507639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184FA74-1342-6D4C-6E0D-64D6FA255B80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모듈 개선요청 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A6346C6A-37FC-C518-DF81-514E8C09C2BD}"/>
              </a:ext>
            </a:extLst>
          </p:cNvPr>
          <p:cNvSpPr/>
          <p:nvPr/>
        </p:nvSpPr>
        <p:spPr>
          <a:xfrm>
            <a:off x="4359455" y="391663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81F3DEF-695D-CF64-A49C-736444251C41}"/>
              </a:ext>
            </a:extLst>
          </p:cNvPr>
          <p:cNvSpPr/>
          <p:nvPr/>
        </p:nvSpPr>
        <p:spPr>
          <a:xfrm>
            <a:off x="3694112" y="238435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C9EF858F-2A21-BEE7-3D83-B8BAAC26AAE5}"/>
              </a:ext>
            </a:extLst>
          </p:cNvPr>
          <p:cNvSpPr/>
          <p:nvPr/>
        </p:nvSpPr>
        <p:spPr>
          <a:xfrm>
            <a:off x="3694112" y="295450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72E3224-C6BA-704E-B4C0-D7496FBF5EE7}"/>
              </a:ext>
            </a:extLst>
          </p:cNvPr>
          <p:cNvSpPr/>
          <p:nvPr/>
        </p:nvSpPr>
        <p:spPr>
          <a:xfrm>
            <a:off x="3505062" y="1307273"/>
            <a:ext cx="4034789" cy="3212027"/>
          </a:xfrm>
          <a:prstGeom prst="rect">
            <a:avLst/>
          </a:prstGeom>
          <a:solidFill>
            <a:srgbClr val="FF0000">
              <a:alpha val="1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C8CD7F8-41D7-F495-07C6-56B17E2495AC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</p:spTree>
    <p:extLst>
      <p:ext uri="{BB962C8B-B14F-4D97-AF65-F5344CB8AC3E}">
        <p14:creationId xmlns:p14="http://schemas.microsoft.com/office/powerpoint/2010/main" val="4245295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C76C19-77F7-618F-D383-C98CF4BD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E736858-CCDC-3D41-3135-5C2E31AD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49" y="419681"/>
            <a:ext cx="5736833" cy="52734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0070BF8-C99C-6612-AE8E-6BDDF364DC5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8613082-006D-D98D-14F9-ADE1FD4E685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40D6396-F796-9A23-A68E-6557C2D5AA2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DBCFB6F-C181-31F9-9C10-8D0523E5AA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228751"/>
              </p:ext>
            </p:extLst>
          </p:nvPr>
        </p:nvGraphicFramePr>
        <p:xfrm>
          <a:off x="9655174" y="276226"/>
          <a:ext cx="2532687" cy="239501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정보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신고대상 이름 자동 세팅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유형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콘텐츠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내용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허위정보 기재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신고내용 입력 창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(F-03-010)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 완료 후 팝업 닫힘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05DDF82-E8CE-6E93-31A9-A4DED39D89F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0B1CD4-FD64-2BE8-7FE1-919252D7845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D4F53A-7EBD-175C-96A3-B0F4785B440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신고하기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5D6C8D-8FAE-0992-05F5-41A980504C3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V-HER-03-001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B749CF5B-ED27-3FC2-5367-5CF192B84496}"/>
              </a:ext>
            </a:extLst>
          </p:cNvPr>
          <p:cNvSpPr/>
          <p:nvPr/>
        </p:nvSpPr>
        <p:spPr>
          <a:xfrm>
            <a:off x="1492483" y="302419"/>
            <a:ext cx="8096017" cy="62557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275836F1-4FE8-E669-7BE1-6B93EBC7E401}"/>
              </a:ext>
            </a:extLst>
          </p:cNvPr>
          <p:cNvGrpSpPr/>
          <p:nvPr/>
        </p:nvGrpSpPr>
        <p:grpSpPr>
          <a:xfrm>
            <a:off x="3670734" y="871349"/>
            <a:ext cx="3746862" cy="3554602"/>
            <a:chOff x="3670734" y="871349"/>
            <a:chExt cx="3746862" cy="3554602"/>
          </a:xfrm>
        </p:grpSpPr>
        <p:sp>
          <p:nvSpPr>
            <p:cNvPr id="379" name="모서리가 둥근 직사각형 25">
              <a:extLst>
                <a:ext uri="{FF2B5EF4-FFF2-40B4-BE49-F238E27FC236}">
                  <a16:creationId xmlns:a16="http://schemas.microsoft.com/office/drawing/2014/main" id="{26A6279A-B67A-2E55-AA8F-C51571A9E7F0}"/>
                </a:ext>
              </a:extLst>
            </p:cNvPr>
            <p:cNvSpPr/>
            <p:nvPr/>
          </p:nvSpPr>
          <p:spPr>
            <a:xfrm>
              <a:off x="3670734" y="871349"/>
              <a:ext cx="3746862" cy="3554602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E8092331-86CF-D391-DF79-018BAD7E8EAA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신고하기</a:t>
              </a:r>
            </a:p>
          </p:txBody>
        </p:sp>
        <p:pic>
          <p:nvPicPr>
            <p:cNvPr id="381" name="그림 380">
              <a:extLst>
                <a:ext uri="{FF2B5EF4-FFF2-40B4-BE49-F238E27FC236}">
                  <a16:creationId xmlns:a16="http://schemas.microsoft.com/office/drawing/2014/main" id="{8442990F-2C56-31BB-8223-D188F519C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382" name="모서리가 둥근 직사각형 26">
              <a:extLst>
                <a:ext uri="{FF2B5EF4-FFF2-40B4-BE49-F238E27FC236}">
                  <a16:creationId xmlns:a16="http://schemas.microsoft.com/office/drawing/2014/main" id="{45203A65-C50E-1A71-20E8-84477FC03B55}"/>
                </a:ext>
              </a:extLst>
            </p:cNvPr>
            <p:cNvSpPr/>
            <p:nvPr/>
          </p:nvSpPr>
          <p:spPr>
            <a:xfrm>
              <a:off x="4537257" y="3887692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신고하기</a:t>
              </a:r>
            </a:p>
          </p:txBody>
        </p:sp>
      </p:grpSp>
      <p:graphicFrame>
        <p:nvGraphicFramePr>
          <p:cNvPr id="383" name="표 382">
            <a:extLst>
              <a:ext uri="{FF2B5EF4-FFF2-40B4-BE49-F238E27FC236}">
                <a16:creationId xmlns:a16="http://schemas.microsoft.com/office/drawing/2014/main" id="{8435ACA7-DF4C-67A2-AB3E-E4AE0EA56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82415"/>
              </p:ext>
            </p:extLst>
          </p:nvPr>
        </p:nvGraphicFramePr>
        <p:xfrm>
          <a:off x="3807480" y="1714592"/>
          <a:ext cx="3456268" cy="1566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1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2666111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신고대상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이전문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19922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유형*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91849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내용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76535"/>
                  </a:ext>
                </a:extLst>
              </a:tr>
            </a:tbl>
          </a:graphicData>
        </a:graphic>
      </p:graphicFrame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B5528FDF-E1B2-741B-177C-9DEA371CFAD2}"/>
              </a:ext>
            </a:extLst>
          </p:cNvPr>
          <p:cNvGrpSpPr/>
          <p:nvPr/>
        </p:nvGrpSpPr>
        <p:grpSpPr>
          <a:xfrm>
            <a:off x="4673600" y="2077808"/>
            <a:ext cx="1497376" cy="248402"/>
            <a:chOff x="2280858" y="2217275"/>
            <a:chExt cx="1222532" cy="248402"/>
          </a:xfrm>
        </p:grpSpPr>
        <p:sp>
          <p:nvSpPr>
            <p:cNvPr id="385" name="Input">
              <a:extLst>
                <a:ext uri="{FF2B5EF4-FFF2-40B4-BE49-F238E27FC236}">
                  <a16:creationId xmlns:a16="http://schemas.microsoft.com/office/drawing/2014/main" id="{066D9E3F-4467-A020-E4AD-2A933F86310D}"/>
                </a:ext>
              </a:extLst>
            </p:cNvPr>
            <p:cNvSpPr/>
            <p:nvPr/>
          </p:nvSpPr>
          <p:spPr>
            <a:xfrm>
              <a:off x="2280858" y="2217275"/>
              <a:ext cx="1222532" cy="24840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6800" rIns="72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사유 선택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86" name="Chevron Right">
              <a:extLst>
                <a:ext uri="{FF2B5EF4-FFF2-40B4-BE49-F238E27FC236}">
                  <a16:creationId xmlns:a16="http://schemas.microsoft.com/office/drawing/2014/main" id="{58180307-F714-0C6E-70B2-0B34399597E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78216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2C3B2D82-E7F8-5578-CF0A-75772A89B37B}"/>
              </a:ext>
            </a:extLst>
          </p:cNvPr>
          <p:cNvSpPr/>
          <p:nvPr/>
        </p:nvSpPr>
        <p:spPr>
          <a:xfrm>
            <a:off x="4673599" y="2407461"/>
            <a:ext cx="2539127" cy="798666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D4121E09-3F70-CAEC-276C-FB78AE3CAB0B}"/>
              </a:ext>
            </a:extLst>
          </p:cNvPr>
          <p:cNvGrpSpPr/>
          <p:nvPr/>
        </p:nvGrpSpPr>
        <p:grpSpPr>
          <a:xfrm>
            <a:off x="7117381" y="2441114"/>
            <a:ext cx="58498" cy="717852"/>
            <a:chOff x="9231725" y="2171522"/>
            <a:chExt cx="36001" cy="792000"/>
          </a:xfrm>
        </p:grpSpPr>
        <p:sp>
          <p:nvSpPr>
            <p:cNvPr id="389" name="Track">
              <a:extLst>
                <a:ext uri="{FF2B5EF4-FFF2-40B4-BE49-F238E27FC236}">
                  <a16:creationId xmlns:a16="http://schemas.microsoft.com/office/drawing/2014/main" id="{23B5ADCE-7FF8-D820-0C71-E2F0FCBBD82E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0" name="Track">
              <a:extLst>
                <a:ext uri="{FF2B5EF4-FFF2-40B4-BE49-F238E27FC236}">
                  <a16:creationId xmlns:a16="http://schemas.microsoft.com/office/drawing/2014/main" id="{3854386A-0025-645B-CB40-3A1B436DE433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91" name="TextBox 390">
            <a:extLst>
              <a:ext uri="{FF2B5EF4-FFF2-40B4-BE49-F238E27FC236}">
                <a16:creationId xmlns:a16="http://schemas.microsoft.com/office/drawing/2014/main" id="{52DBF55C-ACC6-6635-8E80-CB92B4A2E285}"/>
              </a:ext>
            </a:extLst>
          </p:cNvPr>
          <p:cNvSpPr txBox="1"/>
          <p:nvPr/>
        </p:nvSpPr>
        <p:spPr>
          <a:xfrm>
            <a:off x="3809521" y="3281411"/>
            <a:ext cx="3454227" cy="48102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8900" indent="-88900">
              <a:lnSpc>
                <a:spcPct val="150000"/>
              </a:lnSpc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결과는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마이코칭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프로필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화면에서 확인하실 수  있습니다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93" name="타원 392">
            <a:extLst>
              <a:ext uri="{FF2B5EF4-FFF2-40B4-BE49-F238E27FC236}">
                <a16:creationId xmlns:a16="http://schemas.microsoft.com/office/drawing/2014/main" id="{F93090CA-28A4-CF34-A528-1846D3DDFE37}"/>
              </a:ext>
            </a:extLst>
          </p:cNvPr>
          <p:cNvSpPr/>
          <p:nvPr/>
        </p:nvSpPr>
        <p:spPr>
          <a:xfrm>
            <a:off x="3714852" y="16119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타원 393">
            <a:extLst>
              <a:ext uri="{FF2B5EF4-FFF2-40B4-BE49-F238E27FC236}">
                <a16:creationId xmlns:a16="http://schemas.microsoft.com/office/drawing/2014/main" id="{F3576C18-8486-33C5-0CC7-B8E7C98408E4}"/>
              </a:ext>
            </a:extLst>
          </p:cNvPr>
          <p:cNvSpPr/>
          <p:nvPr/>
        </p:nvSpPr>
        <p:spPr>
          <a:xfrm>
            <a:off x="4536179" y="2040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5" name="타원 394">
            <a:extLst>
              <a:ext uri="{FF2B5EF4-FFF2-40B4-BE49-F238E27FC236}">
                <a16:creationId xmlns:a16="http://schemas.microsoft.com/office/drawing/2014/main" id="{FF1354E1-84AE-F105-4985-67EF29F2BDDA}"/>
              </a:ext>
            </a:extLst>
          </p:cNvPr>
          <p:cNvSpPr/>
          <p:nvPr/>
        </p:nvSpPr>
        <p:spPr>
          <a:xfrm>
            <a:off x="4382358" y="38609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6" name="타원 395">
            <a:extLst>
              <a:ext uri="{FF2B5EF4-FFF2-40B4-BE49-F238E27FC236}">
                <a16:creationId xmlns:a16="http://schemas.microsoft.com/office/drawing/2014/main" id="{13D27623-C2BD-2AEA-36C5-E0696C401835}"/>
              </a:ext>
            </a:extLst>
          </p:cNvPr>
          <p:cNvSpPr/>
          <p:nvPr/>
        </p:nvSpPr>
        <p:spPr>
          <a:xfrm>
            <a:off x="4536178" y="17166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7" name="타원 396">
            <a:extLst>
              <a:ext uri="{FF2B5EF4-FFF2-40B4-BE49-F238E27FC236}">
                <a16:creationId xmlns:a16="http://schemas.microsoft.com/office/drawing/2014/main" id="{2809E1BE-CDD5-B81D-6488-18BB94518204}"/>
              </a:ext>
            </a:extLst>
          </p:cNvPr>
          <p:cNvSpPr/>
          <p:nvPr/>
        </p:nvSpPr>
        <p:spPr>
          <a:xfrm>
            <a:off x="4536178" y="234026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53">
            <a:extLst>
              <a:ext uri="{FF2B5EF4-FFF2-40B4-BE49-F238E27FC236}">
                <a16:creationId xmlns:a16="http://schemas.microsoft.com/office/drawing/2014/main" id="{BF39D31C-78A6-00A4-7D63-2D669C1A4482}"/>
              </a:ext>
            </a:extLst>
          </p:cNvPr>
          <p:cNvSpPr/>
          <p:nvPr/>
        </p:nvSpPr>
        <p:spPr>
          <a:xfrm>
            <a:off x="6414224" y="5195569"/>
            <a:ext cx="720000" cy="326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A68FF850-3027-D929-0662-03714256E5B3}"/>
              </a:ext>
            </a:extLst>
          </p:cNvPr>
          <p:cNvCxnSpPr>
            <a:cxnSpLocks/>
            <a:stCxn id="3" idx="3"/>
            <a:endCxn id="379" idx="3"/>
          </p:cNvCxnSpPr>
          <p:nvPr/>
        </p:nvCxnSpPr>
        <p:spPr>
          <a:xfrm flipV="1">
            <a:off x="7134224" y="2648650"/>
            <a:ext cx="283372" cy="2710210"/>
          </a:xfrm>
          <a:prstGeom prst="bentConnector3">
            <a:avLst>
              <a:gd name="adj1" fmla="val 180671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772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695F65-6E51-CF18-3D08-48D429A4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53E1475-9A2C-DCD3-5810-A85AD666146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4BEDD04-77F3-0A13-9173-F3EE08AD66C8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90A2244-096D-EBD5-5A0C-BEF4EF46CB46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C1519EE-21F9-A6CF-DC2B-8E206D9FF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071842"/>
              </p:ext>
            </p:extLst>
          </p:nvPr>
        </p:nvGraphicFramePr>
        <p:xfrm>
          <a:off x="9655174" y="276226"/>
          <a:ext cx="2532687" cy="412819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영상 플레이어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영상 재생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재생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일시정지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진도 바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볼륨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설정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전체화면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정보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모듈명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전체 진행률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진도율</a:t>
                      </a:r>
                      <a:r>
                        <a:rPr lang="en-US" altLang="ko-KR" sz="800" dirty="0"/>
                        <a:t>: N/N (N%) | </a:t>
                      </a:r>
                      <a:r>
                        <a:rPr lang="ko-KR" altLang="en-US" sz="800" dirty="0"/>
                        <a:t>시간</a:t>
                      </a:r>
                      <a:r>
                        <a:rPr lang="en-US" altLang="ko-KR" sz="800" dirty="0"/>
                        <a:t>: N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/N</a:t>
                      </a:r>
                      <a:r>
                        <a:rPr lang="ko-KR" altLang="en-US" sz="800" dirty="0"/>
                        <a:t>분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목록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3-1 </a:t>
                      </a:r>
                      <a:r>
                        <a:rPr lang="ko-KR" altLang="en-US" sz="800" dirty="0"/>
                        <a:t>완료 콘텐츠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마지막 콘텐츠 완료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(F-04-007)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학습 완료 처리 후 모듈 상세로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3-2 </a:t>
                      </a:r>
                      <a:r>
                        <a:rPr lang="ko-KR" altLang="en-US" sz="800" dirty="0" err="1"/>
                        <a:t>학습중</a:t>
                      </a:r>
                      <a:r>
                        <a:rPr lang="ko-KR" altLang="en-US" sz="800" dirty="0"/>
                        <a:t> 콘텐츠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3-3 </a:t>
                      </a:r>
                      <a:r>
                        <a:rPr lang="ko-KR" altLang="en-US" sz="800" dirty="0" err="1"/>
                        <a:t>학습전</a:t>
                      </a:r>
                      <a:r>
                        <a:rPr lang="ko-KR" altLang="en-US" sz="800" dirty="0"/>
                        <a:t> 콘텐츠 표시</a:t>
                      </a:r>
                      <a:br>
                        <a:rPr lang="en-US" altLang="ko-KR" sz="800" dirty="0"/>
                      </a:b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6738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3092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034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94E459-203D-0283-353A-ADCCA8C4376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DB5E2-5AA9-9145-E101-55CB6260E9A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플레이어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E14C4-37E9-4723-2B7D-15A6C5EFB54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FE3E50-AA3C-F13C-4653-15783EA91FAB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512FB0-E73B-9936-F1BD-F583DB737B78}"/>
              </a:ext>
            </a:extLst>
          </p:cNvPr>
          <p:cNvSpPr/>
          <p:nvPr/>
        </p:nvSpPr>
        <p:spPr>
          <a:xfrm>
            <a:off x="1475810" y="560276"/>
            <a:ext cx="8113164" cy="6004550"/>
          </a:xfrm>
          <a:prstGeom prst="rect">
            <a:avLst/>
          </a:prstGeom>
          <a:solidFill>
            <a:srgbClr val="000000">
              <a:alpha val="69804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25">
            <a:extLst>
              <a:ext uri="{FF2B5EF4-FFF2-40B4-BE49-F238E27FC236}">
                <a16:creationId xmlns:a16="http://schemas.microsoft.com/office/drawing/2014/main" id="{2D1C7326-3621-384F-752F-4D62428E065D}"/>
              </a:ext>
            </a:extLst>
          </p:cNvPr>
          <p:cNvSpPr/>
          <p:nvPr/>
        </p:nvSpPr>
        <p:spPr>
          <a:xfrm>
            <a:off x="1617234" y="1415674"/>
            <a:ext cx="7840975" cy="4165222"/>
          </a:xfrm>
          <a:prstGeom prst="roundRect">
            <a:avLst>
              <a:gd name="adj" fmla="val 199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8B87F0-FFF9-9238-FB0D-73552C4C10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02" y="1557471"/>
            <a:ext cx="144000" cy="1440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1656845-AA95-93F5-6C5D-AB658753AE1A}"/>
              </a:ext>
            </a:extLst>
          </p:cNvPr>
          <p:cNvSpPr/>
          <p:nvPr/>
        </p:nvSpPr>
        <p:spPr>
          <a:xfrm>
            <a:off x="1812702" y="1866549"/>
            <a:ext cx="7475589" cy="33475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DAAF58F-4F22-2E15-E37D-C25177141E65}"/>
              </a:ext>
            </a:extLst>
          </p:cNvPr>
          <p:cNvSpPr/>
          <p:nvPr/>
        </p:nvSpPr>
        <p:spPr>
          <a:xfrm>
            <a:off x="1812701" y="1877137"/>
            <a:ext cx="4956886" cy="3336929"/>
          </a:xfrm>
          <a:prstGeom prst="roundRect">
            <a:avLst>
              <a:gd name="adj" fmla="val 0"/>
            </a:avLst>
          </a:prstGeom>
          <a:solidFill>
            <a:srgbClr val="5F5F5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6D37FC-85DB-AB43-5F3F-03DFA42251AE}"/>
              </a:ext>
            </a:extLst>
          </p:cNvPr>
          <p:cNvSpPr/>
          <p:nvPr/>
        </p:nvSpPr>
        <p:spPr>
          <a:xfrm>
            <a:off x="1901634" y="1954750"/>
            <a:ext cx="4794619" cy="2893158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3D87FD36-3F3D-12AD-88AD-4A6A0AE9E563}"/>
              </a:ext>
            </a:extLst>
          </p:cNvPr>
          <p:cNvSpPr/>
          <p:nvPr/>
        </p:nvSpPr>
        <p:spPr>
          <a:xfrm>
            <a:off x="1901634" y="4786202"/>
            <a:ext cx="4794620" cy="6317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6">
            <a:extLst>
              <a:ext uri="{FF2B5EF4-FFF2-40B4-BE49-F238E27FC236}">
                <a16:creationId xmlns:a16="http://schemas.microsoft.com/office/drawing/2014/main" id="{8FD8F2A6-F924-CBE5-6322-5D8D1B381C24}"/>
              </a:ext>
            </a:extLst>
          </p:cNvPr>
          <p:cNvSpPr/>
          <p:nvPr/>
        </p:nvSpPr>
        <p:spPr>
          <a:xfrm>
            <a:off x="1901636" y="4786202"/>
            <a:ext cx="2143942" cy="6317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A5EC9-DE02-62BF-3EAC-548CF0E8B5B0}"/>
              </a:ext>
            </a:extLst>
          </p:cNvPr>
          <p:cNvSpPr txBox="1"/>
          <p:nvPr/>
        </p:nvSpPr>
        <p:spPr>
          <a:xfrm>
            <a:off x="1901631" y="4451418"/>
            <a:ext cx="581959" cy="246221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17:00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749E055-E2DE-B793-402E-9C0A1226A9F3}"/>
              </a:ext>
            </a:extLst>
          </p:cNvPr>
          <p:cNvGrpSpPr/>
          <p:nvPr/>
        </p:nvGrpSpPr>
        <p:grpSpPr>
          <a:xfrm>
            <a:off x="3440296" y="3199220"/>
            <a:ext cx="1717294" cy="404219"/>
            <a:chOff x="3402817" y="2205798"/>
            <a:chExt cx="1717294" cy="40421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045E6C9-CB5F-F60F-A2D3-3261343841A6}"/>
                </a:ext>
              </a:extLst>
            </p:cNvPr>
            <p:cNvGrpSpPr/>
            <p:nvPr/>
          </p:nvGrpSpPr>
          <p:grpSpPr>
            <a:xfrm>
              <a:off x="3402817" y="2311653"/>
              <a:ext cx="151544" cy="192509"/>
              <a:chOff x="1044075" y="2590758"/>
              <a:chExt cx="90268" cy="115048"/>
            </a:xfrm>
            <a:solidFill>
              <a:schemeClr val="bg1"/>
            </a:solidFill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3CF42D7-57CC-9562-3C17-B1DBA34E3FFC}"/>
                  </a:ext>
                </a:extLst>
              </p:cNvPr>
              <p:cNvSpPr/>
              <p:nvPr/>
            </p:nvSpPr>
            <p:spPr>
              <a:xfrm>
                <a:off x="1044075" y="2590758"/>
                <a:ext cx="15190" cy="115048"/>
              </a:xfrm>
              <a:prstGeom prst="round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47067E58-6239-9DFC-E740-5ADA45675F43}"/>
                  </a:ext>
                </a:extLst>
              </p:cNvPr>
              <p:cNvSpPr/>
              <p:nvPr/>
            </p:nvSpPr>
            <p:spPr>
              <a:xfrm rot="16200000">
                <a:off x="1041893" y="2611443"/>
                <a:ext cx="110294" cy="74606"/>
              </a:xfrm>
              <a:prstGeom prst="triangl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DA79DC5-AB87-DF81-1A2F-9404F656F6D0}"/>
                </a:ext>
              </a:extLst>
            </p:cNvPr>
            <p:cNvGrpSpPr/>
            <p:nvPr/>
          </p:nvGrpSpPr>
          <p:grpSpPr>
            <a:xfrm>
              <a:off x="4081077" y="2205798"/>
              <a:ext cx="405553" cy="404219"/>
              <a:chOff x="4055092" y="2812439"/>
              <a:chExt cx="838822" cy="83882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7B3847D-49D6-C4D8-14DB-9240C332C03F}"/>
                  </a:ext>
                </a:extLst>
              </p:cNvPr>
              <p:cNvSpPr/>
              <p:nvPr/>
            </p:nvSpPr>
            <p:spPr>
              <a:xfrm>
                <a:off x="4055092" y="2812439"/>
                <a:ext cx="838822" cy="838822"/>
              </a:xfrm>
              <a:prstGeom prst="ellipse">
                <a:avLst/>
              </a:prstGeom>
              <a:solidFill>
                <a:srgbClr val="FFFFFF">
                  <a:alpha val="2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E9A316FC-510F-BF55-248E-4E0A3D5F4168}"/>
                  </a:ext>
                </a:extLst>
              </p:cNvPr>
              <p:cNvSpPr/>
              <p:nvPr/>
            </p:nvSpPr>
            <p:spPr>
              <a:xfrm rot="5400000">
                <a:off x="4360440" y="3091064"/>
                <a:ext cx="344186" cy="281575"/>
              </a:xfrm>
              <a:prstGeom prst="triangl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6C39E29-D337-7386-085D-2553881F6F6B}"/>
                </a:ext>
              </a:extLst>
            </p:cNvPr>
            <p:cNvGrpSpPr/>
            <p:nvPr/>
          </p:nvGrpSpPr>
          <p:grpSpPr>
            <a:xfrm rot="10800000">
              <a:off x="4968567" y="2311653"/>
              <a:ext cx="151544" cy="192509"/>
              <a:chOff x="1044075" y="2590758"/>
              <a:chExt cx="90268" cy="115048"/>
            </a:xfrm>
            <a:solidFill>
              <a:schemeClr val="bg1"/>
            </a:solidFill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14C187F6-5215-3FAB-2AE8-0ABCF0D78CCC}"/>
                  </a:ext>
                </a:extLst>
              </p:cNvPr>
              <p:cNvSpPr/>
              <p:nvPr/>
            </p:nvSpPr>
            <p:spPr>
              <a:xfrm>
                <a:off x="1044075" y="2590758"/>
                <a:ext cx="15190" cy="115048"/>
              </a:xfrm>
              <a:prstGeom prst="round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9ABE9E67-837D-A683-9A37-1CDE9831A925}"/>
                  </a:ext>
                </a:extLst>
              </p:cNvPr>
              <p:cNvSpPr/>
              <p:nvPr/>
            </p:nvSpPr>
            <p:spPr>
              <a:xfrm rot="16200000">
                <a:off x="1041893" y="2611444"/>
                <a:ext cx="110294" cy="74607"/>
              </a:xfrm>
              <a:prstGeom prst="triangl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D49C133-E668-DF27-654E-A776B4B3394A}"/>
              </a:ext>
            </a:extLst>
          </p:cNvPr>
          <p:cNvSpPr txBox="1"/>
          <p:nvPr/>
        </p:nvSpPr>
        <p:spPr>
          <a:xfrm>
            <a:off x="5768301" y="4455877"/>
            <a:ext cx="846514" cy="237302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25:00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463F59-FE9C-E786-CD33-EA191DA8D443}"/>
              </a:ext>
            </a:extLst>
          </p:cNvPr>
          <p:cNvGrpSpPr/>
          <p:nvPr/>
        </p:nvGrpSpPr>
        <p:grpSpPr>
          <a:xfrm>
            <a:off x="6213273" y="4385675"/>
            <a:ext cx="359700" cy="358516"/>
            <a:chOff x="3893843" y="5842279"/>
            <a:chExt cx="544632" cy="54463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AB944C1-9F76-9112-8315-3200D9625F7F}"/>
                </a:ext>
              </a:extLst>
            </p:cNvPr>
            <p:cNvSpPr/>
            <p:nvPr/>
          </p:nvSpPr>
          <p:spPr>
            <a:xfrm>
              <a:off x="3961266" y="5902942"/>
              <a:ext cx="418648" cy="418648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207BB314-E09D-7395-DB24-931B9EDF7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3843" y="5842279"/>
              <a:ext cx="544632" cy="544632"/>
            </a:xfrm>
            <a:prstGeom prst="rect">
              <a:avLst/>
            </a:prstGeom>
          </p:spPr>
        </p:pic>
      </p:grpSp>
      <p:sp>
        <p:nvSpPr>
          <p:cNvPr id="254" name="타원 253">
            <a:extLst>
              <a:ext uri="{FF2B5EF4-FFF2-40B4-BE49-F238E27FC236}">
                <a16:creationId xmlns:a16="http://schemas.microsoft.com/office/drawing/2014/main" id="{4E5D3478-065B-7B85-FCF3-E680F0F1EA3D}"/>
              </a:ext>
            </a:extLst>
          </p:cNvPr>
          <p:cNvSpPr/>
          <p:nvPr/>
        </p:nvSpPr>
        <p:spPr>
          <a:xfrm>
            <a:off x="1681330" y="18702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63E1FC-32D2-9174-655D-F01F5BCCDE07}"/>
              </a:ext>
            </a:extLst>
          </p:cNvPr>
          <p:cNvSpPr/>
          <p:nvPr/>
        </p:nvSpPr>
        <p:spPr>
          <a:xfrm>
            <a:off x="6763338" y="1877137"/>
            <a:ext cx="2516486" cy="33369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123702E-1C5B-D733-C769-12241A8084F5}"/>
              </a:ext>
            </a:extLst>
          </p:cNvPr>
          <p:cNvSpPr/>
          <p:nvPr/>
        </p:nvSpPr>
        <p:spPr>
          <a:xfrm>
            <a:off x="6771040" y="2133648"/>
            <a:ext cx="2508784" cy="9183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9C20691-E2D7-6790-EDEE-E831371B8061}"/>
              </a:ext>
            </a:extLst>
          </p:cNvPr>
          <p:cNvSpPr/>
          <p:nvPr/>
        </p:nvSpPr>
        <p:spPr>
          <a:xfrm>
            <a:off x="7246059" y="4028147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C494EEE-9B2A-920F-AAA2-3FAA831C3CBB}"/>
              </a:ext>
            </a:extLst>
          </p:cNvPr>
          <p:cNvGrpSpPr/>
          <p:nvPr/>
        </p:nvGrpSpPr>
        <p:grpSpPr>
          <a:xfrm>
            <a:off x="6763338" y="2103382"/>
            <a:ext cx="2516486" cy="650371"/>
            <a:chOff x="7000578" y="1200432"/>
            <a:chExt cx="2516486" cy="65037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D7B6C5-1A92-2ABC-E3CE-7F4335F386E7}"/>
                </a:ext>
              </a:extLst>
            </p:cNvPr>
            <p:cNvSpPr txBox="1"/>
            <p:nvPr/>
          </p:nvSpPr>
          <p:spPr>
            <a:xfrm>
              <a:off x="7000578" y="1200432"/>
              <a:ext cx="2516486" cy="551617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 marL="108000">
                <a:spcAft>
                  <a:spcPts val="200"/>
                </a:spcAft>
              </a:pPr>
              <a:r>
                <a:rPr lang="ko-KR" altLang="en-US" sz="800" b="1" dirty="0" err="1">
                  <a:latin typeface="+mn-ea"/>
                  <a:ea typeface="+mn-ea"/>
                </a:rPr>
                <a:t>블렌디드</a:t>
              </a:r>
              <a:r>
                <a:rPr lang="ko-KR" altLang="en-US" sz="800" b="1" dirty="0">
                  <a:latin typeface="+mn-ea"/>
                  <a:ea typeface="+mn-ea"/>
                </a:rPr>
                <a:t> 러닝 기반 미래형 </a:t>
              </a:r>
              <a:r>
                <a:rPr lang="ko-KR" altLang="en-US" sz="800" b="1" dirty="0" err="1">
                  <a:latin typeface="+mn-ea"/>
                  <a:ea typeface="+mn-ea"/>
                </a:rPr>
                <a:t>배움중심수업</a:t>
              </a:r>
              <a:r>
                <a:rPr lang="ko-KR" altLang="en-US" sz="800" b="1" dirty="0">
                  <a:latin typeface="+mn-ea"/>
                  <a:ea typeface="+mn-ea"/>
                </a:rPr>
                <a:t> 설계부터 운영까지 완벽 가이드</a:t>
              </a:r>
              <a:endParaRPr lang="en-US" altLang="ko-KR" sz="800" b="1" dirty="0">
                <a:latin typeface="+mn-ea"/>
                <a:ea typeface="+mn-ea"/>
              </a:endParaRPr>
            </a:p>
            <a:p>
              <a:pPr marL="108000">
                <a:lnSpc>
                  <a:spcPct val="150000"/>
                </a:lnSpc>
                <a:spcAft>
                  <a:spcPts val="200"/>
                </a:spcAft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진도율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: 1/6 (20%)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시간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: 17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분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/180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분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57" name="모서리가 둥근 직사각형 10">
              <a:extLst>
                <a:ext uri="{FF2B5EF4-FFF2-40B4-BE49-F238E27FC236}">
                  <a16:creationId xmlns:a16="http://schemas.microsoft.com/office/drawing/2014/main" id="{C5DBEB1C-0F7C-E67B-FE62-4615209F55B7}"/>
                </a:ext>
              </a:extLst>
            </p:cNvPr>
            <p:cNvSpPr/>
            <p:nvPr/>
          </p:nvSpPr>
          <p:spPr>
            <a:xfrm>
              <a:off x="7140012" y="1785251"/>
              <a:ext cx="2244494" cy="655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모서리가 둥근 직사각형 46">
              <a:extLst>
                <a:ext uri="{FF2B5EF4-FFF2-40B4-BE49-F238E27FC236}">
                  <a16:creationId xmlns:a16="http://schemas.microsoft.com/office/drawing/2014/main" id="{863EA0A2-CC6B-C8C3-3D2B-9CAF552DC62B}"/>
                </a:ext>
              </a:extLst>
            </p:cNvPr>
            <p:cNvSpPr/>
            <p:nvPr/>
          </p:nvSpPr>
          <p:spPr>
            <a:xfrm>
              <a:off x="7140013" y="1785251"/>
              <a:ext cx="1334213" cy="6555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9BCC968-D897-D38D-B1F8-99801C01D7AB}"/>
              </a:ext>
            </a:extLst>
          </p:cNvPr>
          <p:cNvSpPr/>
          <p:nvPr/>
        </p:nvSpPr>
        <p:spPr>
          <a:xfrm>
            <a:off x="6763338" y="3555488"/>
            <a:ext cx="2516486" cy="73917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13E2C9-7375-528B-9F8B-F321AC9E018F}"/>
              </a:ext>
            </a:extLst>
          </p:cNvPr>
          <p:cNvSpPr txBox="1"/>
          <p:nvPr/>
        </p:nvSpPr>
        <p:spPr>
          <a:xfrm>
            <a:off x="7179491" y="3614285"/>
            <a:ext cx="2100333" cy="369332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dirty="0">
                <a:latin typeface="+mn-ea"/>
                <a:ea typeface="+mn-ea"/>
              </a:rPr>
              <a:t>AI </a:t>
            </a:r>
            <a:r>
              <a:rPr lang="ko-KR" altLang="en-US" sz="900" dirty="0">
                <a:latin typeface="+mn-ea"/>
                <a:ea typeface="+mn-ea"/>
              </a:rPr>
              <a:t>도구로 수업 영상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 err="1">
                <a:latin typeface="+mn-ea"/>
                <a:ea typeface="+mn-ea"/>
              </a:rPr>
              <a:t>브루</a:t>
            </a:r>
            <a:r>
              <a:rPr lang="en-US" altLang="ko-KR" sz="900" dirty="0">
                <a:latin typeface="+mn-ea"/>
                <a:ea typeface="+mn-ea"/>
              </a:rPr>
              <a:t>·</a:t>
            </a:r>
            <a:r>
              <a:rPr lang="ko-KR" altLang="en-US" sz="900" dirty="0" err="1">
                <a:latin typeface="+mn-ea"/>
                <a:ea typeface="+mn-ea"/>
              </a:rPr>
              <a:t>캡컷</a:t>
            </a:r>
            <a:r>
              <a:rPr lang="en-US" altLang="ko-KR" sz="900" dirty="0">
                <a:latin typeface="+mn-ea"/>
                <a:ea typeface="+mn-ea"/>
              </a:rPr>
              <a:t>·</a:t>
            </a:r>
            <a:r>
              <a:rPr lang="ko-KR" altLang="en-US" sz="900" dirty="0" err="1">
                <a:latin typeface="+mn-ea"/>
                <a:ea typeface="+mn-ea"/>
              </a:rPr>
              <a:t>캔바</a:t>
            </a:r>
            <a:r>
              <a:rPr lang="ko-KR" altLang="en-US" sz="900" dirty="0">
                <a:latin typeface="+mn-ea"/>
                <a:ea typeface="+mn-ea"/>
              </a:rPr>
              <a:t> 활용 콘텐츠 제작 입문</a:t>
            </a:r>
            <a:endParaRPr lang="en-US" altLang="ko-KR" sz="900" dirty="0">
              <a:latin typeface="+mn-ea"/>
              <a:ea typeface="+mn-ea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09FFF5B-100C-B374-EB46-C34D5165E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065" y="4021191"/>
            <a:ext cx="149055" cy="14905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78A1B16-7A03-F106-C085-6E27334DADC0}"/>
              </a:ext>
            </a:extLst>
          </p:cNvPr>
          <p:cNvSpPr txBox="1"/>
          <p:nvPr/>
        </p:nvSpPr>
        <p:spPr>
          <a:xfrm>
            <a:off x="7353897" y="3981556"/>
            <a:ext cx="1829834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25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분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076D4FE-CE50-30AB-DEC9-326C5BB03A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99" y="3842277"/>
            <a:ext cx="165600" cy="165600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6F3F4F3F-582B-7584-ABBB-CAC3D38B23F9}"/>
              </a:ext>
            </a:extLst>
          </p:cNvPr>
          <p:cNvGrpSpPr/>
          <p:nvPr/>
        </p:nvGrpSpPr>
        <p:grpSpPr>
          <a:xfrm>
            <a:off x="6763338" y="4294813"/>
            <a:ext cx="2516486" cy="461833"/>
            <a:chOff x="6763338" y="4294813"/>
            <a:chExt cx="2516486" cy="46183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C63D60B0-64A1-AAF0-C4F0-B4F489EEABEB}"/>
                </a:ext>
              </a:extLst>
            </p:cNvPr>
            <p:cNvSpPr/>
            <p:nvPr/>
          </p:nvSpPr>
          <p:spPr>
            <a:xfrm>
              <a:off x="6763338" y="4294813"/>
              <a:ext cx="2516486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1386B0B-AE89-CC9D-8B5C-1EC10A8C5C86}"/>
                </a:ext>
              </a:extLst>
            </p:cNvPr>
            <p:cNvSpPr txBox="1"/>
            <p:nvPr/>
          </p:nvSpPr>
          <p:spPr>
            <a:xfrm>
              <a:off x="7179491" y="4341063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학교폭력 예방교육과 사안 발생 시 단계별 대응 매뉴얼 완전 정복하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8E246EE9-132F-3095-ACD4-3C06F1BA0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999" y="4442929"/>
              <a:ext cx="165600" cy="165600"/>
            </a:xfrm>
            <a:prstGeom prst="rect">
              <a:avLst/>
            </a:prstGeom>
          </p:spPr>
        </p:pic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3C470431-3894-6859-0DB9-E7CD5AE10931}"/>
              </a:ext>
            </a:extLst>
          </p:cNvPr>
          <p:cNvGrpSpPr/>
          <p:nvPr/>
        </p:nvGrpSpPr>
        <p:grpSpPr>
          <a:xfrm>
            <a:off x="6763338" y="4756775"/>
            <a:ext cx="2516486" cy="461833"/>
            <a:chOff x="6763338" y="4756775"/>
            <a:chExt cx="2516486" cy="461833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0F5DD105-863E-62C5-B92F-BD9F53190D33}"/>
                </a:ext>
              </a:extLst>
            </p:cNvPr>
            <p:cNvSpPr/>
            <p:nvPr/>
          </p:nvSpPr>
          <p:spPr>
            <a:xfrm>
              <a:off x="6763338" y="4756775"/>
              <a:ext cx="2516486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E4CD6CB-CA01-B3BA-2B87-197742F3AA18}"/>
                </a:ext>
              </a:extLst>
            </p:cNvPr>
            <p:cNvSpPr txBox="1"/>
            <p:nvPr/>
          </p:nvSpPr>
          <p:spPr>
            <a:xfrm>
              <a:off x="7179491" y="4803025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사회정서학습</a:t>
              </a:r>
              <a:r>
                <a:rPr lang="en-US" altLang="ko-KR" sz="900" dirty="0">
                  <a:latin typeface="+mn-ea"/>
                  <a:ea typeface="+mn-ea"/>
                </a:rPr>
                <a:t>(SEL) </a:t>
              </a:r>
              <a:r>
                <a:rPr lang="ko-KR" altLang="en-US" sz="900" dirty="0">
                  <a:latin typeface="+mn-ea"/>
                  <a:ea typeface="+mn-ea"/>
                </a:rPr>
                <a:t>기반 인성교육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학교와 가정을 연결하는 실천 방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0513172-43C5-0E18-CA89-43FD86E21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999" y="4904891"/>
              <a:ext cx="165600" cy="165600"/>
            </a:xfrm>
            <a:prstGeom prst="rect">
              <a:avLst/>
            </a:prstGeom>
          </p:spPr>
        </p:pic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88C847F-823E-09BA-6E31-2705B9897554}"/>
              </a:ext>
            </a:extLst>
          </p:cNvPr>
          <p:cNvSpPr/>
          <p:nvPr/>
        </p:nvSpPr>
        <p:spPr>
          <a:xfrm>
            <a:off x="6763338" y="2859901"/>
            <a:ext cx="2516487" cy="24008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3624A-016B-D804-0930-B850C1D33CD0}"/>
              </a:ext>
            </a:extLst>
          </p:cNvPr>
          <p:cNvSpPr txBox="1"/>
          <p:nvPr/>
        </p:nvSpPr>
        <p:spPr>
          <a:xfrm>
            <a:off x="6763338" y="2852041"/>
            <a:ext cx="2516486" cy="24198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콘텐츠 목록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개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09496C5-6CB5-05C6-6264-36C7F5CCB9B4}"/>
              </a:ext>
            </a:extLst>
          </p:cNvPr>
          <p:cNvSpPr/>
          <p:nvPr/>
        </p:nvSpPr>
        <p:spPr>
          <a:xfrm>
            <a:off x="6761120" y="18702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0808702-25F3-26A2-037A-A2D89D0AEBD9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8E0AB21-CBD0-009A-906C-8050200C876C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A530C225-C384-4A16-BD0D-A357BB391479}"/>
              </a:ext>
            </a:extLst>
          </p:cNvPr>
          <p:cNvGrpSpPr/>
          <p:nvPr/>
        </p:nvGrpSpPr>
        <p:grpSpPr>
          <a:xfrm>
            <a:off x="6763338" y="3096580"/>
            <a:ext cx="2516486" cy="461833"/>
            <a:chOff x="6763338" y="3096580"/>
            <a:chExt cx="2516486" cy="461833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203DF63-6FB0-BE59-221F-AFAADB64382C}"/>
                </a:ext>
              </a:extLst>
            </p:cNvPr>
            <p:cNvSpPr/>
            <p:nvPr/>
          </p:nvSpPr>
          <p:spPr>
            <a:xfrm>
              <a:off x="6763338" y="3096580"/>
              <a:ext cx="2516486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5B07E99-BD25-4C9A-F3E1-D2299B462EBD}"/>
                </a:ext>
              </a:extLst>
            </p:cNvPr>
            <p:cNvSpPr txBox="1"/>
            <p:nvPr/>
          </p:nvSpPr>
          <p:spPr>
            <a:xfrm>
              <a:off x="7179491" y="3142830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회복적 생활교육으로 학급 분위기 바꾸기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관계 회복 중심 생활지도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D57B442B-6256-8F41-7C94-54347EC0A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999" y="3241144"/>
              <a:ext cx="165600" cy="165600"/>
            </a:xfrm>
            <a:prstGeom prst="rect">
              <a:avLst/>
            </a:prstGeom>
          </p:spPr>
        </p:pic>
      </p:grpSp>
      <p:sp>
        <p:nvSpPr>
          <p:cNvPr id="228" name="타원 227">
            <a:extLst>
              <a:ext uri="{FF2B5EF4-FFF2-40B4-BE49-F238E27FC236}">
                <a16:creationId xmlns:a16="http://schemas.microsoft.com/office/drawing/2014/main" id="{A7C3C8BA-D0B1-7BBD-E525-5E6777CF50B9}"/>
              </a:ext>
            </a:extLst>
          </p:cNvPr>
          <p:cNvSpPr/>
          <p:nvPr/>
        </p:nvSpPr>
        <p:spPr>
          <a:xfrm>
            <a:off x="6761120" y="30992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22F2F6E9-5CC0-6458-70C7-0DB3DB907B41}"/>
              </a:ext>
            </a:extLst>
          </p:cNvPr>
          <p:cNvGrpSpPr/>
          <p:nvPr/>
        </p:nvGrpSpPr>
        <p:grpSpPr>
          <a:xfrm>
            <a:off x="9236551" y="3100281"/>
            <a:ext cx="45719" cy="2126388"/>
            <a:chOff x="9231725" y="2171522"/>
            <a:chExt cx="36001" cy="792000"/>
          </a:xfrm>
        </p:grpSpPr>
        <p:sp>
          <p:nvSpPr>
            <p:cNvPr id="231" name="Track">
              <a:extLst>
                <a:ext uri="{FF2B5EF4-FFF2-40B4-BE49-F238E27FC236}">
                  <a16:creationId xmlns:a16="http://schemas.microsoft.com/office/drawing/2014/main" id="{0D429D4A-B998-F4A4-C2CC-E0E1006E32F8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2" name="Track">
              <a:extLst>
                <a:ext uri="{FF2B5EF4-FFF2-40B4-BE49-F238E27FC236}">
                  <a16:creationId xmlns:a16="http://schemas.microsoft.com/office/drawing/2014/main" id="{9E9A0C51-B6E6-9A3F-6382-FB9E73FD17E0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3" name="타원 232">
            <a:extLst>
              <a:ext uri="{FF2B5EF4-FFF2-40B4-BE49-F238E27FC236}">
                <a16:creationId xmlns:a16="http://schemas.microsoft.com/office/drawing/2014/main" id="{73B35AD6-DAC7-F4A3-505E-FF8C3ACEEC99}"/>
              </a:ext>
            </a:extLst>
          </p:cNvPr>
          <p:cNvSpPr/>
          <p:nvPr/>
        </p:nvSpPr>
        <p:spPr>
          <a:xfrm>
            <a:off x="6761120" y="28608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5" name="그림 234">
            <a:extLst>
              <a:ext uri="{FF2B5EF4-FFF2-40B4-BE49-F238E27FC236}">
                <a16:creationId xmlns:a16="http://schemas.microsoft.com/office/drawing/2014/main" id="{CB23C064-6C66-3492-0659-5EE6EA69E2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763337" y="4730333"/>
            <a:ext cx="2473214" cy="172442"/>
          </a:xfrm>
          <a:prstGeom prst="rect">
            <a:avLst/>
          </a:prstGeom>
        </p:spPr>
      </p:pic>
      <p:sp>
        <p:nvSpPr>
          <p:cNvPr id="236" name="타원 235">
            <a:extLst>
              <a:ext uri="{FF2B5EF4-FFF2-40B4-BE49-F238E27FC236}">
                <a16:creationId xmlns:a16="http://schemas.microsoft.com/office/drawing/2014/main" id="{4C870CC4-4E76-A097-666B-5235DE2EB3D7}"/>
              </a:ext>
            </a:extLst>
          </p:cNvPr>
          <p:cNvSpPr/>
          <p:nvPr/>
        </p:nvSpPr>
        <p:spPr>
          <a:xfrm>
            <a:off x="6761120" y="358696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473F65A8-046F-AC87-4CD0-343596A7B65F}"/>
              </a:ext>
            </a:extLst>
          </p:cNvPr>
          <p:cNvSpPr/>
          <p:nvPr/>
        </p:nvSpPr>
        <p:spPr>
          <a:xfrm>
            <a:off x="6761120" y="486712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36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27918</TotalTime>
  <Words>4590</Words>
  <Application>Microsoft Office PowerPoint</Application>
  <PresentationFormat>와이드스크린</PresentationFormat>
  <Paragraphs>909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Segoe UI</vt:lpstr>
      <vt:lpstr>Arial</vt:lpstr>
      <vt:lpstr>굴림</vt:lpstr>
      <vt:lpstr>맑은 고딕</vt:lpstr>
      <vt:lpstr>나눔고딕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1055</cp:revision>
  <dcterms:created xsi:type="dcterms:W3CDTF">2023-06-09T00:38:08Z</dcterms:created>
  <dcterms:modified xsi:type="dcterms:W3CDTF">2026-01-07T09:43:15Z</dcterms:modified>
</cp:coreProperties>
</file>