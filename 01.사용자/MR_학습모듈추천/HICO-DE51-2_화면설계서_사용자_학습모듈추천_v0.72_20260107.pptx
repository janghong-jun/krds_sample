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94" r:id="rId2"/>
    <p:sldMasterId id="2147483669" r:id="rId3"/>
    <p:sldMasterId id="2147483693" r:id="rId4"/>
  </p:sldMasterIdLst>
  <p:notesMasterIdLst>
    <p:notesMasterId r:id="rId11"/>
  </p:notesMasterIdLst>
  <p:sldIdLst>
    <p:sldId id="256" r:id="rId5"/>
    <p:sldId id="583" r:id="rId6"/>
    <p:sldId id="273" r:id="rId7"/>
    <p:sldId id="591" r:id="rId8"/>
    <p:sldId id="615" r:id="rId9"/>
    <p:sldId id="296" r:id="rId10"/>
  </p:sldIdLst>
  <p:sldSz cx="12192000" cy="6858000"/>
  <p:notesSz cx="6858000" cy="9144000"/>
  <p:embeddedFontLst>
    <p:embeddedFont>
      <p:font typeface="Segoe UI" panose="020B0502040204020203" pitchFamily="34" charset="0"/>
      <p:regular r:id="rId12"/>
      <p:bold r:id="rId13"/>
      <p:italic r:id="rId14"/>
      <p:boldItalic r:id="rId15"/>
    </p:embeddedFont>
    <p:embeddedFont>
      <p:font typeface="나눔고딕" pitchFamily="2" charset="-127"/>
      <p:regular r:id="rId16"/>
      <p:bold r:id="rId17"/>
    </p:embeddedFont>
    <p:embeddedFont>
      <p:font typeface="맑은 고딕" panose="020B0503020000020004" pitchFamily="50" charset="-127"/>
      <p:regular r:id="rId18"/>
      <p:bold r:id="rId19"/>
    </p:embeddedFont>
    <p:embeddedFont>
      <p:font typeface="맑은 고딕" panose="020B0503020000020004" pitchFamily="50" charset="-127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31" userDrawn="1">
          <p15:clr>
            <a:srgbClr val="A4A3A4"/>
          </p15:clr>
        </p15:guide>
        <p15:guide id="2" pos="3033" userDrawn="1">
          <p15:clr>
            <a:srgbClr val="A4A3A4"/>
          </p15:clr>
        </p15:guide>
        <p15:guide id="4" pos="7673" userDrawn="1">
          <p15:clr>
            <a:srgbClr val="A4A3A4"/>
          </p15:clr>
        </p15:guide>
        <p15:guide id="7" orient="horz" pos="4269" userDrawn="1">
          <p15:clr>
            <a:srgbClr val="A4A3A4"/>
          </p15:clr>
        </p15:guide>
        <p15:guide id="9" pos="6040" userDrawn="1">
          <p15:clr>
            <a:srgbClr val="A4A3A4"/>
          </p15:clr>
        </p15:guide>
        <p15:guide id="11" pos="892">
          <p15:clr>
            <a:srgbClr val="A4A3A4"/>
          </p15:clr>
        </p15:guide>
        <p15:guide id="14" pos="30" userDrawn="1">
          <p15:clr>
            <a:srgbClr val="A4A3A4"/>
          </p15:clr>
        </p15:guide>
        <p15:guide id="17" pos="6075" userDrawn="1">
          <p15:clr>
            <a:srgbClr val="A4A3A4"/>
          </p15:clr>
        </p15:guide>
        <p15:guide id="20" orient="horz" pos="550" userDrawn="1">
          <p15:clr>
            <a:srgbClr val="A4A3A4"/>
          </p15:clr>
        </p15:guide>
        <p15:guide id="21" orient="horz" pos="346">
          <p15:clr>
            <a:srgbClr val="A4A3A4"/>
          </p15:clr>
        </p15:guide>
        <p15:guide id="23" orient="horz" pos="164">
          <p15:clr>
            <a:srgbClr val="A4A3A4"/>
          </p15:clr>
        </p15:guide>
        <p15:guide id="24" orient="horz" pos="2500" userDrawn="1">
          <p15:clr>
            <a:srgbClr val="A4A3A4"/>
          </p15:clr>
        </p15:guide>
        <p15:guide id="30" pos="846" userDrawn="1">
          <p15:clr>
            <a:srgbClr val="A4A3A4"/>
          </p15:clr>
        </p15:guide>
        <p15:guide id="31" orient="horz" pos="777" userDrawn="1">
          <p15:clr>
            <a:srgbClr val="A4A3A4"/>
          </p15:clr>
        </p15:guide>
        <p15:guide id="33" pos="5949" userDrawn="1">
          <p15:clr>
            <a:srgbClr val="A4A3A4"/>
          </p15:clr>
        </p15:guide>
        <p15:guide id="34" orient="horz" pos="323" userDrawn="1">
          <p15:clr>
            <a:srgbClr val="A4A3A4"/>
          </p15:clr>
        </p15:guide>
        <p15:guide id="35" pos="3485" userDrawn="1">
          <p15:clr>
            <a:srgbClr val="A4A3A4"/>
          </p15:clr>
        </p15:guide>
        <p15:guide id="36" pos="982" userDrawn="1">
          <p15:clr>
            <a:srgbClr val="A4A3A4"/>
          </p15:clr>
        </p15:guide>
        <p15:guide id="37" pos="5995" userDrawn="1">
          <p15:clr>
            <a:srgbClr val="A4A3A4"/>
          </p15:clr>
        </p15:guide>
        <p15:guide id="38" orient="horz" pos="504" userDrawn="1">
          <p15:clr>
            <a:srgbClr val="A4A3A4"/>
          </p15:clr>
        </p15:guide>
        <p15:guide id="39" pos="1028" userDrawn="1">
          <p15:clr>
            <a:srgbClr val="A4A3A4"/>
          </p15:clr>
        </p15:guide>
        <p15:guide id="40" orient="horz" pos="3521" userDrawn="1">
          <p15:clr>
            <a:srgbClr val="A4A3A4"/>
          </p15:clr>
        </p15:guide>
        <p15:guide id="41" orient="horz" pos="754" userDrawn="1">
          <p15:clr>
            <a:srgbClr val="A4A3A4"/>
          </p15:clr>
        </p15:guide>
        <p15:guide id="43" pos="2343" userDrawn="1">
          <p15:clr>
            <a:srgbClr val="A4A3A4"/>
          </p15:clr>
        </p15:guide>
        <p15:guide id="44" pos="4543" userDrawn="1">
          <p15:clr>
            <a:srgbClr val="A4A3A4"/>
          </p15:clr>
        </p15:guide>
        <p15:guide id="45" pos="3999" userDrawn="1">
          <p15:clr>
            <a:srgbClr val="A4A3A4"/>
          </p15:clr>
        </p15:guide>
        <p15:guide id="46" pos="3908" userDrawn="1">
          <p15:clr>
            <a:srgbClr val="A4A3A4"/>
          </p15:clr>
        </p15:guide>
        <p15:guide id="47" pos="393" userDrawn="1">
          <p15:clr>
            <a:srgbClr val="A4A3A4"/>
          </p15:clr>
        </p15:guide>
        <p15:guide id="48" pos="7287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9" roundtripDataSignature="AMtx7mjkD+vjKOz0PbxUdii/TEt7verz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2F2F2"/>
    <a:srgbClr val="000000"/>
    <a:srgbClr val="FDF3ED"/>
    <a:srgbClr val="F7F7F7"/>
    <a:srgbClr val="F0F4FA"/>
    <a:srgbClr val="F9F9F9"/>
    <a:srgbClr val="7F7F7F"/>
    <a:srgbClr val="D9D9D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2BC16E-299E-4C3D-80B9-536EA04BB99F}">
  <a:tblStyle styleId="{3F2BC16E-299E-4C3D-80B9-536EA04BB99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CD90A08-D52D-47AC-88A3-E14AF0BBB47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16" autoAdjust="0"/>
    <p:restoredTop sz="96170" autoAdjust="0"/>
  </p:normalViewPr>
  <p:slideViewPr>
    <p:cSldViewPr snapToGrid="0">
      <p:cViewPr varScale="1">
        <p:scale>
          <a:sx n="101" d="100"/>
          <a:sy n="101" d="100"/>
        </p:scale>
        <p:origin x="744" y="102"/>
      </p:cViewPr>
      <p:guideLst>
        <p:guide orient="horz" pos="2931"/>
        <p:guide pos="3033"/>
        <p:guide pos="7673"/>
        <p:guide orient="horz" pos="4269"/>
        <p:guide pos="6040"/>
        <p:guide pos="892"/>
        <p:guide pos="30"/>
        <p:guide pos="6075"/>
        <p:guide orient="horz" pos="550"/>
        <p:guide orient="horz" pos="346"/>
        <p:guide orient="horz" pos="164"/>
        <p:guide orient="horz" pos="2500"/>
        <p:guide pos="846"/>
        <p:guide orient="horz" pos="777"/>
        <p:guide pos="5949"/>
        <p:guide orient="horz" pos="323"/>
        <p:guide pos="3485"/>
        <p:guide pos="982"/>
        <p:guide pos="5995"/>
        <p:guide orient="horz" pos="504"/>
        <p:guide pos="1028"/>
        <p:guide orient="horz" pos="3521"/>
        <p:guide orient="horz" pos="754"/>
        <p:guide pos="2343"/>
        <p:guide pos="4543"/>
        <p:guide pos="3999"/>
        <p:guide pos="3908"/>
        <p:guide pos="393"/>
        <p:guide pos="72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10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10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0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font" Target="fonts/font8.fntdata"/><Relationship Id="rId99" Type="http://customschemas.google.com/relationships/presentationmetadata" Target="metadata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100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티브 네" userId="9e3acfc50ce54e29" providerId="LiveId" clId="{4139813F-4D5D-4F18-94CA-FEC2BF2114AF}"/>
    <pc:docChg chg="modSld">
      <pc:chgData name="티브 네" userId="9e3acfc50ce54e29" providerId="LiveId" clId="{4139813F-4D5D-4F18-94CA-FEC2BF2114AF}" dt="2026-01-07T05:22:03.786" v="1"/>
      <pc:docMkLst>
        <pc:docMk/>
      </pc:docMkLst>
      <pc:sldChg chg="modSp">
        <pc:chgData name="티브 네" userId="9e3acfc50ce54e29" providerId="LiveId" clId="{4139813F-4D5D-4F18-94CA-FEC2BF2114AF}" dt="2026-01-07T05:22:03.786" v="1"/>
        <pc:sldMkLst>
          <pc:docMk/>
          <pc:sldMk cId="2363391610" sldId="591"/>
        </pc:sldMkLst>
        <pc:graphicFrameChg chg="mod">
          <ac:chgData name="티브 네" userId="9e3acfc50ce54e29" providerId="LiveId" clId="{4139813F-4D5D-4F18-94CA-FEC2BF2114AF}" dt="2026-01-07T05:22:03.786" v="1"/>
          <ac:graphicFrameMkLst>
            <pc:docMk/>
            <pc:sldMk cId="2363391610" sldId="591"/>
            <ac:graphicFrameMk id="39" creationId="{0A417873-CDC9-1FD1-F351-443639BEFF2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885C769-0DE2-E516-876E-9E91CF2CE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614869DD-63CB-AEE3-FC77-1D4E6A00EE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59B68BE2-022E-18E8-1B4D-7E75D4F6F7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52787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46EB4F3-FAD3-42F9-E4C5-30616EA30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6E1217A8-EEE0-48F1-6BBB-50D37A9079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0F5913A3-59E6-7161-EC9E-803C9088C8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61806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0" name="Google Shape;199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3931C1E-DBB6-B574-5141-0CEEBFF879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  <p:pic>
        <p:nvPicPr>
          <p:cNvPr id="5" name="Picture 10" descr="그레이바탕">
            <a:extLst>
              <a:ext uri="{FF2B5EF4-FFF2-40B4-BE49-F238E27FC236}">
                <a16:creationId xmlns:a16="http://schemas.microsoft.com/office/drawing/2014/main" id="{A290F568-ECEA-E351-A0A4-2ECBC02C8E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5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443CFF6-B68F-46FF-B422-A9E0E00495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709" y="5545455"/>
            <a:ext cx="1882303" cy="403895"/>
          </a:xfrm>
          <a:prstGeom prst="rect">
            <a:avLst/>
          </a:prstGeom>
          <a:solidFill>
            <a:srgbClr val="DFDFDF"/>
          </a:solidFill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_상세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677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Input">
            <a:extLst>
              <a:ext uri="{FF2B5EF4-FFF2-40B4-BE49-F238E27FC236}">
                <a16:creationId xmlns:a16="http://schemas.microsoft.com/office/drawing/2014/main" id="{45F8FF5A-BD55-392F-146C-2BFF187C30F2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46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Input">
            <a:extLst>
              <a:ext uri="{FF2B5EF4-FFF2-40B4-BE49-F238E27FC236}">
                <a16:creationId xmlns:a16="http://schemas.microsoft.com/office/drawing/2014/main" id="{4DDDA1E2-F6DC-04CB-BE6E-538C2432DC7F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035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끝">
  <p:cSld name="끝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7"/>
          <p:cNvSpPr txBox="1"/>
          <p:nvPr/>
        </p:nvSpPr>
        <p:spPr>
          <a:xfrm>
            <a:off x="1256306" y="3118410"/>
            <a:ext cx="9303026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nd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ocument</a:t>
            </a:r>
            <a:endParaRPr sz="54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D111F5-3956-6721-34EB-F7816AC211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 화면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0050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1_설계_다음 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610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다음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33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59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2B0E4E-150E-4B79-9E11-B2803B0400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>
                <a:latin typeface="나눔고딕" pitchFamily="2" charset="-127"/>
                <a:ea typeface="나눔고딕" pitchFamily="2" charset="-127"/>
              </a:defRPr>
            </a:lvl1pPr>
          </a:lstStyle>
          <a:p>
            <a:pPr lvl="0"/>
            <a:r>
              <a:rPr lang="ko-KR" altLang="en-US" dirty="0"/>
              <a:t>간지 제목</a:t>
            </a:r>
            <a:r>
              <a:rPr lang="en-US" altLang="ko-KR" dirty="0"/>
              <a:t>(</a:t>
            </a:r>
            <a:r>
              <a:rPr lang="ko-KR" altLang="en-US" dirty="0"/>
              <a:t>맑은 고딕</a:t>
            </a:r>
            <a:r>
              <a:rPr lang="en-US" altLang="ko-KR" dirty="0"/>
              <a:t>/32pt/Bold/</a:t>
            </a:r>
            <a:r>
              <a:rPr lang="ko-KR" altLang="en-US" dirty="0"/>
              <a:t>행간</a:t>
            </a:r>
            <a:r>
              <a:rPr lang="en-US" altLang="ko-KR" dirty="0"/>
              <a:t>1)</a:t>
            </a:r>
          </a:p>
          <a:p>
            <a:pPr lvl="0"/>
            <a:r>
              <a:rPr lang="ko-KR" altLang="en-US" dirty="0"/>
              <a:t>부제목</a:t>
            </a:r>
            <a:r>
              <a:rPr lang="en-US" altLang="ko-KR" dirty="0"/>
              <a:t>(</a:t>
            </a:r>
            <a:r>
              <a:rPr lang="ko-KR" altLang="en-US" dirty="0" err="1"/>
              <a:t>맑은고딕</a:t>
            </a:r>
            <a:r>
              <a:rPr lang="en-US" altLang="ko-KR" dirty="0"/>
              <a:t>/20pt/Bold)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8990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6122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2.xml"/><Relationship Id="rId4" Type="http://schemas.microsoft.com/office/2007/relationships/hdphoto" Target="../media/hdphoto1.wdp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3.xml"/><Relationship Id="rId4" Type="http://schemas.microsoft.com/office/2007/relationships/hdphoto" Target="../media/hdphoto1.wdp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5" r:id="rId3"/>
    <p:sldLayoutId id="2147483663" r:id="rId4"/>
    <p:sldLayoutId id="2147483664" r:id="rId5"/>
    <p:sldLayoutId id="2147483654" r:id="rId6"/>
    <p:sldLayoutId id="2147483666" r:id="rId7"/>
    <p:sldLayoutId id="2147483696" r:id="rId8"/>
    <p:sldLayoutId id="2147483667" r:id="rId9"/>
    <p:sldLayoutId id="2147483668" r:id="rId10"/>
    <p:sldLayoutId id="2147483661" r:id="rId11"/>
    <p:sldLayoutId id="2147483695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338463591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923057916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721AA77D-3327-7B1E-E0D9-161BEA6DB8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85340" y="6497638"/>
            <a:ext cx="62132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fld id="{81B4C87D-EE0F-440A-B2D0-1DE60DC2D75A}" type="slidenum"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9882074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EBEDA7F-4737-C300-A978-685176EEF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099166"/>
              </p:ext>
            </p:extLst>
          </p:nvPr>
        </p:nvGraphicFramePr>
        <p:xfrm>
          <a:off x="631727" y="1556740"/>
          <a:ext cx="10936385" cy="1289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6385">
                  <a:extLst>
                    <a:ext uri="{9D8B030D-6E8A-4147-A177-3AD203B41FA5}">
                      <a16:colId xmlns:a16="http://schemas.microsoft.com/office/drawing/2014/main" val="3279077267"/>
                    </a:ext>
                  </a:extLst>
                </a:gridCol>
              </a:tblGrid>
              <a:tr h="12895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화면설계서</a:t>
                      </a:r>
                      <a:endParaRPr lang="en-US" altLang="ko-KR" sz="3200" b="1" dirty="0">
                        <a:solidFill>
                          <a:schemeClr val="tx1"/>
                        </a:solidFill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  <a:p>
                      <a:pPr algn="l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(HICO-DE51-2_</a:t>
                      </a: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화면설계서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_</a:t>
                      </a: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사용자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_</a:t>
                      </a:r>
                      <a:r>
                        <a:rPr lang="ko-KR" altLang="en-US" sz="2400" b="1" dirty="0" err="1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학습모듈추천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809506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59AB23E-7587-7C36-6D00-2C5174D62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458301"/>
              </p:ext>
            </p:extLst>
          </p:nvPr>
        </p:nvGraphicFramePr>
        <p:xfrm>
          <a:off x="629683" y="3573020"/>
          <a:ext cx="2592050" cy="9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664">
                  <a:extLst>
                    <a:ext uri="{9D8B030D-6E8A-4147-A177-3AD203B41FA5}">
                      <a16:colId xmlns:a16="http://schemas.microsoft.com/office/drawing/2014/main" val="3095663425"/>
                    </a:ext>
                  </a:extLst>
                </a:gridCol>
                <a:gridCol w="1535386">
                  <a:extLst>
                    <a:ext uri="{9D8B030D-6E8A-4147-A177-3AD203B41FA5}">
                      <a16:colId xmlns:a16="http://schemas.microsoft.com/office/drawing/2014/main" val="28683952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단 계 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설계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65166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버    전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0.72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41853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작 성 일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2026.01.07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9128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58">
            <a:extLst>
              <a:ext uri="{FF2B5EF4-FFF2-40B4-BE49-F238E27FC236}">
                <a16:creationId xmlns:a16="http://schemas.microsoft.com/office/drawing/2014/main" id="{7454424F-3052-4E3A-89DE-4924957B9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7727" y="312912"/>
            <a:ext cx="57193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943925"/>
            <a:r>
              <a:rPr lang="ko-KR" altLang="en-US" b="1" dirty="0">
                <a:ln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95000"/>
                    <a:lumOff val="5000"/>
                  </a:srgbClr>
                </a:solidFill>
                <a:latin typeface="나눔고딕" pitchFamily="2" charset="-127"/>
                <a:ea typeface="나눔고딕" pitchFamily="2" charset="-127"/>
              </a:rPr>
              <a:t>개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AF8497AD-2590-43B7-A078-B39343446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558576"/>
              </p:ext>
            </p:extLst>
          </p:nvPr>
        </p:nvGraphicFramePr>
        <p:xfrm>
          <a:off x="278296" y="620689"/>
          <a:ext cx="11561195" cy="4845960"/>
        </p:xfrm>
        <a:graphic>
          <a:graphicData uri="http://schemas.openxmlformats.org/drawingml/2006/table">
            <a:tbl>
              <a:tblPr/>
              <a:tblGrid>
                <a:gridCol w="1019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9962">
                  <a:extLst>
                    <a:ext uri="{9D8B030D-6E8A-4147-A177-3AD203B41FA5}">
                      <a16:colId xmlns:a16="http://schemas.microsoft.com/office/drawing/2014/main" val="834403738"/>
                    </a:ext>
                  </a:extLst>
                </a:gridCol>
                <a:gridCol w="6893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8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45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문서명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HICO-DE51-2_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화면설계서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사용자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</a:t>
                      </a:r>
                      <a:r>
                        <a:rPr lang="ko-KR" altLang="en-US" sz="900" b="1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학습모듈추천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1603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버전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변경일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변경사유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¹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 내용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²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작성자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0.10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2025.12.26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 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정효룡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0.70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2025.12.31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설계단계산출물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화면설계 수정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보완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정효룡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0.71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2026.01.02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화면 오타 수정 및 </a:t>
                      </a: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디스크립션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 수정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(</a:t>
                      </a:r>
                      <a:r>
                        <a:rPr lang="en-US" altLang="ko-KR" sz="900" dirty="0">
                          <a:latin typeface="나눔고딕" pitchFamily="2" charset="-127"/>
                          <a:ea typeface="나눔고딕" pitchFamily="2" charset="-127"/>
                        </a:rPr>
                        <a:t>V-HMR-02-001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정효룡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0.72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2026.01.07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추가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전체 </a:t>
                      </a: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디스크립션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 보완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(alert 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창 번호 연결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)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rgbClr val="000000">
                              <a:lumMod val="95000"/>
                              <a:lumOff val="5000"/>
                            </a:srgbClr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정효룡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baseline="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DA04456D-64D3-4C1B-83A9-A08816268C9C}"/>
              </a:ext>
            </a:extLst>
          </p:cNvPr>
          <p:cNvSpPr/>
          <p:nvPr/>
        </p:nvSpPr>
        <p:spPr>
          <a:xfrm>
            <a:off x="145502" y="6441785"/>
            <a:ext cx="4487008" cy="3770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¹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변경사유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 내용이 이전 문서에 대해 추가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수정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삭제 여부 선택 기입</a:t>
            </a:r>
            <a:endParaRPr lang="en-US" altLang="ko-KR" sz="800" dirty="0">
              <a:latin typeface="나눔고딕" pitchFamily="2" charset="-127"/>
              <a:ea typeface="나눔고딕" pitchFamily="2" charset="-127"/>
            </a:endParaRPr>
          </a:p>
          <a:p>
            <a:pPr>
              <a:spcBef>
                <a:spcPts val="300"/>
              </a:spcBef>
            </a:pP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²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 내용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변경이 발생되는 위치와 변경 내용을 자세히 기록 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장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절과 변경 내용을 기술한다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.)</a:t>
            </a:r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4616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4" name="Text Box 8"/>
          <p:cNvSpPr txBox="1">
            <a:spLocks noChangeArrowheads="1"/>
          </p:cNvSpPr>
          <p:nvPr/>
        </p:nvSpPr>
        <p:spPr bwMode="auto">
          <a:xfrm>
            <a:off x="537750" y="493492"/>
            <a:ext cx="57610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Ins="0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r>
              <a:rPr lang="ko-KR" altLang="en-US" b="1" dirty="0">
                <a:latin typeface="바탕체" panose="02030609000101010101" pitchFamily="17" charset="-127"/>
                <a:ea typeface="바탕체" panose="02030609000101010101" pitchFamily="17" charset="-127"/>
              </a:rPr>
              <a:t>목       차</a:t>
            </a:r>
            <a:endParaRPr lang="ko-KR" altLang="en-US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pic>
        <p:nvPicPr>
          <p:cNvPr id="55305" name="Picture 9"/>
          <p:cNvPicPr>
            <a:picLocks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50" y="422054"/>
            <a:ext cx="5883275" cy="2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306" name="Picture 10"/>
          <p:cNvPicPr>
            <a:picLocks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50" y="998317"/>
            <a:ext cx="5883275" cy="2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439324" y="1333280"/>
            <a:ext cx="5943600" cy="1148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6225" indent="-276225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79425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dist">
              <a:lnSpc>
                <a:spcPct val="130000"/>
              </a:lnSpc>
              <a:spcBef>
                <a:spcPct val="50000"/>
              </a:spcBef>
            </a:pP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1.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제목 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1 …………………………………………………………………… 1</a:t>
            </a:r>
          </a:p>
          <a:p>
            <a:pPr algn="dist">
              <a:lnSpc>
                <a:spcPct val="130000"/>
              </a:lnSpc>
              <a:spcBef>
                <a:spcPct val="50000"/>
              </a:spcBef>
            </a:pP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  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가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.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제목 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2 …………………………………………………………… 1</a:t>
            </a:r>
          </a:p>
          <a:p>
            <a:pPr algn="dist">
              <a:lnSpc>
                <a:spcPct val="130000"/>
              </a:lnSpc>
              <a:spcBef>
                <a:spcPct val="50000"/>
              </a:spcBef>
            </a:pPr>
            <a:endParaRPr lang="en-US" altLang="ko-KR" sz="1400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3650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14051995-2041-4857-560A-91B21A5DF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8A4E1F18-6D6C-4958-8B3C-51D996813364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3BE25ADB-EF36-B914-2AC2-90C690170F1B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2031ECEE-35D8-1FD7-CB91-295624DBDAD4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0A417873-CDC9-1FD1-F351-443639BEFF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0696986"/>
              </p:ext>
            </p:extLst>
          </p:nvPr>
        </p:nvGraphicFramePr>
        <p:xfrm>
          <a:off x="9655174" y="276226"/>
          <a:ext cx="2532687" cy="4317941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 panose="020B0604020202020204" pitchFamily="34" charset="0"/>
                        <a:buChar char="•"/>
                      </a:pPr>
                      <a:endParaRPr lang="en-US" altLang="ko-KR"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학습모듈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조회 필터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1-1.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분야 선택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교육과정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생활교육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학교공동체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자기개발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문제해결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1-2.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관심사 선택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협의 후 정리 예정</a:t>
                      </a:r>
                      <a:endParaRPr lang="en-US" altLang="ko-KR" sz="800" b="0" u="none" strike="noStrike" cap="none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1-3.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키워드 검색 영역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키워드 입력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‘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검색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’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버튼 클릭 시 결과 값이 아래 목록에 출력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AI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추천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학습모듈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2-1.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추천 콘텐츠의 구분 정렬 선택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- default: '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맞춤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’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선택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2-2.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학습콘텐츠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목록 클릭 시 상세 화면으로 이동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V-HCR-02-002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2-3.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버튼 클릭 시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학습모듈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구성 화면으로 이동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V-HMR-04-004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2-4.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아이콘 클릭 시 확인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alert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(F-03-011)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 모듈 목록에 저장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2-5.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아이콘 클릭 시 확인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alert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</a:t>
                      </a:r>
                      <a:r>
                        <a:rPr lang="en-US" altLang="ko-KR" sz="800" b="0" u="none" strike="noStrike" cap="none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(F-03-012)</a:t>
                      </a:r>
                      <a:r>
                        <a:rPr lang="ko-KR" altLang="en-US" sz="800" b="0" u="none" strike="noStrike" cap="none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찜 모듈로 저장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마이코칭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보관함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찜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확인가능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하이코칭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전체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학습모듈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목록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한줄에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개 항목 씩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출 출력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학습콘텐츠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목록 클릭 시 상세 화면으로 이동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V-HCR-02-002</a:t>
                      </a:r>
                      <a:r>
                        <a:rPr lang="en-US" altLang="ko-KR" sz="800" b="0" u="none" strike="noStrike" cap="none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1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DF30703-C9C9-AD09-6CCA-4FB3A942B0B0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추천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학습모듈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추천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6990C7-E906-C1D5-D6B9-4C676EB74804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학습모듈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추천 목록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DF02A3-0B15-2ABE-4A7F-EB6CF9A63E7B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V-HMR-02-001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01342D0-C663-3762-2331-4B3A5AF2410A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890F641-872C-9620-2764-91FCCE00F902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799292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추천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학습콘텐츠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추천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sng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  <a:sym typeface="Arial"/>
                        </a:rPr>
                        <a:t>학습모듈</a:t>
                      </a:r>
                      <a:r>
                        <a:rPr kumimoji="1" lang="ko-KR" altLang="en-US" sz="9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  <a:sym typeface="Arial"/>
                        </a:rPr>
                        <a:t> 추천</a:t>
                      </a:r>
                      <a:endParaRPr kumimoji="1" lang="en-US" altLang="ko-KR" sz="900" b="1" i="0" u="sng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  <a:sym typeface="Arial"/>
                        </a:rPr>
                        <a:t>전문가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  <a:sym typeface="Arial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63" name="TextBox 62">
            <a:extLst>
              <a:ext uri="{FF2B5EF4-FFF2-40B4-BE49-F238E27FC236}">
                <a16:creationId xmlns:a16="http://schemas.microsoft.com/office/drawing/2014/main" id="{403C90BF-9763-2030-AC4A-6989700F2D47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>
                <a:latin typeface="나눔고딕" pitchFamily="2" charset="-127"/>
                <a:ea typeface="나눔고딕" pitchFamily="2" charset="-127"/>
              </a:rPr>
              <a:t>학습모듈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 추천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ABE766-2D91-C9A4-EA12-E75F0E3A8FA5}"/>
              </a:ext>
            </a:extLst>
          </p:cNvPr>
          <p:cNvSpPr/>
          <p:nvPr/>
        </p:nvSpPr>
        <p:spPr>
          <a:xfrm>
            <a:off x="8247759" y="1381226"/>
            <a:ext cx="1344342" cy="276999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7200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학습모듈</a:t>
            </a:r>
            <a:r>
              <a:rPr lang="ko-KR" altLang="en-US" sz="1000" b="1" spc="-90" dirty="0">
                <a:solidFill>
                  <a:schemeClr val="bg1"/>
                </a:solidFill>
                <a:latin typeface="+mn-ea"/>
              </a:rPr>
              <a:t> 구성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E9AFB45-FE07-5D85-822B-F6757458F382}"/>
              </a:ext>
            </a:extLst>
          </p:cNvPr>
          <p:cNvSpPr txBox="1"/>
          <p:nvPr/>
        </p:nvSpPr>
        <p:spPr>
          <a:xfrm>
            <a:off x="1503547" y="1365069"/>
            <a:ext cx="2215966" cy="28636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100" b="1" dirty="0"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100" b="1" dirty="0">
                <a:latin typeface="나눔고딕" pitchFamily="2" charset="-127"/>
                <a:ea typeface="나눔고딕" pitchFamily="2" charset="-127"/>
              </a:rPr>
              <a:t>추천 </a:t>
            </a:r>
            <a:r>
              <a:rPr lang="ko-KR" altLang="en-US" sz="1100" b="1" dirty="0" err="1">
                <a:latin typeface="나눔고딕" pitchFamily="2" charset="-127"/>
                <a:ea typeface="나눔고딕" pitchFamily="2" charset="-127"/>
              </a:rPr>
              <a:t>학습모듈</a:t>
            </a:r>
            <a:endParaRPr lang="en-US" altLang="ko-KR" sz="11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362487D-4A06-DDE7-9749-03A9F282A651}"/>
              </a:ext>
            </a:extLst>
          </p:cNvPr>
          <p:cNvSpPr/>
          <p:nvPr/>
        </p:nvSpPr>
        <p:spPr>
          <a:xfrm>
            <a:off x="1441493" y="138604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D3B2502-E399-31A9-1D41-1DBBDD4065B7}"/>
              </a:ext>
            </a:extLst>
          </p:cNvPr>
          <p:cNvSpPr/>
          <p:nvPr/>
        </p:nvSpPr>
        <p:spPr>
          <a:xfrm>
            <a:off x="8093288" y="137618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9557BE0A-EAC0-6524-0621-F7598DDD0C1C}"/>
              </a:ext>
            </a:extLst>
          </p:cNvPr>
          <p:cNvGrpSpPr/>
          <p:nvPr/>
        </p:nvGrpSpPr>
        <p:grpSpPr>
          <a:xfrm>
            <a:off x="1432864" y="1995974"/>
            <a:ext cx="8106661" cy="1585473"/>
            <a:chOff x="1432864" y="1828709"/>
            <a:chExt cx="8106661" cy="1585473"/>
          </a:xfrm>
        </p:grpSpPr>
        <p:grpSp>
          <p:nvGrpSpPr>
            <p:cNvPr id="209" name="그룹 208">
              <a:extLst>
                <a:ext uri="{FF2B5EF4-FFF2-40B4-BE49-F238E27FC236}">
                  <a16:creationId xmlns:a16="http://schemas.microsoft.com/office/drawing/2014/main" id="{EFAF24F7-55AF-0F66-0789-A93678781436}"/>
                </a:ext>
              </a:extLst>
            </p:cNvPr>
            <p:cNvGrpSpPr/>
            <p:nvPr/>
          </p:nvGrpSpPr>
          <p:grpSpPr>
            <a:xfrm>
              <a:off x="3462645" y="1828709"/>
              <a:ext cx="2003037" cy="1585473"/>
              <a:chOff x="3462645" y="1828709"/>
              <a:chExt cx="2003037" cy="1585473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9BB0642-28E3-3F6F-1ACE-EC6701DE0199}"/>
                  </a:ext>
                </a:extLst>
              </p:cNvPr>
              <p:cNvSpPr txBox="1"/>
              <p:nvPr/>
            </p:nvSpPr>
            <p:spPr>
              <a:xfrm>
                <a:off x="3462645" y="2737074"/>
                <a:ext cx="1988878" cy="677108"/>
              </a:xfrm>
              <a:prstGeom prst="rect">
                <a:avLst/>
              </a:prstGeom>
              <a:noFill/>
            </p:spPr>
            <p:txBody>
              <a:bodyPr wrap="square" lIns="72000" rIns="72000" rtlCol="0">
                <a:spAutoFit/>
              </a:bodyPr>
              <a:lstStyle/>
              <a:p>
                <a:r>
                  <a:rPr lang="ko-KR" altLang="en-US" sz="900" dirty="0">
                    <a:latin typeface="+mn-ea"/>
                  </a:rPr>
                  <a:t>프로젝트 수업의 </a:t>
                </a:r>
                <a:r>
                  <a:rPr lang="en-US" altLang="ko-KR" sz="900" dirty="0">
                    <a:latin typeface="+mn-ea"/>
                  </a:rPr>
                  <a:t>A to Z, </a:t>
                </a:r>
                <a:r>
                  <a:rPr lang="ko-KR" altLang="en-US" sz="900" dirty="0">
                    <a:latin typeface="+mn-ea"/>
                  </a:rPr>
                  <a:t>기획부터 평가까지 완벽 가이드</a:t>
                </a:r>
                <a:r>
                  <a:rPr lang="en-US" altLang="ko-KR" sz="900" dirty="0">
                    <a:latin typeface="+mn-ea"/>
                  </a:rPr>
                  <a:t>…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800" dirty="0" err="1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박수업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 선생님</a:t>
                </a:r>
                <a:endPara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★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4.8 | 156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명</a:t>
                </a:r>
              </a:p>
            </p:txBody>
          </p:sp>
          <p:grpSp>
            <p:nvGrpSpPr>
              <p:cNvPr id="53" name="그룹 52">
                <a:extLst>
                  <a:ext uri="{FF2B5EF4-FFF2-40B4-BE49-F238E27FC236}">
                    <a16:creationId xmlns:a16="http://schemas.microsoft.com/office/drawing/2014/main" id="{1038BBDD-5702-9E80-4B99-9208EF02750A}"/>
                  </a:ext>
                </a:extLst>
              </p:cNvPr>
              <p:cNvGrpSpPr/>
              <p:nvPr/>
            </p:nvGrpSpPr>
            <p:grpSpPr>
              <a:xfrm>
                <a:off x="3554880" y="1828709"/>
                <a:ext cx="1890067" cy="889093"/>
                <a:chOff x="5617382" y="4110731"/>
                <a:chExt cx="1926053" cy="883141"/>
              </a:xfrm>
            </p:grpSpPr>
            <p:sp>
              <p:nvSpPr>
                <p:cNvPr id="54" name="직사각형 53">
                  <a:extLst>
                    <a:ext uri="{FF2B5EF4-FFF2-40B4-BE49-F238E27FC236}">
                      <a16:creationId xmlns:a16="http://schemas.microsoft.com/office/drawing/2014/main" id="{F05FDFB4-7870-2B76-6A32-013FE528F576}"/>
                    </a:ext>
                  </a:extLst>
                </p:cNvPr>
                <p:cNvSpPr/>
                <p:nvPr/>
              </p:nvSpPr>
              <p:spPr bwMode="auto">
                <a:xfrm>
                  <a:off x="5617382" y="4140458"/>
                  <a:ext cx="1896868" cy="85341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9525" cap="flat" cmpd="sng">
                  <a:noFill/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55" name="그룹 54">
                  <a:extLst>
                    <a:ext uri="{FF2B5EF4-FFF2-40B4-BE49-F238E27FC236}">
                      <a16:creationId xmlns:a16="http://schemas.microsoft.com/office/drawing/2014/main" id="{AD71E42D-167E-5136-37BC-81BED03BF386}"/>
                    </a:ext>
                  </a:extLst>
                </p:cNvPr>
                <p:cNvGrpSpPr/>
                <p:nvPr/>
              </p:nvGrpSpPr>
              <p:grpSpPr>
                <a:xfrm>
                  <a:off x="5643208" y="4110731"/>
                  <a:ext cx="1900227" cy="853414"/>
                  <a:chOff x="5662258" y="4115456"/>
                  <a:chExt cx="1826081" cy="820114"/>
                </a:xfrm>
              </p:grpSpPr>
              <p:sp>
                <p:nvSpPr>
                  <p:cNvPr id="56" name="직사각형 55">
                    <a:extLst>
                      <a:ext uri="{FF2B5EF4-FFF2-40B4-BE49-F238E27FC236}">
                        <a16:creationId xmlns:a16="http://schemas.microsoft.com/office/drawing/2014/main" id="{F44D5D2D-2C35-C26A-45B7-321E909C00B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665486" y="4115456"/>
                    <a:ext cx="1822853" cy="820114"/>
                  </a:xfrm>
                  <a:prstGeom prst="rect">
                    <a:avLst/>
                  </a:prstGeom>
                  <a:solidFill>
                    <a:srgbClr val="F2F2F2"/>
                  </a:solidFill>
                  <a:ln w="9525" cap="flat" cmpd="sng">
                    <a:solidFill>
                      <a:schemeClr val="bg1">
                        <a:lumMod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grpSp>
                <p:nvGrpSpPr>
                  <p:cNvPr id="57" name="그룹 56">
                    <a:extLst>
                      <a:ext uri="{FF2B5EF4-FFF2-40B4-BE49-F238E27FC236}">
                        <a16:creationId xmlns:a16="http://schemas.microsoft.com/office/drawing/2014/main" id="{6BB5B125-2827-1ABD-8D19-C8DEC8A53124}"/>
                      </a:ext>
                    </a:extLst>
                  </p:cNvPr>
                  <p:cNvGrpSpPr/>
                  <p:nvPr/>
                </p:nvGrpSpPr>
                <p:grpSpPr>
                  <a:xfrm>
                    <a:off x="5662258" y="4115456"/>
                    <a:ext cx="1822853" cy="812999"/>
                    <a:chOff x="5642911" y="1570812"/>
                    <a:chExt cx="1657304" cy="878264"/>
                  </a:xfrm>
                </p:grpSpPr>
                <p:cxnSp>
                  <p:nvCxnSpPr>
                    <p:cNvPr id="59" name="직선 연결선 58">
                      <a:extLst>
                        <a:ext uri="{FF2B5EF4-FFF2-40B4-BE49-F238E27FC236}">
                          <a16:creationId xmlns:a16="http://schemas.microsoft.com/office/drawing/2014/main" id="{25344DC7-BE4E-89A9-90F9-6DD98026C2E4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5642911" y="1570812"/>
                      <a:ext cx="1657304" cy="878264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60" name="직선 연결선 59">
                      <a:extLst>
                        <a:ext uri="{FF2B5EF4-FFF2-40B4-BE49-F238E27FC236}">
                          <a16:creationId xmlns:a16="http://schemas.microsoft.com/office/drawing/2014/main" id="{1C474710-1519-69B7-7B17-692C67551EEA}"/>
                        </a:ext>
                      </a:extLst>
                    </p:cNvPr>
                    <p:cNvCxnSpPr/>
                    <p:nvPr/>
                  </p:nvCxnSpPr>
                  <p:spPr bwMode="auto">
                    <a:xfrm flipV="1">
                      <a:off x="5642911" y="1570812"/>
                      <a:ext cx="1657304" cy="878264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F43DE07A-B8DC-0187-9303-43B99D28E51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56422" y="1871980"/>
                      <a:ext cx="1630282" cy="142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36000" tIns="36000" rIns="36000" bIns="36000" rtlCol="0">
                      <a:spAutoFit/>
                    </a:bodyPr>
                    <a:lstStyle/>
                    <a:p>
                      <a:pPr algn="ctr"/>
                      <a:r>
                        <a:rPr lang="en-US" altLang="ko-KR" sz="800" b="1" dirty="0" err="1">
                          <a:latin typeface="+mn-ea"/>
                          <a:ea typeface="+mn-ea"/>
                        </a:rPr>
                        <a:t>img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</p:txBody>
                </p:sp>
              </p:grpSp>
              <p:sp>
                <p:nvSpPr>
                  <p:cNvPr id="58" name="사각형: 둥근 모서리 57">
                    <a:extLst>
                      <a:ext uri="{FF2B5EF4-FFF2-40B4-BE49-F238E27FC236}">
                        <a16:creationId xmlns:a16="http://schemas.microsoft.com/office/drawing/2014/main" id="{680BDC7E-81B7-EB93-E08B-2C6DB46435BC}"/>
                      </a:ext>
                    </a:extLst>
                  </p:cNvPr>
                  <p:cNvSpPr/>
                  <p:nvPr/>
                </p:nvSpPr>
                <p:spPr>
                  <a:xfrm>
                    <a:off x="5892313" y="4691563"/>
                    <a:ext cx="1369199" cy="199565"/>
                  </a:xfrm>
                  <a:prstGeom prst="roundRect">
                    <a:avLst/>
                  </a:prstGeom>
                  <a:solidFill>
                    <a:schemeClr val="tx1"/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900" dirty="0">
                        <a:solidFill>
                          <a:schemeClr val="bg1"/>
                        </a:solidFill>
                        <a:latin typeface="+mn-ea"/>
                      </a:rPr>
                      <a:t>총 </a:t>
                    </a:r>
                    <a:r>
                      <a:rPr lang="en-US" altLang="ko-KR" sz="900" dirty="0">
                        <a:solidFill>
                          <a:schemeClr val="bg1"/>
                        </a:solidFill>
                        <a:latin typeface="+mn-ea"/>
                      </a:rPr>
                      <a:t>6</a:t>
                    </a:r>
                    <a:r>
                      <a:rPr lang="ko-KR" altLang="en-US" sz="900" dirty="0">
                        <a:solidFill>
                          <a:schemeClr val="bg1"/>
                        </a:solidFill>
                        <a:latin typeface="+mn-ea"/>
                      </a:rPr>
                      <a:t>개 학습</a:t>
                    </a:r>
                  </a:p>
                </p:txBody>
              </p:sp>
            </p:grpSp>
          </p:grpSp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3641D9DF-65E5-9856-E271-EF90C3EF0BD4}"/>
                  </a:ext>
                </a:extLst>
              </p:cNvPr>
              <p:cNvGrpSpPr/>
              <p:nvPr/>
            </p:nvGrpSpPr>
            <p:grpSpPr>
              <a:xfrm>
                <a:off x="4858426" y="3094671"/>
                <a:ext cx="607256" cy="257252"/>
                <a:chOff x="2874055" y="5440514"/>
                <a:chExt cx="607256" cy="257252"/>
              </a:xfrm>
            </p:grpSpPr>
            <p:grpSp>
              <p:nvGrpSpPr>
                <p:cNvPr id="46" name="그룹 45">
                  <a:extLst>
                    <a:ext uri="{FF2B5EF4-FFF2-40B4-BE49-F238E27FC236}">
                      <a16:creationId xmlns:a16="http://schemas.microsoft.com/office/drawing/2014/main" id="{AF17E40B-CBEC-6EF0-9127-442008001E28}"/>
                    </a:ext>
                  </a:extLst>
                </p:cNvPr>
                <p:cNvGrpSpPr/>
                <p:nvPr/>
              </p:nvGrpSpPr>
              <p:grpSpPr>
                <a:xfrm>
                  <a:off x="2874055" y="5449681"/>
                  <a:ext cx="248085" cy="248085"/>
                  <a:chOff x="330200" y="2911430"/>
                  <a:chExt cx="330200" cy="330200"/>
                </a:xfrm>
              </p:grpSpPr>
              <p:sp>
                <p:nvSpPr>
                  <p:cNvPr id="50" name="타원 49">
                    <a:extLst>
                      <a:ext uri="{FF2B5EF4-FFF2-40B4-BE49-F238E27FC236}">
                        <a16:creationId xmlns:a16="http://schemas.microsoft.com/office/drawing/2014/main" id="{A577A0E2-A0E1-430B-888A-875A63E4CC12}"/>
                      </a:ext>
                    </a:extLst>
                  </p:cNvPr>
                  <p:cNvSpPr/>
                  <p:nvPr/>
                </p:nvSpPr>
                <p:spPr>
                  <a:xfrm>
                    <a:off x="330200" y="2911430"/>
                    <a:ext cx="330200" cy="330200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51" name="그림 50">
                    <a:extLst>
                      <a:ext uri="{FF2B5EF4-FFF2-40B4-BE49-F238E27FC236}">
                        <a16:creationId xmlns:a16="http://schemas.microsoft.com/office/drawing/2014/main" id="{0152FC5C-1A09-E7A8-F2F8-9D6DC1CE08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379811" y="2961041"/>
                    <a:ext cx="230977" cy="23097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7" name="그룹 46">
                  <a:extLst>
                    <a:ext uri="{FF2B5EF4-FFF2-40B4-BE49-F238E27FC236}">
                      <a16:creationId xmlns:a16="http://schemas.microsoft.com/office/drawing/2014/main" id="{EF25E8B5-4A16-6409-A9B5-BBE256350E11}"/>
                    </a:ext>
                  </a:extLst>
                </p:cNvPr>
                <p:cNvGrpSpPr/>
                <p:nvPr/>
              </p:nvGrpSpPr>
              <p:grpSpPr>
                <a:xfrm>
                  <a:off x="3104285" y="5440514"/>
                  <a:ext cx="377026" cy="257252"/>
                  <a:chOff x="3104285" y="5440514"/>
                  <a:chExt cx="377026" cy="257252"/>
                </a:xfrm>
              </p:grpSpPr>
              <p:sp>
                <p:nvSpPr>
                  <p:cNvPr id="48" name="타원 47">
                    <a:extLst>
                      <a:ext uri="{FF2B5EF4-FFF2-40B4-BE49-F238E27FC236}">
                        <a16:creationId xmlns:a16="http://schemas.microsoft.com/office/drawing/2014/main" id="{751D8B79-B3FF-E320-9B62-B5F27592FAA5}"/>
                      </a:ext>
                    </a:extLst>
                  </p:cNvPr>
                  <p:cNvSpPr/>
                  <p:nvPr/>
                </p:nvSpPr>
                <p:spPr>
                  <a:xfrm>
                    <a:off x="3168756" y="5449681"/>
                    <a:ext cx="248085" cy="248085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5D02599F-C343-B850-0C6A-AEB05EAA47C0}"/>
                      </a:ext>
                    </a:extLst>
                  </p:cNvPr>
                  <p:cNvSpPr txBox="1"/>
                  <p:nvPr/>
                </p:nvSpPr>
                <p:spPr>
                  <a:xfrm>
                    <a:off x="3104285" y="5440514"/>
                    <a:ext cx="377026" cy="25391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ko-KR" altLang="en-US" sz="1050" dirty="0">
                        <a:latin typeface="나눔고딕" pitchFamily="2" charset="-127"/>
                        <a:ea typeface="나눔고딕" pitchFamily="2" charset="-127"/>
                      </a:rPr>
                      <a:t>♥</a:t>
                    </a:r>
                  </a:p>
                </p:txBody>
              </p:sp>
            </p:grpSp>
          </p:grpSp>
        </p:grpSp>
        <p:grpSp>
          <p:nvGrpSpPr>
            <p:cNvPr id="210" name="그룹 209">
              <a:extLst>
                <a:ext uri="{FF2B5EF4-FFF2-40B4-BE49-F238E27FC236}">
                  <a16:creationId xmlns:a16="http://schemas.microsoft.com/office/drawing/2014/main" id="{D9614089-28AF-7265-6E24-38BA57213537}"/>
                </a:ext>
              </a:extLst>
            </p:cNvPr>
            <p:cNvGrpSpPr/>
            <p:nvPr/>
          </p:nvGrpSpPr>
          <p:grpSpPr>
            <a:xfrm>
              <a:off x="5490045" y="1828709"/>
              <a:ext cx="2017320" cy="1585473"/>
              <a:chOff x="5490045" y="1828709"/>
              <a:chExt cx="2017320" cy="1585473"/>
            </a:xfrm>
          </p:grpSpPr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D1985FCF-D66B-BCB5-2454-8ADE4F0A719F}"/>
                  </a:ext>
                </a:extLst>
              </p:cNvPr>
              <p:cNvSpPr txBox="1"/>
              <p:nvPr/>
            </p:nvSpPr>
            <p:spPr>
              <a:xfrm>
                <a:off x="5490045" y="2737074"/>
                <a:ext cx="1988878" cy="677108"/>
              </a:xfrm>
              <a:prstGeom prst="rect">
                <a:avLst/>
              </a:prstGeom>
              <a:noFill/>
            </p:spPr>
            <p:txBody>
              <a:bodyPr wrap="square" lIns="72000" rIns="72000" rtlCol="0">
                <a:spAutoFit/>
              </a:bodyPr>
              <a:lstStyle/>
              <a:p>
                <a:r>
                  <a:rPr lang="ko-KR" altLang="en-US" sz="900" dirty="0">
                    <a:latin typeface="+mn-ea"/>
                  </a:rPr>
                  <a:t>학교 문화 혁신을 위한 교사 협력과 전문적 학습공동체 운영</a:t>
                </a:r>
                <a:r>
                  <a:rPr lang="en-US" altLang="ko-KR" sz="900" dirty="0">
                    <a:latin typeface="+mn-ea"/>
                  </a:rPr>
                  <a:t>…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800" dirty="0" err="1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최협력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 선생님</a:t>
                </a:r>
                <a:endPara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★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4.8 | 156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명</a:t>
                </a:r>
              </a:p>
            </p:txBody>
          </p:sp>
          <p:grpSp>
            <p:nvGrpSpPr>
              <p:cNvPr id="291" name="그룹 290">
                <a:extLst>
                  <a:ext uri="{FF2B5EF4-FFF2-40B4-BE49-F238E27FC236}">
                    <a16:creationId xmlns:a16="http://schemas.microsoft.com/office/drawing/2014/main" id="{E1DCCCE7-13A2-6BCD-6F97-7FD5E688E537}"/>
                  </a:ext>
                </a:extLst>
              </p:cNvPr>
              <p:cNvGrpSpPr/>
              <p:nvPr/>
            </p:nvGrpSpPr>
            <p:grpSpPr>
              <a:xfrm>
                <a:off x="5584658" y="1828709"/>
                <a:ext cx="1890067" cy="889093"/>
                <a:chOff x="5617382" y="4110731"/>
                <a:chExt cx="1926053" cy="883141"/>
              </a:xfrm>
            </p:grpSpPr>
            <p:sp>
              <p:nvSpPr>
                <p:cNvPr id="292" name="직사각형 291">
                  <a:extLst>
                    <a:ext uri="{FF2B5EF4-FFF2-40B4-BE49-F238E27FC236}">
                      <a16:creationId xmlns:a16="http://schemas.microsoft.com/office/drawing/2014/main" id="{773E7C1A-CE81-F7AB-BA8F-67B456AB89F2}"/>
                    </a:ext>
                  </a:extLst>
                </p:cNvPr>
                <p:cNvSpPr/>
                <p:nvPr/>
              </p:nvSpPr>
              <p:spPr bwMode="auto">
                <a:xfrm>
                  <a:off x="5617382" y="4140458"/>
                  <a:ext cx="1896868" cy="85341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9525" cap="flat" cmpd="sng">
                  <a:noFill/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293" name="그룹 292">
                  <a:extLst>
                    <a:ext uri="{FF2B5EF4-FFF2-40B4-BE49-F238E27FC236}">
                      <a16:creationId xmlns:a16="http://schemas.microsoft.com/office/drawing/2014/main" id="{5D326C46-98E4-156D-E417-B3BF097EA5BD}"/>
                    </a:ext>
                  </a:extLst>
                </p:cNvPr>
                <p:cNvGrpSpPr/>
                <p:nvPr/>
              </p:nvGrpSpPr>
              <p:grpSpPr>
                <a:xfrm>
                  <a:off x="5643208" y="4110731"/>
                  <a:ext cx="1900227" cy="853414"/>
                  <a:chOff x="5662258" y="4115456"/>
                  <a:chExt cx="1826081" cy="820114"/>
                </a:xfrm>
              </p:grpSpPr>
              <p:sp>
                <p:nvSpPr>
                  <p:cNvPr id="294" name="직사각형 293">
                    <a:extLst>
                      <a:ext uri="{FF2B5EF4-FFF2-40B4-BE49-F238E27FC236}">
                        <a16:creationId xmlns:a16="http://schemas.microsoft.com/office/drawing/2014/main" id="{1008C6A7-2140-FFEF-EB4C-9DB33AE2874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665486" y="4115456"/>
                    <a:ext cx="1822853" cy="820114"/>
                  </a:xfrm>
                  <a:prstGeom prst="rect">
                    <a:avLst/>
                  </a:prstGeom>
                  <a:solidFill>
                    <a:srgbClr val="F2F2F2"/>
                  </a:solidFill>
                  <a:ln w="9525" cap="flat" cmpd="sng">
                    <a:solidFill>
                      <a:schemeClr val="bg1">
                        <a:lumMod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grpSp>
                <p:nvGrpSpPr>
                  <p:cNvPr id="295" name="그룹 294">
                    <a:extLst>
                      <a:ext uri="{FF2B5EF4-FFF2-40B4-BE49-F238E27FC236}">
                        <a16:creationId xmlns:a16="http://schemas.microsoft.com/office/drawing/2014/main" id="{ED50ECE8-950B-E641-AFC7-77F965BDD9DF}"/>
                      </a:ext>
                    </a:extLst>
                  </p:cNvPr>
                  <p:cNvGrpSpPr/>
                  <p:nvPr/>
                </p:nvGrpSpPr>
                <p:grpSpPr>
                  <a:xfrm>
                    <a:off x="5662258" y="4115456"/>
                    <a:ext cx="1822853" cy="812999"/>
                    <a:chOff x="5642911" y="1570812"/>
                    <a:chExt cx="1657304" cy="878264"/>
                  </a:xfrm>
                </p:grpSpPr>
                <p:cxnSp>
                  <p:nvCxnSpPr>
                    <p:cNvPr id="297" name="직선 연결선 296">
                      <a:extLst>
                        <a:ext uri="{FF2B5EF4-FFF2-40B4-BE49-F238E27FC236}">
                          <a16:creationId xmlns:a16="http://schemas.microsoft.com/office/drawing/2014/main" id="{3CF3B2A2-80A6-8A07-6B00-110A4580AEF0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5642911" y="1570812"/>
                      <a:ext cx="1657304" cy="878264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298" name="직선 연결선 297">
                      <a:extLst>
                        <a:ext uri="{FF2B5EF4-FFF2-40B4-BE49-F238E27FC236}">
                          <a16:creationId xmlns:a16="http://schemas.microsoft.com/office/drawing/2014/main" id="{A6167D2D-7E21-AF35-9D94-23DC393ADAC5}"/>
                        </a:ext>
                      </a:extLst>
                    </p:cNvPr>
                    <p:cNvCxnSpPr/>
                    <p:nvPr/>
                  </p:nvCxnSpPr>
                  <p:spPr bwMode="auto">
                    <a:xfrm flipV="1">
                      <a:off x="5642911" y="1570812"/>
                      <a:ext cx="1657304" cy="878264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sp>
                  <p:nvSpPr>
                    <p:cNvPr id="299" name="TextBox 298">
                      <a:extLst>
                        <a:ext uri="{FF2B5EF4-FFF2-40B4-BE49-F238E27FC236}">
                          <a16:creationId xmlns:a16="http://schemas.microsoft.com/office/drawing/2014/main" id="{92E37339-641E-7893-3791-CC45BB7282C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56422" y="1871980"/>
                      <a:ext cx="1630282" cy="142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36000" tIns="36000" rIns="36000" bIns="36000" rtlCol="0">
                      <a:spAutoFit/>
                    </a:bodyPr>
                    <a:lstStyle/>
                    <a:p>
                      <a:pPr algn="ctr"/>
                      <a:r>
                        <a:rPr lang="en-US" altLang="ko-KR" sz="800" b="1" dirty="0" err="1">
                          <a:latin typeface="+mn-ea"/>
                          <a:ea typeface="+mn-ea"/>
                        </a:rPr>
                        <a:t>img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</p:txBody>
                </p:sp>
              </p:grpSp>
              <p:sp>
                <p:nvSpPr>
                  <p:cNvPr id="296" name="사각형: 둥근 모서리 295">
                    <a:extLst>
                      <a:ext uri="{FF2B5EF4-FFF2-40B4-BE49-F238E27FC236}">
                        <a16:creationId xmlns:a16="http://schemas.microsoft.com/office/drawing/2014/main" id="{C8B4BE9E-EC93-41EE-E954-C6B8733733A2}"/>
                      </a:ext>
                    </a:extLst>
                  </p:cNvPr>
                  <p:cNvSpPr/>
                  <p:nvPr/>
                </p:nvSpPr>
                <p:spPr>
                  <a:xfrm>
                    <a:off x="5892313" y="4691563"/>
                    <a:ext cx="1369199" cy="199565"/>
                  </a:xfrm>
                  <a:prstGeom prst="roundRect">
                    <a:avLst/>
                  </a:prstGeom>
                  <a:solidFill>
                    <a:schemeClr val="tx1"/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900" dirty="0">
                        <a:solidFill>
                          <a:schemeClr val="bg1"/>
                        </a:solidFill>
                        <a:latin typeface="+mn-ea"/>
                      </a:rPr>
                      <a:t>총 </a:t>
                    </a:r>
                    <a:r>
                      <a:rPr lang="en-US" altLang="ko-KR" sz="900" dirty="0">
                        <a:solidFill>
                          <a:schemeClr val="bg1"/>
                        </a:solidFill>
                        <a:latin typeface="+mn-ea"/>
                      </a:rPr>
                      <a:t>6</a:t>
                    </a:r>
                    <a:r>
                      <a:rPr lang="ko-KR" altLang="en-US" sz="900" dirty="0">
                        <a:solidFill>
                          <a:schemeClr val="bg1"/>
                        </a:solidFill>
                        <a:latin typeface="+mn-ea"/>
                      </a:rPr>
                      <a:t>개 학습</a:t>
                    </a:r>
                  </a:p>
                </p:txBody>
              </p:sp>
            </p:grpSp>
          </p:grpSp>
          <p:grpSp>
            <p:nvGrpSpPr>
              <p:cNvPr id="257" name="그룹 256">
                <a:extLst>
                  <a:ext uri="{FF2B5EF4-FFF2-40B4-BE49-F238E27FC236}">
                    <a16:creationId xmlns:a16="http://schemas.microsoft.com/office/drawing/2014/main" id="{C8E08D39-BA2B-4C4E-76CC-061CCE7661F2}"/>
                  </a:ext>
                </a:extLst>
              </p:cNvPr>
              <p:cNvGrpSpPr/>
              <p:nvPr/>
            </p:nvGrpSpPr>
            <p:grpSpPr>
              <a:xfrm>
                <a:off x="6900109" y="3094671"/>
                <a:ext cx="607256" cy="257252"/>
                <a:chOff x="2874055" y="5440514"/>
                <a:chExt cx="607256" cy="257252"/>
              </a:xfrm>
            </p:grpSpPr>
            <p:grpSp>
              <p:nvGrpSpPr>
                <p:cNvPr id="258" name="그룹 257">
                  <a:extLst>
                    <a:ext uri="{FF2B5EF4-FFF2-40B4-BE49-F238E27FC236}">
                      <a16:creationId xmlns:a16="http://schemas.microsoft.com/office/drawing/2014/main" id="{6BD44638-E968-195C-8E68-14301D454CA3}"/>
                    </a:ext>
                  </a:extLst>
                </p:cNvPr>
                <p:cNvGrpSpPr/>
                <p:nvPr/>
              </p:nvGrpSpPr>
              <p:grpSpPr>
                <a:xfrm>
                  <a:off x="2874055" y="5449681"/>
                  <a:ext cx="248085" cy="248085"/>
                  <a:chOff x="330200" y="2911430"/>
                  <a:chExt cx="330200" cy="330200"/>
                </a:xfrm>
              </p:grpSpPr>
              <p:sp>
                <p:nvSpPr>
                  <p:cNvPr id="262" name="타원 261">
                    <a:extLst>
                      <a:ext uri="{FF2B5EF4-FFF2-40B4-BE49-F238E27FC236}">
                        <a16:creationId xmlns:a16="http://schemas.microsoft.com/office/drawing/2014/main" id="{6F589576-1697-706B-EE97-BC95DA4DCB5D}"/>
                      </a:ext>
                    </a:extLst>
                  </p:cNvPr>
                  <p:cNvSpPr/>
                  <p:nvPr/>
                </p:nvSpPr>
                <p:spPr>
                  <a:xfrm>
                    <a:off x="330200" y="2911430"/>
                    <a:ext cx="330200" cy="330200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289" name="그림 288">
                    <a:extLst>
                      <a:ext uri="{FF2B5EF4-FFF2-40B4-BE49-F238E27FC236}">
                        <a16:creationId xmlns:a16="http://schemas.microsoft.com/office/drawing/2014/main" id="{03F11190-65B2-4196-8EA3-EC1CE5A72C5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379811" y="2961041"/>
                    <a:ext cx="230977" cy="23097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59" name="그룹 258">
                  <a:extLst>
                    <a:ext uri="{FF2B5EF4-FFF2-40B4-BE49-F238E27FC236}">
                      <a16:creationId xmlns:a16="http://schemas.microsoft.com/office/drawing/2014/main" id="{F7D1984F-A44C-90B3-69E6-CF754CF4F4D5}"/>
                    </a:ext>
                  </a:extLst>
                </p:cNvPr>
                <p:cNvGrpSpPr/>
                <p:nvPr/>
              </p:nvGrpSpPr>
              <p:grpSpPr>
                <a:xfrm>
                  <a:off x="3104285" y="5440514"/>
                  <a:ext cx="377026" cy="257252"/>
                  <a:chOff x="3104285" y="5440514"/>
                  <a:chExt cx="377026" cy="257252"/>
                </a:xfrm>
              </p:grpSpPr>
              <p:sp>
                <p:nvSpPr>
                  <p:cNvPr id="260" name="타원 259">
                    <a:extLst>
                      <a:ext uri="{FF2B5EF4-FFF2-40B4-BE49-F238E27FC236}">
                        <a16:creationId xmlns:a16="http://schemas.microsoft.com/office/drawing/2014/main" id="{25CE6DC9-4D71-B49E-9A8C-0DB1B1E44120}"/>
                      </a:ext>
                    </a:extLst>
                  </p:cNvPr>
                  <p:cNvSpPr/>
                  <p:nvPr/>
                </p:nvSpPr>
                <p:spPr>
                  <a:xfrm>
                    <a:off x="3168756" y="5449681"/>
                    <a:ext cx="248085" cy="248085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61" name="TextBox 260">
                    <a:extLst>
                      <a:ext uri="{FF2B5EF4-FFF2-40B4-BE49-F238E27FC236}">
                        <a16:creationId xmlns:a16="http://schemas.microsoft.com/office/drawing/2014/main" id="{B5D4A2A9-AEDF-4375-E9FC-9296B7CD208D}"/>
                      </a:ext>
                    </a:extLst>
                  </p:cNvPr>
                  <p:cNvSpPr txBox="1"/>
                  <p:nvPr/>
                </p:nvSpPr>
                <p:spPr>
                  <a:xfrm>
                    <a:off x="3104285" y="5440514"/>
                    <a:ext cx="377026" cy="25391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ko-KR" altLang="en-US" sz="1050" dirty="0">
                        <a:latin typeface="나눔고딕" pitchFamily="2" charset="-127"/>
                        <a:ea typeface="나눔고딕" pitchFamily="2" charset="-127"/>
                      </a:rPr>
                      <a:t>♥</a:t>
                    </a:r>
                  </a:p>
                </p:txBody>
              </p:sp>
            </p:grpSp>
          </p:grpSp>
        </p:grpSp>
        <p:grpSp>
          <p:nvGrpSpPr>
            <p:cNvPr id="211" name="그룹 210">
              <a:extLst>
                <a:ext uri="{FF2B5EF4-FFF2-40B4-BE49-F238E27FC236}">
                  <a16:creationId xmlns:a16="http://schemas.microsoft.com/office/drawing/2014/main" id="{AB53D1D5-CD0A-3701-7187-568425A535BF}"/>
                </a:ext>
              </a:extLst>
            </p:cNvPr>
            <p:cNvGrpSpPr/>
            <p:nvPr/>
          </p:nvGrpSpPr>
          <p:grpSpPr>
            <a:xfrm>
              <a:off x="7529348" y="1828709"/>
              <a:ext cx="2010177" cy="1585473"/>
              <a:chOff x="7529348" y="1828709"/>
              <a:chExt cx="2010177" cy="1585473"/>
            </a:xfrm>
          </p:grpSpPr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E26A662C-3556-DAE1-18B0-408CEF9024C1}"/>
                  </a:ext>
                </a:extLst>
              </p:cNvPr>
              <p:cNvSpPr txBox="1"/>
              <p:nvPr/>
            </p:nvSpPr>
            <p:spPr>
              <a:xfrm>
                <a:off x="7529348" y="2737074"/>
                <a:ext cx="1988878" cy="677108"/>
              </a:xfrm>
              <a:prstGeom prst="rect">
                <a:avLst/>
              </a:prstGeom>
              <a:noFill/>
            </p:spPr>
            <p:txBody>
              <a:bodyPr wrap="square" lIns="72000" rIns="72000" rtlCol="0">
                <a:spAutoFit/>
              </a:bodyPr>
              <a:lstStyle/>
              <a:p>
                <a:r>
                  <a:rPr lang="ko-KR" altLang="en-US" sz="900" dirty="0">
                    <a:latin typeface="+mn-ea"/>
                  </a:rPr>
                  <a:t>교육 현장의 갈등 상황 해결을 위한 문제해결 전략과 실제</a:t>
                </a:r>
                <a:r>
                  <a:rPr lang="en-US" altLang="ko-KR" sz="900" dirty="0">
                    <a:latin typeface="+mn-ea"/>
                  </a:rPr>
                  <a:t>…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800" dirty="0" err="1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박힐링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 선생님</a:t>
                </a:r>
                <a:endPara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★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4.8 | 156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명</a:t>
                </a:r>
              </a:p>
            </p:txBody>
          </p:sp>
          <p:grpSp>
            <p:nvGrpSpPr>
              <p:cNvPr id="310" name="그룹 309">
                <a:extLst>
                  <a:ext uri="{FF2B5EF4-FFF2-40B4-BE49-F238E27FC236}">
                    <a16:creationId xmlns:a16="http://schemas.microsoft.com/office/drawing/2014/main" id="{0F8ED6B5-BA7C-717F-4879-218695598367}"/>
                  </a:ext>
                </a:extLst>
              </p:cNvPr>
              <p:cNvGrpSpPr/>
              <p:nvPr/>
            </p:nvGrpSpPr>
            <p:grpSpPr>
              <a:xfrm>
                <a:off x="7614437" y="1828709"/>
                <a:ext cx="1890067" cy="889093"/>
                <a:chOff x="5617382" y="4110731"/>
                <a:chExt cx="1926053" cy="883141"/>
              </a:xfrm>
            </p:grpSpPr>
            <p:sp>
              <p:nvSpPr>
                <p:cNvPr id="311" name="직사각형 310">
                  <a:extLst>
                    <a:ext uri="{FF2B5EF4-FFF2-40B4-BE49-F238E27FC236}">
                      <a16:creationId xmlns:a16="http://schemas.microsoft.com/office/drawing/2014/main" id="{95B0BAB6-AB20-16FE-27D3-605EFB896D54}"/>
                    </a:ext>
                  </a:extLst>
                </p:cNvPr>
                <p:cNvSpPr/>
                <p:nvPr/>
              </p:nvSpPr>
              <p:spPr bwMode="auto">
                <a:xfrm>
                  <a:off x="5617382" y="4140458"/>
                  <a:ext cx="1896868" cy="85341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9525" cap="flat" cmpd="sng">
                  <a:noFill/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312" name="그룹 311">
                  <a:extLst>
                    <a:ext uri="{FF2B5EF4-FFF2-40B4-BE49-F238E27FC236}">
                      <a16:creationId xmlns:a16="http://schemas.microsoft.com/office/drawing/2014/main" id="{2AAC7F66-C080-B014-1301-AED6CCF2941E}"/>
                    </a:ext>
                  </a:extLst>
                </p:cNvPr>
                <p:cNvGrpSpPr/>
                <p:nvPr/>
              </p:nvGrpSpPr>
              <p:grpSpPr>
                <a:xfrm>
                  <a:off x="5643208" y="4110731"/>
                  <a:ext cx="1900227" cy="853414"/>
                  <a:chOff x="5662258" y="4115456"/>
                  <a:chExt cx="1826081" cy="820114"/>
                </a:xfrm>
              </p:grpSpPr>
              <p:sp>
                <p:nvSpPr>
                  <p:cNvPr id="313" name="직사각형 312">
                    <a:extLst>
                      <a:ext uri="{FF2B5EF4-FFF2-40B4-BE49-F238E27FC236}">
                        <a16:creationId xmlns:a16="http://schemas.microsoft.com/office/drawing/2014/main" id="{F74C0D21-288F-BB05-1E0D-2303EDDDB22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665486" y="4115456"/>
                    <a:ext cx="1822853" cy="820114"/>
                  </a:xfrm>
                  <a:prstGeom prst="rect">
                    <a:avLst/>
                  </a:prstGeom>
                  <a:solidFill>
                    <a:srgbClr val="F2F2F2"/>
                  </a:solidFill>
                  <a:ln w="9525" cap="flat" cmpd="sng">
                    <a:solidFill>
                      <a:schemeClr val="bg1">
                        <a:lumMod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grpSp>
                <p:nvGrpSpPr>
                  <p:cNvPr id="314" name="그룹 313">
                    <a:extLst>
                      <a:ext uri="{FF2B5EF4-FFF2-40B4-BE49-F238E27FC236}">
                        <a16:creationId xmlns:a16="http://schemas.microsoft.com/office/drawing/2014/main" id="{056CC73A-374D-1B41-9D21-6D050EED384F}"/>
                      </a:ext>
                    </a:extLst>
                  </p:cNvPr>
                  <p:cNvGrpSpPr/>
                  <p:nvPr/>
                </p:nvGrpSpPr>
                <p:grpSpPr>
                  <a:xfrm>
                    <a:off x="5662258" y="4115456"/>
                    <a:ext cx="1822853" cy="812999"/>
                    <a:chOff x="5642911" y="1570812"/>
                    <a:chExt cx="1657304" cy="878264"/>
                  </a:xfrm>
                </p:grpSpPr>
                <p:cxnSp>
                  <p:nvCxnSpPr>
                    <p:cNvPr id="316" name="직선 연결선 315">
                      <a:extLst>
                        <a:ext uri="{FF2B5EF4-FFF2-40B4-BE49-F238E27FC236}">
                          <a16:creationId xmlns:a16="http://schemas.microsoft.com/office/drawing/2014/main" id="{07A3B839-0AFA-9FC1-3E50-755626AE16B5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5642911" y="1570812"/>
                      <a:ext cx="1657304" cy="878264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317" name="직선 연결선 316">
                      <a:extLst>
                        <a:ext uri="{FF2B5EF4-FFF2-40B4-BE49-F238E27FC236}">
                          <a16:creationId xmlns:a16="http://schemas.microsoft.com/office/drawing/2014/main" id="{6DD49D94-A46D-FA89-21DA-90ED7A3F4175}"/>
                        </a:ext>
                      </a:extLst>
                    </p:cNvPr>
                    <p:cNvCxnSpPr/>
                    <p:nvPr/>
                  </p:nvCxnSpPr>
                  <p:spPr bwMode="auto">
                    <a:xfrm flipV="1">
                      <a:off x="5642911" y="1570812"/>
                      <a:ext cx="1657304" cy="878264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sp>
                  <p:nvSpPr>
                    <p:cNvPr id="318" name="TextBox 317">
                      <a:extLst>
                        <a:ext uri="{FF2B5EF4-FFF2-40B4-BE49-F238E27FC236}">
                          <a16:creationId xmlns:a16="http://schemas.microsoft.com/office/drawing/2014/main" id="{665405C9-C87F-36E0-1D30-EEFCA3149E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56422" y="1871980"/>
                      <a:ext cx="1630282" cy="142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36000" tIns="36000" rIns="36000" bIns="36000" rtlCol="0">
                      <a:spAutoFit/>
                    </a:bodyPr>
                    <a:lstStyle/>
                    <a:p>
                      <a:pPr algn="ctr"/>
                      <a:r>
                        <a:rPr lang="en-US" altLang="ko-KR" sz="800" b="1" dirty="0" err="1">
                          <a:latin typeface="+mn-ea"/>
                          <a:ea typeface="+mn-ea"/>
                        </a:rPr>
                        <a:t>img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</p:txBody>
                </p:sp>
              </p:grpSp>
              <p:sp>
                <p:nvSpPr>
                  <p:cNvPr id="315" name="사각형: 둥근 모서리 314">
                    <a:extLst>
                      <a:ext uri="{FF2B5EF4-FFF2-40B4-BE49-F238E27FC236}">
                        <a16:creationId xmlns:a16="http://schemas.microsoft.com/office/drawing/2014/main" id="{127424BD-7774-CD96-8235-82CACB238D40}"/>
                      </a:ext>
                    </a:extLst>
                  </p:cNvPr>
                  <p:cNvSpPr/>
                  <p:nvPr/>
                </p:nvSpPr>
                <p:spPr>
                  <a:xfrm>
                    <a:off x="5892313" y="4691563"/>
                    <a:ext cx="1369199" cy="199565"/>
                  </a:xfrm>
                  <a:prstGeom prst="roundRect">
                    <a:avLst/>
                  </a:prstGeom>
                  <a:solidFill>
                    <a:schemeClr val="tx1"/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900" dirty="0">
                        <a:solidFill>
                          <a:schemeClr val="bg1"/>
                        </a:solidFill>
                        <a:latin typeface="+mn-ea"/>
                      </a:rPr>
                      <a:t>총 </a:t>
                    </a:r>
                    <a:r>
                      <a:rPr lang="en-US" altLang="ko-KR" sz="900" dirty="0">
                        <a:solidFill>
                          <a:schemeClr val="bg1"/>
                        </a:solidFill>
                        <a:latin typeface="+mn-ea"/>
                      </a:rPr>
                      <a:t>6</a:t>
                    </a:r>
                    <a:r>
                      <a:rPr lang="ko-KR" altLang="en-US" sz="900" dirty="0">
                        <a:solidFill>
                          <a:schemeClr val="bg1"/>
                        </a:solidFill>
                        <a:latin typeface="+mn-ea"/>
                      </a:rPr>
                      <a:t>개 학습</a:t>
                    </a:r>
                  </a:p>
                </p:txBody>
              </p:sp>
            </p:grpSp>
          </p:grpSp>
          <p:grpSp>
            <p:nvGrpSpPr>
              <p:cNvPr id="302" name="그룹 301">
                <a:extLst>
                  <a:ext uri="{FF2B5EF4-FFF2-40B4-BE49-F238E27FC236}">
                    <a16:creationId xmlns:a16="http://schemas.microsoft.com/office/drawing/2014/main" id="{ADB10A8D-1F85-70CD-99D2-CB98570A8932}"/>
                  </a:ext>
                </a:extLst>
              </p:cNvPr>
              <p:cNvGrpSpPr/>
              <p:nvPr/>
            </p:nvGrpSpPr>
            <p:grpSpPr>
              <a:xfrm>
                <a:off x="8932269" y="3094671"/>
                <a:ext cx="607256" cy="257252"/>
                <a:chOff x="2874055" y="5440514"/>
                <a:chExt cx="607256" cy="257252"/>
              </a:xfrm>
            </p:grpSpPr>
            <p:grpSp>
              <p:nvGrpSpPr>
                <p:cNvPr id="303" name="그룹 302">
                  <a:extLst>
                    <a:ext uri="{FF2B5EF4-FFF2-40B4-BE49-F238E27FC236}">
                      <a16:creationId xmlns:a16="http://schemas.microsoft.com/office/drawing/2014/main" id="{1A008390-99B7-4121-87E5-1577D2FEAF5A}"/>
                    </a:ext>
                  </a:extLst>
                </p:cNvPr>
                <p:cNvGrpSpPr/>
                <p:nvPr/>
              </p:nvGrpSpPr>
              <p:grpSpPr>
                <a:xfrm>
                  <a:off x="2874055" y="5449681"/>
                  <a:ext cx="248085" cy="248085"/>
                  <a:chOff x="330200" y="2911430"/>
                  <a:chExt cx="330200" cy="330200"/>
                </a:xfrm>
              </p:grpSpPr>
              <p:sp>
                <p:nvSpPr>
                  <p:cNvPr id="307" name="타원 306">
                    <a:extLst>
                      <a:ext uri="{FF2B5EF4-FFF2-40B4-BE49-F238E27FC236}">
                        <a16:creationId xmlns:a16="http://schemas.microsoft.com/office/drawing/2014/main" id="{852C5935-85C3-225E-431A-6E100F33B9B2}"/>
                      </a:ext>
                    </a:extLst>
                  </p:cNvPr>
                  <p:cNvSpPr/>
                  <p:nvPr/>
                </p:nvSpPr>
                <p:spPr>
                  <a:xfrm>
                    <a:off x="330200" y="2911430"/>
                    <a:ext cx="330200" cy="330200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308" name="그림 307">
                    <a:extLst>
                      <a:ext uri="{FF2B5EF4-FFF2-40B4-BE49-F238E27FC236}">
                        <a16:creationId xmlns:a16="http://schemas.microsoft.com/office/drawing/2014/main" id="{32E75D5F-560B-AF18-E0D4-272B9BE5EAA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379811" y="2961041"/>
                    <a:ext cx="230977" cy="23097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04" name="그룹 303">
                  <a:extLst>
                    <a:ext uri="{FF2B5EF4-FFF2-40B4-BE49-F238E27FC236}">
                      <a16:creationId xmlns:a16="http://schemas.microsoft.com/office/drawing/2014/main" id="{C94AE3DC-5BC3-1B33-77E9-E7279A09EEB8}"/>
                    </a:ext>
                  </a:extLst>
                </p:cNvPr>
                <p:cNvGrpSpPr/>
                <p:nvPr/>
              </p:nvGrpSpPr>
              <p:grpSpPr>
                <a:xfrm>
                  <a:off x="3104285" y="5440514"/>
                  <a:ext cx="377026" cy="257252"/>
                  <a:chOff x="3104285" y="5440514"/>
                  <a:chExt cx="377026" cy="257252"/>
                </a:xfrm>
              </p:grpSpPr>
              <p:sp>
                <p:nvSpPr>
                  <p:cNvPr id="305" name="타원 304">
                    <a:extLst>
                      <a:ext uri="{FF2B5EF4-FFF2-40B4-BE49-F238E27FC236}">
                        <a16:creationId xmlns:a16="http://schemas.microsoft.com/office/drawing/2014/main" id="{06683727-3732-999D-F615-8276E3FA075A}"/>
                      </a:ext>
                    </a:extLst>
                  </p:cNvPr>
                  <p:cNvSpPr/>
                  <p:nvPr/>
                </p:nvSpPr>
                <p:spPr>
                  <a:xfrm>
                    <a:off x="3168756" y="5449681"/>
                    <a:ext cx="248085" cy="248085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06" name="TextBox 305">
                    <a:extLst>
                      <a:ext uri="{FF2B5EF4-FFF2-40B4-BE49-F238E27FC236}">
                        <a16:creationId xmlns:a16="http://schemas.microsoft.com/office/drawing/2014/main" id="{88F1E933-FC1B-652A-C36F-DCD33DFC38C1}"/>
                      </a:ext>
                    </a:extLst>
                  </p:cNvPr>
                  <p:cNvSpPr txBox="1"/>
                  <p:nvPr/>
                </p:nvSpPr>
                <p:spPr>
                  <a:xfrm>
                    <a:off x="3104285" y="5440514"/>
                    <a:ext cx="377026" cy="25391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ko-KR" altLang="en-US" sz="1050" dirty="0">
                        <a:latin typeface="나눔고딕" pitchFamily="2" charset="-127"/>
                        <a:ea typeface="나눔고딕" pitchFamily="2" charset="-127"/>
                      </a:rPr>
                      <a:t>♥</a:t>
                    </a:r>
                  </a:p>
                </p:txBody>
              </p:sp>
            </p:grpSp>
          </p:grpSp>
        </p:grpSp>
        <p:grpSp>
          <p:nvGrpSpPr>
            <p:cNvPr id="175" name="그룹 174">
              <a:extLst>
                <a:ext uri="{FF2B5EF4-FFF2-40B4-BE49-F238E27FC236}">
                  <a16:creationId xmlns:a16="http://schemas.microsoft.com/office/drawing/2014/main" id="{DF1E03B1-B05F-AFD9-7E75-5F8FE99B2BA3}"/>
                </a:ext>
              </a:extLst>
            </p:cNvPr>
            <p:cNvGrpSpPr/>
            <p:nvPr/>
          </p:nvGrpSpPr>
          <p:grpSpPr>
            <a:xfrm>
              <a:off x="1432864" y="1828709"/>
              <a:ext cx="2019707" cy="1585473"/>
              <a:chOff x="1432864" y="1828709"/>
              <a:chExt cx="2019707" cy="1585473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B717C1D-BE9E-9720-5DA6-9732BF8BE81B}"/>
                  </a:ext>
                </a:extLst>
              </p:cNvPr>
              <p:cNvSpPr txBox="1"/>
              <p:nvPr/>
            </p:nvSpPr>
            <p:spPr>
              <a:xfrm>
                <a:off x="1432864" y="2737074"/>
                <a:ext cx="1988878" cy="677108"/>
              </a:xfrm>
              <a:prstGeom prst="rect">
                <a:avLst/>
              </a:prstGeom>
              <a:noFill/>
            </p:spPr>
            <p:txBody>
              <a:bodyPr wrap="square" lIns="72000" rIns="72000" rtlCol="0">
                <a:spAutoFit/>
              </a:bodyPr>
              <a:lstStyle/>
              <a:p>
                <a:r>
                  <a:rPr lang="ko-KR" altLang="en-US" sz="900" b="1" dirty="0" err="1">
                    <a:latin typeface="+mn-ea"/>
                  </a:rPr>
                  <a:t>번아웃</a:t>
                </a:r>
                <a:r>
                  <a:rPr lang="ko-KR" altLang="en-US" sz="900" b="1" dirty="0">
                    <a:latin typeface="+mn-ea"/>
                  </a:rPr>
                  <a:t> 없이 지속 가능한 교직 생활을 위한 마음 건강 관리</a:t>
                </a:r>
                <a:r>
                  <a:rPr lang="en-US" altLang="ko-KR" sz="900" b="1" dirty="0">
                    <a:latin typeface="+mn-ea"/>
                  </a:rPr>
                  <a:t>…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800" dirty="0" err="1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김교육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 선생님</a:t>
                </a:r>
                <a:endPara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★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4.8 | 156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명</a:t>
                </a:r>
              </a:p>
            </p:txBody>
          </p:sp>
          <p:grpSp>
            <p:nvGrpSpPr>
              <p:cNvPr id="33" name="그룹 32">
                <a:extLst>
                  <a:ext uri="{FF2B5EF4-FFF2-40B4-BE49-F238E27FC236}">
                    <a16:creationId xmlns:a16="http://schemas.microsoft.com/office/drawing/2014/main" id="{8F987666-2785-A7A3-9C49-C962A98CF00E}"/>
                  </a:ext>
                </a:extLst>
              </p:cNvPr>
              <p:cNvGrpSpPr/>
              <p:nvPr/>
            </p:nvGrpSpPr>
            <p:grpSpPr>
              <a:xfrm>
                <a:off x="1525102" y="1828709"/>
                <a:ext cx="1890067" cy="889093"/>
                <a:chOff x="5617382" y="4110731"/>
                <a:chExt cx="1926053" cy="883141"/>
              </a:xfrm>
            </p:grpSpPr>
            <p:sp>
              <p:nvSpPr>
                <p:cNvPr id="34" name="직사각형 33">
                  <a:extLst>
                    <a:ext uri="{FF2B5EF4-FFF2-40B4-BE49-F238E27FC236}">
                      <a16:creationId xmlns:a16="http://schemas.microsoft.com/office/drawing/2014/main" id="{1B41E51D-104C-7EE7-CEFD-BF4F4B70BE7F}"/>
                    </a:ext>
                  </a:extLst>
                </p:cNvPr>
                <p:cNvSpPr/>
                <p:nvPr/>
              </p:nvSpPr>
              <p:spPr bwMode="auto">
                <a:xfrm>
                  <a:off x="5617382" y="4140458"/>
                  <a:ext cx="1896868" cy="85341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9525" cap="flat" cmpd="sng">
                  <a:noFill/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35" name="그룹 34">
                  <a:extLst>
                    <a:ext uri="{FF2B5EF4-FFF2-40B4-BE49-F238E27FC236}">
                      <a16:creationId xmlns:a16="http://schemas.microsoft.com/office/drawing/2014/main" id="{2C62D166-9A72-4798-A5C7-C95826C130A3}"/>
                    </a:ext>
                  </a:extLst>
                </p:cNvPr>
                <p:cNvGrpSpPr/>
                <p:nvPr/>
              </p:nvGrpSpPr>
              <p:grpSpPr>
                <a:xfrm>
                  <a:off x="5643208" y="4110731"/>
                  <a:ext cx="1900227" cy="853414"/>
                  <a:chOff x="5662258" y="4115456"/>
                  <a:chExt cx="1826081" cy="820114"/>
                </a:xfrm>
              </p:grpSpPr>
              <p:sp>
                <p:nvSpPr>
                  <p:cNvPr id="36" name="직사각형 35">
                    <a:extLst>
                      <a:ext uri="{FF2B5EF4-FFF2-40B4-BE49-F238E27FC236}">
                        <a16:creationId xmlns:a16="http://schemas.microsoft.com/office/drawing/2014/main" id="{26B01394-2AFA-E039-75A0-A10983C13F3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665486" y="4115456"/>
                    <a:ext cx="1822853" cy="820114"/>
                  </a:xfrm>
                  <a:prstGeom prst="rect">
                    <a:avLst/>
                  </a:prstGeom>
                  <a:solidFill>
                    <a:srgbClr val="F2F2F2"/>
                  </a:solidFill>
                  <a:ln w="9525" cap="flat" cmpd="sng">
                    <a:solidFill>
                      <a:schemeClr val="bg1">
                        <a:lumMod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grpSp>
                <p:nvGrpSpPr>
                  <p:cNvPr id="37" name="그룹 36">
                    <a:extLst>
                      <a:ext uri="{FF2B5EF4-FFF2-40B4-BE49-F238E27FC236}">
                        <a16:creationId xmlns:a16="http://schemas.microsoft.com/office/drawing/2014/main" id="{4432B0F3-D8D6-1C39-8E6F-3A117920DE9A}"/>
                      </a:ext>
                    </a:extLst>
                  </p:cNvPr>
                  <p:cNvGrpSpPr/>
                  <p:nvPr/>
                </p:nvGrpSpPr>
                <p:grpSpPr>
                  <a:xfrm>
                    <a:off x="5662258" y="4115456"/>
                    <a:ext cx="1822853" cy="812999"/>
                    <a:chOff x="5642911" y="1570812"/>
                    <a:chExt cx="1657304" cy="878264"/>
                  </a:xfrm>
                </p:grpSpPr>
                <p:cxnSp>
                  <p:nvCxnSpPr>
                    <p:cNvPr id="40" name="직선 연결선 39">
                      <a:extLst>
                        <a:ext uri="{FF2B5EF4-FFF2-40B4-BE49-F238E27FC236}">
                          <a16:creationId xmlns:a16="http://schemas.microsoft.com/office/drawing/2014/main" id="{18210747-3232-0789-BF28-CDA8CA4EAD16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5642911" y="1570812"/>
                      <a:ext cx="1657304" cy="878264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41" name="직선 연결선 40">
                      <a:extLst>
                        <a:ext uri="{FF2B5EF4-FFF2-40B4-BE49-F238E27FC236}">
                          <a16:creationId xmlns:a16="http://schemas.microsoft.com/office/drawing/2014/main" id="{D00328E9-A5C3-0956-47FF-7D7F2858DBE9}"/>
                        </a:ext>
                      </a:extLst>
                    </p:cNvPr>
                    <p:cNvCxnSpPr/>
                    <p:nvPr/>
                  </p:nvCxnSpPr>
                  <p:spPr bwMode="auto">
                    <a:xfrm flipV="1">
                      <a:off x="5642911" y="1570812"/>
                      <a:ext cx="1657304" cy="878264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sp>
                  <p:nvSpPr>
                    <p:cNvPr id="42" name="TextBox 41">
                      <a:extLst>
                        <a:ext uri="{FF2B5EF4-FFF2-40B4-BE49-F238E27FC236}">
                          <a16:creationId xmlns:a16="http://schemas.microsoft.com/office/drawing/2014/main" id="{D042AA4D-7F9E-8F51-2DE8-164F5A1A680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56422" y="1871980"/>
                      <a:ext cx="1630282" cy="142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36000" tIns="36000" rIns="36000" bIns="36000" rtlCol="0">
                      <a:spAutoFit/>
                    </a:bodyPr>
                    <a:lstStyle/>
                    <a:p>
                      <a:pPr algn="ctr"/>
                      <a:r>
                        <a:rPr lang="en-US" altLang="ko-KR" sz="800" b="1" dirty="0" err="1">
                          <a:latin typeface="+mn-ea"/>
                          <a:ea typeface="+mn-ea"/>
                        </a:rPr>
                        <a:t>img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</p:txBody>
                </p:sp>
              </p:grpSp>
              <p:sp>
                <p:nvSpPr>
                  <p:cNvPr id="38" name="사각형: 둥근 모서리 37">
                    <a:extLst>
                      <a:ext uri="{FF2B5EF4-FFF2-40B4-BE49-F238E27FC236}">
                        <a16:creationId xmlns:a16="http://schemas.microsoft.com/office/drawing/2014/main" id="{234AA967-E86D-E654-413E-6E5626DCF5C4}"/>
                      </a:ext>
                    </a:extLst>
                  </p:cNvPr>
                  <p:cNvSpPr/>
                  <p:nvPr/>
                </p:nvSpPr>
                <p:spPr>
                  <a:xfrm>
                    <a:off x="5892313" y="4691563"/>
                    <a:ext cx="1369199" cy="199565"/>
                  </a:xfrm>
                  <a:prstGeom prst="roundRect">
                    <a:avLst/>
                  </a:prstGeom>
                  <a:solidFill>
                    <a:schemeClr val="tx1"/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900" dirty="0">
                        <a:solidFill>
                          <a:schemeClr val="bg1"/>
                        </a:solidFill>
                        <a:latin typeface="+mn-ea"/>
                      </a:rPr>
                      <a:t>총 </a:t>
                    </a:r>
                    <a:r>
                      <a:rPr lang="en-US" altLang="ko-KR" sz="900" dirty="0">
                        <a:solidFill>
                          <a:schemeClr val="bg1"/>
                        </a:solidFill>
                        <a:latin typeface="+mn-ea"/>
                      </a:rPr>
                      <a:t>6</a:t>
                    </a:r>
                    <a:r>
                      <a:rPr lang="ko-KR" altLang="en-US" sz="900" dirty="0">
                        <a:solidFill>
                          <a:schemeClr val="bg1"/>
                        </a:solidFill>
                        <a:latin typeface="+mn-ea"/>
                      </a:rPr>
                      <a:t>개 학습</a:t>
                    </a:r>
                  </a:p>
                </p:txBody>
              </p:sp>
            </p:grpSp>
          </p:grp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1FA51678-239F-0A2A-A307-77984946C8CE}"/>
                  </a:ext>
                </a:extLst>
              </p:cNvPr>
              <p:cNvGrpSpPr/>
              <p:nvPr/>
            </p:nvGrpSpPr>
            <p:grpSpPr>
              <a:xfrm>
                <a:off x="2845315" y="3094671"/>
                <a:ext cx="607256" cy="257252"/>
                <a:chOff x="2874055" y="5440514"/>
                <a:chExt cx="607256" cy="257252"/>
              </a:xfrm>
            </p:grpSpPr>
            <p:grpSp>
              <p:nvGrpSpPr>
                <p:cNvPr id="21" name="그룹 20">
                  <a:extLst>
                    <a:ext uri="{FF2B5EF4-FFF2-40B4-BE49-F238E27FC236}">
                      <a16:creationId xmlns:a16="http://schemas.microsoft.com/office/drawing/2014/main" id="{BC12C331-BB10-2DB0-FDE0-172B7DC6079A}"/>
                    </a:ext>
                  </a:extLst>
                </p:cNvPr>
                <p:cNvGrpSpPr/>
                <p:nvPr/>
              </p:nvGrpSpPr>
              <p:grpSpPr>
                <a:xfrm>
                  <a:off x="2874055" y="5449681"/>
                  <a:ext cx="248085" cy="248085"/>
                  <a:chOff x="330200" y="2911430"/>
                  <a:chExt cx="330200" cy="330200"/>
                </a:xfrm>
              </p:grpSpPr>
              <p:sp>
                <p:nvSpPr>
                  <p:cNvPr id="25" name="타원 24">
                    <a:extLst>
                      <a:ext uri="{FF2B5EF4-FFF2-40B4-BE49-F238E27FC236}">
                        <a16:creationId xmlns:a16="http://schemas.microsoft.com/office/drawing/2014/main" id="{1468A80F-15E3-8940-0843-2FFB71379C25}"/>
                      </a:ext>
                    </a:extLst>
                  </p:cNvPr>
                  <p:cNvSpPr/>
                  <p:nvPr/>
                </p:nvSpPr>
                <p:spPr>
                  <a:xfrm>
                    <a:off x="330200" y="2911430"/>
                    <a:ext cx="330200" cy="330200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26" name="그림 25">
                    <a:extLst>
                      <a:ext uri="{FF2B5EF4-FFF2-40B4-BE49-F238E27FC236}">
                        <a16:creationId xmlns:a16="http://schemas.microsoft.com/office/drawing/2014/main" id="{FF99B54D-9F68-E684-8159-EE20C3F3DB6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379811" y="2961041"/>
                    <a:ext cx="230977" cy="23097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2" name="그룹 21">
                  <a:extLst>
                    <a:ext uri="{FF2B5EF4-FFF2-40B4-BE49-F238E27FC236}">
                      <a16:creationId xmlns:a16="http://schemas.microsoft.com/office/drawing/2014/main" id="{FC35D8CD-B5C0-44BE-A360-36A6C46CA01C}"/>
                    </a:ext>
                  </a:extLst>
                </p:cNvPr>
                <p:cNvGrpSpPr/>
                <p:nvPr/>
              </p:nvGrpSpPr>
              <p:grpSpPr>
                <a:xfrm>
                  <a:off x="3104285" y="5440514"/>
                  <a:ext cx="377026" cy="257252"/>
                  <a:chOff x="3104285" y="5440514"/>
                  <a:chExt cx="377026" cy="257252"/>
                </a:xfrm>
              </p:grpSpPr>
              <p:sp>
                <p:nvSpPr>
                  <p:cNvPr id="23" name="타원 22">
                    <a:extLst>
                      <a:ext uri="{FF2B5EF4-FFF2-40B4-BE49-F238E27FC236}">
                        <a16:creationId xmlns:a16="http://schemas.microsoft.com/office/drawing/2014/main" id="{DF59DF62-5664-386E-DE04-082C30D699EC}"/>
                      </a:ext>
                    </a:extLst>
                  </p:cNvPr>
                  <p:cNvSpPr/>
                  <p:nvPr/>
                </p:nvSpPr>
                <p:spPr>
                  <a:xfrm>
                    <a:off x="3168756" y="5449681"/>
                    <a:ext cx="248085" cy="248085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6DA7AAC4-24DD-913B-6C31-21D51FFA22C4}"/>
                      </a:ext>
                    </a:extLst>
                  </p:cNvPr>
                  <p:cNvSpPr txBox="1"/>
                  <p:nvPr/>
                </p:nvSpPr>
                <p:spPr>
                  <a:xfrm>
                    <a:off x="3104285" y="5440514"/>
                    <a:ext cx="377026" cy="25391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ko-KR" altLang="en-US" sz="1050" dirty="0">
                        <a:latin typeface="나눔고딕" pitchFamily="2" charset="-127"/>
                        <a:ea typeface="나눔고딕" pitchFamily="2" charset="-127"/>
                      </a:rPr>
                      <a:t>♥</a:t>
                    </a:r>
                  </a:p>
                </p:txBody>
              </p:sp>
            </p:grpSp>
          </p:grpSp>
        </p:grpSp>
      </p:grp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33460EB1-A714-A93E-3929-A422B74BB269}"/>
              </a:ext>
            </a:extLst>
          </p:cNvPr>
          <p:cNvSpPr/>
          <p:nvPr/>
        </p:nvSpPr>
        <p:spPr>
          <a:xfrm>
            <a:off x="2819827" y="3250845"/>
            <a:ext cx="291156" cy="270481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2B00E6B9-1D79-67BB-98C2-F36091BF7779}"/>
              </a:ext>
            </a:extLst>
          </p:cNvPr>
          <p:cNvSpPr/>
          <p:nvPr/>
        </p:nvSpPr>
        <p:spPr>
          <a:xfrm>
            <a:off x="3124013" y="3250845"/>
            <a:ext cx="291156" cy="270481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472031B3-46D7-BADA-4E2F-2B84EAA82A5C}"/>
              </a:ext>
            </a:extLst>
          </p:cNvPr>
          <p:cNvSpPr txBox="1"/>
          <p:nvPr/>
        </p:nvSpPr>
        <p:spPr>
          <a:xfrm>
            <a:off x="7909169" y="1693704"/>
            <a:ext cx="1608371" cy="268471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√ </a:t>
            </a:r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맞춤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관심사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트렌드</a:t>
            </a:r>
            <a:endParaRPr lang="en-US" altLang="ko-KR" sz="1000" dirty="0"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221" name="그룹 220">
            <a:extLst>
              <a:ext uri="{FF2B5EF4-FFF2-40B4-BE49-F238E27FC236}">
                <a16:creationId xmlns:a16="http://schemas.microsoft.com/office/drawing/2014/main" id="{CA01D814-FDD9-9F3E-4999-18025C19F15B}"/>
              </a:ext>
            </a:extLst>
          </p:cNvPr>
          <p:cNvGrpSpPr/>
          <p:nvPr/>
        </p:nvGrpSpPr>
        <p:grpSpPr>
          <a:xfrm>
            <a:off x="1555479" y="3687574"/>
            <a:ext cx="7956000" cy="308244"/>
            <a:chOff x="1409337" y="3497166"/>
            <a:chExt cx="7452000" cy="308244"/>
          </a:xfrm>
        </p:grpSpPr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149DF3B2-5B19-C3B9-7A1B-CBEF662365E9}"/>
                </a:ext>
              </a:extLst>
            </p:cNvPr>
            <p:cNvCxnSpPr>
              <a:cxnSpLocks/>
            </p:cNvCxnSpPr>
            <p:nvPr/>
          </p:nvCxnSpPr>
          <p:spPr>
            <a:xfrm>
              <a:off x="1409337" y="3620733"/>
              <a:ext cx="7452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3" name="사각형: 둥근 모서리 222">
              <a:extLst>
                <a:ext uri="{FF2B5EF4-FFF2-40B4-BE49-F238E27FC236}">
                  <a16:creationId xmlns:a16="http://schemas.microsoft.com/office/drawing/2014/main" id="{8B231930-8C4E-E0BC-8BE2-5F138D006DD9}"/>
                </a:ext>
              </a:extLst>
            </p:cNvPr>
            <p:cNvSpPr/>
            <p:nvPr/>
          </p:nvSpPr>
          <p:spPr>
            <a:xfrm>
              <a:off x="4228736" y="3497166"/>
              <a:ext cx="1415444" cy="24713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더보기</a:t>
              </a:r>
              <a:endParaRPr lang="ko-KR" altLang="en-US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416" name="TextBox 415">
              <a:extLst>
                <a:ext uri="{FF2B5EF4-FFF2-40B4-BE49-F238E27FC236}">
                  <a16:creationId xmlns:a16="http://schemas.microsoft.com/office/drawing/2014/main" id="{FA08E061-D2AF-723D-26E6-70B7267E4CDD}"/>
                </a:ext>
              </a:extLst>
            </p:cNvPr>
            <p:cNvSpPr txBox="1"/>
            <p:nvPr/>
          </p:nvSpPr>
          <p:spPr>
            <a:xfrm>
              <a:off x="5252268" y="3543800"/>
              <a:ext cx="38258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﹀</a:t>
              </a:r>
              <a:endParaRPr lang="ko-KR" altLang="en-US" dirty="0"/>
            </a:p>
          </p:txBody>
        </p:sp>
      </p:grpSp>
      <p:grpSp>
        <p:nvGrpSpPr>
          <p:cNvPr id="417" name="그룹 416">
            <a:extLst>
              <a:ext uri="{FF2B5EF4-FFF2-40B4-BE49-F238E27FC236}">
                <a16:creationId xmlns:a16="http://schemas.microsoft.com/office/drawing/2014/main" id="{F26AC9BE-BE64-C449-1E87-94053F368FEB}"/>
              </a:ext>
            </a:extLst>
          </p:cNvPr>
          <p:cNvGrpSpPr/>
          <p:nvPr/>
        </p:nvGrpSpPr>
        <p:grpSpPr>
          <a:xfrm>
            <a:off x="1441493" y="4306426"/>
            <a:ext cx="8106661" cy="1585473"/>
            <a:chOff x="1432864" y="1828709"/>
            <a:chExt cx="8106661" cy="1585473"/>
          </a:xfrm>
        </p:grpSpPr>
        <p:grpSp>
          <p:nvGrpSpPr>
            <p:cNvPr id="418" name="그룹 417">
              <a:extLst>
                <a:ext uri="{FF2B5EF4-FFF2-40B4-BE49-F238E27FC236}">
                  <a16:creationId xmlns:a16="http://schemas.microsoft.com/office/drawing/2014/main" id="{BAB1519A-F9CF-ACDE-557F-49BB1CE6DCB5}"/>
                </a:ext>
              </a:extLst>
            </p:cNvPr>
            <p:cNvGrpSpPr/>
            <p:nvPr/>
          </p:nvGrpSpPr>
          <p:grpSpPr>
            <a:xfrm>
              <a:off x="3462645" y="1828709"/>
              <a:ext cx="2003037" cy="1585473"/>
              <a:chOff x="3462645" y="1828709"/>
              <a:chExt cx="2003037" cy="1585473"/>
            </a:xfrm>
          </p:grpSpPr>
          <p:sp>
            <p:nvSpPr>
              <p:cNvPr id="473" name="TextBox 472">
                <a:extLst>
                  <a:ext uri="{FF2B5EF4-FFF2-40B4-BE49-F238E27FC236}">
                    <a16:creationId xmlns:a16="http://schemas.microsoft.com/office/drawing/2014/main" id="{A1851C82-A37D-A5AC-B945-0FC39995258C}"/>
                  </a:ext>
                </a:extLst>
              </p:cNvPr>
              <p:cNvSpPr txBox="1"/>
              <p:nvPr/>
            </p:nvSpPr>
            <p:spPr>
              <a:xfrm>
                <a:off x="3462645" y="2737074"/>
                <a:ext cx="1988878" cy="677108"/>
              </a:xfrm>
              <a:prstGeom prst="rect">
                <a:avLst/>
              </a:prstGeom>
              <a:noFill/>
            </p:spPr>
            <p:txBody>
              <a:bodyPr wrap="square" lIns="72000" rIns="72000" rtlCol="0">
                <a:spAutoFit/>
              </a:bodyPr>
              <a:lstStyle/>
              <a:p>
                <a:r>
                  <a:rPr lang="ko-KR" altLang="en-US" sz="900" dirty="0">
                    <a:latin typeface="+mn-ea"/>
                  </a:rPr>
                  <a:t>프로젝트 수업의 </a:t>
                </a:r>
                <a:r>
                  <a:rPr lang="en-US" altLang="ko-KR" sz="900" dirty="0">
                    <a:latin typeface="+mn-ea"/>
                  </a:rPr>
                  <a:t>A to Z, </a:t>
                </a:r>
                <a:r>
                  <a:rPr lang="ko-KR" altLang="en-US" sz="900" dirty="0">
                    <a:latin typeface="+mn-ea"/>
                  </a:rPr>
                  <a:t>기획부터 평가까지 완벽 가이드</a:t>
                </a:r>
                <a:r>
                  <a:rPr lang="en-US" altLang="ko-KR" sz="900" dirty="0">
                    <a:latin typeface="+mn-ea"/>
                  </a:rPr>
                  <a:t>…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800" dirty="0" err="1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박수업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 선생님</a:t>
                </a:r>
                <a:endPara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★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4.8 | 156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명</a:t>
                </a:r>
              </a:p>
            </p:txBody>
          </p:sp>
          <p:grpSp>
            <p:nvGrpSpPr>
              <p:cNvPr id="474" name="그룹 473">
                <a:extLst>
                  <a:ext uri="{FF2B5EF4-FFF2-40B4-BE49-F238E27FC236}">
                    <a16:creationId xmlns:a16="http://schemas.microsoft.com/office/drawing/2014/main" id="{5982095B-9F7E-5E83-4794-5BF2A32AE91B}"/>
                  </a:ext>
                </a:extLst>
              </p:cNvPr>
              <p:cNvGrpSpPr/>
              <p:nvPr/>
            </p:nvGrpSpPr>
            <p:grpSpPr>
              <a:xfrm>
                <a:off x="3554880" y="1828709"/>
                <a:ext cx="1890067" cy="889093"/>
                <a:chOff x="5617382" y="4110731"/>
                <a:chExt cx="1926053" cy="883141"/>
              </a:xfrm>
            </p:grpSpPr>
            <p:sp>
              <p:nvSpPr>
                <p:cNvPr id="482" name="직사각형 481">
                  <a:extLst>
                    <a:ext uri="{FF2B5EF4-FFF2-40B4-BE49-F238E27FC236}">
                      <a16:creationId xmlns:a16="http://schemas.microsoft.com/office/drawing/2014/main" id="{767C4C0D-FD36-4DBF-34A4-A1BFF93CB885}"/>
                    </a:ext>
                  </a:extLst>
                </p:cNvPr>
                <p:cNvSpPr/>
                <p:nvPr/>
              </p:nvSpPr>
              <p:spPr bwMode="auto">
                <a:xfrm>
                  <a:off x="5617382" y="4140458"/>
                  <a:ext cx="1896868" cy="85341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9525" cap="flat" cmpd="sng">
                  <a:noFill/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483" name="그룹 482">
                  <a:extLst>
                    <a:ext uri="{FF2B5EF4-FFF2-40B4-BE49-F238E27FC236}">
                      <a16:creationId xmlns:a16="http://schemas.microsoft.com/office/drawing/2014/main" id="{678B08EB-259F-730B-E003-DE37E746EAAE}"/>
                    </a:ext>
                  </a:extLst>
                </p:cNvPr>
                <p:cNvGrpSpPr/>
                <p:nvPr/>
              </p:nvGrpSpPr>
              <p:grpSpPr>
                <a:xfrm>
                  <a:off x="5643208" y="4110731"/>
                  <a:ext cx="1900227" cy="853414"/>
                  <a:chOff x="5662258" y="4115456"/>
                  <a:chExt cx="1826081" cy="820114"/>
                </a:xfrm>
              </p:grpSpPr>
              <p:sp>
                <p:nvSpPr>
                  <p:cNvPr id="484" name="직사각형 483">
                    <a:extLst>
                      <a:ext uri="{FF2B5EF4-FFF2-40B4-BE49-F238E27FC236}">
                        <a16:creationId xmlns:a16="http://schemas.microsoft.com/office/drawing/2014/main" id="{F549C810-4785-7F00-2BE8-E5EF8C14C75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665486" y="4115456"/>
                    <a:ext cx="1822853" cy="820114"/>
                  </a:xfrm>
                  <a:prstGeom prst="rect">
                    <a:avLst/>
                  </a:prstGeom>
                  <a:solidFill>
                    <a:srgbClr val="F2F2F2"/>
                  </a:solidFill>
                  <a:ln w="9525" cap="flat" cmpd="sng">
                    <a:solidFill>
                      <a:schemeClr val="bg1">
                        <a:lumMod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grpSp>
                <p:nvGrpSpPr>
                  <p:cNvPr id="485" name="그룹 484">
                    <a:extLst>
                      <a:ext uri="{FF2B5EF4-FFF2-40B4-BE49-F238E27FC236}">
                        <a16:creationId xmlns:a16="http://schemas.microsoft.com/office/drawing/2014/main" id="{AD2E40FE-7EB0-1742-3134-8E8A5595AD17}"/>
                      </a:ext>
                    </a:extLst>
                  </p:cNvPr>
                  <p:cNvGrpSpPr/>
                  <p:nvPr/>
                </p:nvGrpSpPr>
                <p:grpSpPr>
                  <a:xfrm>
                    <a:off x="5662258" y="4115456"/>
                    <a:ext cx="1822853" cy="812999"/>
                    <a:chOff x="5642911" y="1570812"/>
                    <a:chExt cx="1657304" cy="878264"/>
                  </a:xfrm>
                </p:grpSpPr>
                <p:cxnSp>
                  <p:nvCxnSpPr>
                    <p:cNvPr id="487" name="직선 연결선 486">
                      <a:extLst>
                        <a:ext uri="{FF2B5EF4-FFF2-40B4-BE49-F238E27FC236}">
                          <a16:creationId xmlns:a16="http://schemas.microsoft.com/office/drawing/2014/main" id="{481807A3-F8FF-9E97-5EA6-5B7801F0D60B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5642911" y="1570812"/>
                      <a:ext cx="1657304" cy="878264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488" name="직선 연결선 487">
                      <a:extLst>
                        <a:ext uri="{FF2B5EF4-FFF2-40B4-BE49-F238E27FC236}">
                          <a16:creationId xmlns:a16="http://schemas.microsoft.com/office/drawing/2014/main" id="{F2CAA3BF-E149-B146-0A51-F4C7374C196A}"/>
                        </a:ext>
                      </a:extLst>
                    </p:cNvPr>
                    <p:cNvCxnSpPr/>
                    <p:nvPr/>
                  </p:nvCxnSpPr>
                  <p:spPr bwMode="auto">
                    <a:xfrm flipV="1">
                      <a:off x="5642911" y="1570812"/>
                      <a:ext cx="1657304" cy="878264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sp>
                  <p:nvSpPr>
                    <p:cNvPr id="489" name="TextBox 488">
                      <a:extLst>
                        <a:ext uri="{FF2B5EF4-FFF2-40B4-BE49-F238E27FC236}">
                          <a16:creationId xmlns:a16="http://schemas.microsoft.com/office/drawing/2014/main" id="{A95AF3D5-6380-FA7F-FDF6-02B01DBEE20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56422" y="1871980"/>
                      <a:ext cx="1630282" cy="142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36000" tIns="36000" rIns="36000" bIns="36000" rtlCol="0">
                      <a:spAutoFit/>
                    </a:bodyPr>
                    <a:lstStyle/>
                    <a:p>
                      <a:pPr algn="ctr"/>
                      <a:r>
                        <a:rPr lang="en-US" altLang="ko-KR" sz="800" b="1" dirty="0" err="1">
                          <a:latin typeface="+mn-ea"/>
                          <a:ea typeface="+mn-ea"/>
                        </a:rPr>
                        <a:t>img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</p:txBody>
                </p:sp>
              </p:grpSp>
              <p:sp>
                <p:nvSpPr>
                  <p:cNvPr id="486" name="사각형: 둥근 모서리 485">
                    <a:extLst>
                      <a:ext uri="{FF2B5EF4-FFF2-40B4-BE49-F238E27FC236}">
                        <a16:creationId xmlns:a16="http://schemas.microsoft.com/office/drawing/2014/main" id="{3A784439-D807-4941-C9B5-D7C6DB0D5F38}"/>
                      </a:ext>
                    </a:extLst>
                  </p:cNvPr>
                  <p:cNvSpPr/>
                  <p:nvPr/>
                </p:nvSpPr>
                <p:spPr>
                  <a:xfrm>
                    <a:off x="5892313" y="4691563"/>
                    <a:ext cx="1369199" cy="199565"/>
                  </a:xfrm>
                  <a:prstGeom prst="roundRect">
                    <a:avLst/>
                  </a:prstGeom>
                  <a:solidFill>
                    <a:schemeClr val="tx1"/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900" dirty="0">
                        <a:solidFill>
                          <a:schemeClr val="bg1"/>
                        </a:solidFill>
                        <a:latin typeface="+mn-ea"/>
                      </a:rPr>
                      <a:t>총 </a:t>
                    </a:r>
                    <a:r>
                      <a:rPr lang="en-US" altLang="ko-KR" sz="900" dirty="0">
                        <a:solidFill>
                          <a:schemeClr val="bg1"/>
                        </a:solidFill>
                        <a:latin typeface="+mn-ea"/>
                      </a:rPr>
                      <a:t>6</a:t>
                    </a:r>
                    <a:r>
                      <a:rPr lang="ko-KR" altLang="en-US" sz="900" dirty="0">
                        <a:solidFill>
                          <a:schemeClr val="bg1"/>
                        </a:solidFill>
                        <a:latin typeface="+mn-ea"/>
                      </a:rPr>
                      <a:t>개 학습</a:t>
                    </a:r>
                  </a:p>
                </p:txBody>
              </p:sp>
            </p:grpSp>
          </p:grpSp>
          <p:grpSp>
            <p:nvGrpSpPr>
              <p:cNvPr id="475" name="그룹 474">
                <a:extLst>
                  <a:ext uri="{FF2B5EF4-FFF2-40B4-BE49-F238E27FC236}">
                    <a16:creationId xmlns:a16="http://schemas.microsoft.com/office/drawing/2014/main" id="{5FD257F6-FC90-DABA-F34B-A0B52B5A2F1D}"/>
                  </a:ext>
                </a:extLst>
              </p:cNvPr>
              <p:cNvGrpSpPr/>
              <p:nvPr/>
            </p:nvGrpSpPr>
            <p:grpSpPr>
              <a:xfrm>
                <a:off x="4858426" y="3094671"/>
                <a:ext cx="607256" cy="257252"/>
                <a:chOff x="2874055" y="5440514"/>
                <a:chExt cx="607256" cy="257252"/>
              </a:xfrm>
            </p:grpSpPr>
            <p:grpSp>
              <p:nvGrpSpPr>
                <p:cNvPr id="476" name="그룹 475">
                  <a:extLst>
                    <a:ext uri="{FF2B5EF4-FFF2-40B4-BE49-F238E27FC236}">
                      <a16:creationId xmlns:a16="http://schemas.microsoft.com/office/drawing/2014/main" id="{1B0043E1-ED34-E24D-330C-8C6E1893CE82}"/>
                    </a:ext>
                  </a:extLst>
                </p:cNvPr>
                <p:cNvGrpSpPr/>
                <p:nvPr/>
              </p:nvGrpSpPr>
              <p:grpSpPr>
                <a:xfrm>
                  <a:off x="2874055" y="5449681"/>
                  <a:ext cx="248085" cy="248085"/>
                  <a:chOff x="330200" y="2911430"/>
                  <a:chExt cx="330200" cy="330200"/>
                </a:xfrm>
              </p:grpSpPr>
              <p:sp>
                <p:nvSpPr>
                  <p:cNvPr id="480" name="타원 479">
                    <a:extLst>
                      <a:ext uri="{FF2B5EF4-FFF2-40B4-BE49-F238E27FC236}">
                        <a16:creationId xmlns:a16="http://schemas.microsoft.com/office/drawing/2014/main" id="{6783905A-4A5B-9C6D-96D1-D7F1292D621C}"/>
                      </a:ext>
                    </a:extLst>
                  </p:cNvPr>
                  <p:cNvSpPr/>
                  <p:nvPr/>
                </p:nvSpPr>
                <p:spPr>
                  <a:xfrm>
                    <a:off x="330200" y="2911430"/>
                    <a:ext cx="330200" cy="330200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481" name="그림 480">
                    <a:extLst>
                      <a:ext uri="{FF2B5EF4-FFF2-40B4-BE49-F238E27FC236}">
                        <a16:creationId xmlns:a16="http://schemas.microsoft.com/office/drawing/2014/main" id="{BED9F264-50D9-BA17-F02C-268635637A1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379811" y="2961041"/>
                    <a:ext cx="230977" cy="23097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77" name="그룹 476">
                  <a:extLst>
                    <a:ext uri="{FF2B5EF4-FFF2-40B4-BE49-F238E27FC236}">
                      <a16:creationId xmlns:a16="http://schemas.microsoft.com/office/drawing/2014/main" id="{42B7FFC3-C8ED-0CB6-843E-09EAA3A22CED}"/>
                    </a:ext>
                  </a:extLst>
                </p:cNvPr>
                <p:cNvGrpSpPr/>
                <p:nvPr/>
              </p:nvGrpSpPr>
              <p:grpSpPr>
                <a:xfrm>
                  <a:off x="3104285" y="5440514"/>
                  <a:ext cx="377026" cy="257252"/>
                  <a:chOff x="3104285" y="5440514"/>
                  <a:chExt cx="377026" cy="257252"/>
                </a:xfrm>
              </p:grpSpPr>
              <p:sp>
                <p:nvSpPr>
                  <p:cNvPr id="478" name="타원 477">
                    <a:extLst>
                      <a:ext uri="{FF2B5EF4-FFF2-40B4-BE49-F238E27FC236}">
                        <a16:creationId xmlns:a16="http://schemas.microsoft.com/office/drawing/2014/main" id="{7573CF99-F388-C653-DD92-2F704CF4B476}"/>
                      </a:ext>
                    </a:extLst>
                  </p:cNvPr>
                  <p:cNvSpPr/>
                  <p:nvPr/>
                </p:nvSpPr>
                <p:spPr>
                  <a:xfrm>
                    <a:off x="3168756" y="5449681"/>
                    <a:ext cx="248085" cy="248085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79" name="TextBox 478">
                    <a:extLst>
                      <a:ext uri="{FF2B5EF4-FFF2-40B4-BE49-F238E27FC236}">
                        <a16:creationId xmlns:a16="http://schemas.microsoft.com/office/drawing/2014/main" id="{B40280C6-63A1-DA16-C361-5D9CA82D5E4A}"/>
                      </a:ext>
                    </a:extLst>
                  </p:cNvPr>
                  <p:cNvSpPr txBox="1"/>
                  <p:nvPr/>
                </p:nvSpPr>
                <p:spPr>
                  <a:xfrm>
                    <a:off x="3104285" y="5440514"/>
                    <a:ext cx="377026" cy="25391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ko-KR" altLang="en-US" sz="1050" dirty="0">
                        <a:latin typeface="나눔고딕" pitchFamily="2" charset="-127"/>
                        <a:ea typeface="나눔고딕" pitchFamily="2" charset="-127"/>
                      </a:rPr>
                      <a:t>♥</a:t>
                    </a:r>
                  </a:p>
                </p:txBody>
              </p:sp>
            </p:grpSp>
          </p:grpSp>
        </p:grpSp>
        <p:grpSp>
          <p:nvGrpSpPr>
            <p:cNvPr id="419" name="그룹 418">
              <a:extLst>
                <a:ext uri="{FF2B5EF4-FFF2-40B4-BE49-F238E27FC236}">
                  <a16:creationId xmlns:a16="http://schemas.microsoft.com/office/drawing/2014/main" id="{9B2ADC97-6D31-BC08-D454-A9E8E9A3D655}"/>
                </a:ext>
              </a:extLst>
            </p:cNvPr>
            <p:cNvGrpSpPr/>
            <p:nvPr/>
          </p:nvGrpSpPr>
          <p:grpSpPr>
            <a:xfrm>
              <a:off x="5490045" y="1828709"/>
              <a:ext cx="2017320" cy="1585473"/>
              <a:chOff x="5490045" y="1828709"/>
              <a:chExt cx="2017320" cy="1585473"/>
            </a:xfrm>
          </p:grpSpPr>
          <p:sp>
            <p:nvSpPr>
              <p:cNvPr id="456" name="TextBox 455">
                <a:extLst>
                  <a:ext uri="{FF2B5EF4-FFF2-40B4-BE49-F238E27FC236}">
                    <a16:creationId xmlns:a16="http://schemas.microsoft.com/office/drawing/2014/main" id="{6361C9FF-A9CC-D866-65BA-44B603AB76D3}"/>
                  </a:ext>
                </a:extLst>
              </p:cNvPr>
              <p:cNvSpPr txBox="1"/>
              <p:nvPr/>
            </p:nvSpPr>
            <p:spPr>
              <a:xfrm>
                <a:off x="5490045" y="2737074"/>
                <a:ext cx="1988878" cy="677108"/>
              </a:xfrm>
              <a:prstGeom prst="rect">
                <a:avLst/>
              </a:prstGeom>
              <a:noFill/>
            </p:spPr>
            <p:txBody>
              <a:bodyPr wrap="square" lIns="72000" rIns="72000" rtlCol="0">
                <a:spAutoFit/>
              </a:bodyPr>
              <a:lstStyle/>
              <a:p>
                <a:r>
                  <a:rPr lang="ko-KR" altLang="en-US" sz="900" dirty="0">
                    <a:latin typeface="+mn-ea"/>
                  </a:rPr>
                  <a:t>학교 문화 혁신을 위한 교사 협력과 전문적 학습공동체 운영</a:t>
                </a:r>
                <a:r>
                  <a:rPr lang="en-US" altLang="ko-KR" sz="900" dirty="0">
                    <a:latin typeface="+mn-ea"/>
                  </a:rPr>
                  <a:t>…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800" dirty="0" err="1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최협력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 선생님</a:t>
                </a:r>
                <a:endPara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★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4.8 | 156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명</a:t>
                </a:r>
              </a:p>
            </p:txBody>
          </p:sp>
          <p:grpSp>
            <p:nvGrpSpPr>
              <p:cNvPr id="457" name="그룹 456">
                <a:extLst>
                  <a:ext uri="{FF2B5EF4-FFF2-40B4-BE49-F238E27FC236}">
                    <a16:creationId xmlns:a16="http://schemas.microsoft.com/office/drawing/2014/main" id="{2B61B94E-C796-03DD-53A5-D6D1E282B96E}"/>
                  </a:ext>
                </a:extLst>
              </p:cNvPr>
              <p:cNvGrpSpPr/>
              <p:nvPr/>
            </p:nvGrpSpPr>
            <p:grpSpPr>
              <a:xfrm>
                <a:off x="5584658" y="1828709"/>
                <a:ext cx="1890067" cy="889093"/>
                <a:chOff x="5617382" y="4110731"/>
                <a:chExt cx="1926053" cy="883141"/>
              </a:xfrm>
            </p:grpSpPr>
            <p:sp>
              <p:nvSpPr>
                <p:cNvPr id="465" name="직사각형 464">
                  <a:extLst>
                    <a:ext uri="{FF2B5EF4-FFF2-40B4-BE49-F238E27FC236}">
                      <a16:creationId xmlns:a16="http://schemas.microsoft.com/office/drawing/2014/main" id="{25963CBD-75B4-DEE3-0079-5A57A83DA0CC}"/>
                    </a:ext>
                  </a:extLst>
                </p:cNvPr>
                <p:cNvSpPr/>
                <p:nvPr/>
              </p:nvSpPr>
              <p:spPr bwMode="auto">
                <a:xfrm>
                  <a:off x="5617382" y="4140458"/>
                  <a:ext cx="1896868" cy="85341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9525" cap="flat" cmpd="sng">
                  <a:noFill/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466" name="그룹 465">
                  <a:extLst>
                    <a:ext uri="{FF2B5EF4-FFF2-40B4-BE49-F238E27FC236}">
                      <a16:creationId xmlns:a16="http://schemas.microsoft.com/office/drawing/2014/main" id="{A2875AF3-3891-5CE2-6F5C-196C8CDDBC68}"/>
                    </a:ext>
                  </a:extLst>
                </p:cNvPr>
                <p:cNvGrpSpPr/>
                <p:nvPr/>
              </p:nvGrpSpPr>
              <p:grpSpPr>
                <a:xfrm>
                  <a:off x="5643208" y="4110731"/>
                  <a:ext cx="1900227" cy="853414"/>
                  <a:chOff x="5662258" y="4115456"/>
                  <a:chExt cx="1826081" cy="820114"/>
                </a:xfrm>
              </p:grpSpPr>
              <p:sp>
                <p:nvSpPr>
                  <p:cNvPr id="467" name="직사각형 466">
                    <a:extLst>
                      <a:ext uri="{FF2B5EF4-FFF2-40B4-BE49-F238E27FC236}">
                        <a16:creationId xmlns:a16="http://schemas.microsoft.com/office/drawing/2014/main" id="{6FC1DF89-4233-33D3-BE90-37FAA7E9912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665486" y="4115456"/>
                    <a:ext cx="1822853" cy="820114"/>
                  </a:xfrm>
                  <a:prstGeom prst="rect">
                    <a:avLst/>
                  </a:prstGeom>
                  <a:solidFill>
                    <a:srgbClr val="F2F2F2"/>
                  </a:solidFill>
                  <a:ln w="9525" cap="flat" cmpd="sng">
                    <a:solidFill>
                      <a:schemeClr val="bg1">
                        <a:lumMod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grpSp>
                <p:nvGrpSpPr>
                  <p:cNvPr id="468" name="그룹 467">
                    <a:extLst>
                      <a:ext uri="{FF2B5EF4-FFF2-40B4-BE49-F238E27FC236}">
                        <a16:creationId xmlns:a16="http://schemas.microsoft.com/office/drawing/2014/main" id="{27997E79-EAE0-C934-CB0D-CD7D6EC830BC}"/>
                      </a:ext>
                    </a:extLst>
                  </p:cNvPr>
                  <p:cNvGrpSpPr/>
                  <p:nvPr/>
                </p:nvGrpSpPr>
                <p:grpSpPr>
                  <a:xfrm>
                    <a:off x="5662258" y="4115456"/>
                    <a:ext cx="1822853" cy="812999"/>
                    <a:chOff x="5642911" y="1570812"/>
                    <a:chExt cx="1657304" cy="878264"/>
                  </a:xfrm>
                </p:grpSpPr>
                <p:cxnSp>
                  <p:nvCxnSpPr>
                    <p:cNvPr id="470" name="직선 연결선 469">
                      <a:extLst>
                        <a:ext uri="{FF2B5EF4-FFF2-40B4-BE49-F238E27FC236}">
                          <a16:creationId xmlns:a16="http://schemas.microsoft.com/office/drawing/2014/main" id="{13D58332-8A63-0CBF-D58A-FF9AADDD590E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5642911" y="1570812"/>
                      <a:ext cx="1657304" cy="878264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471" name="직선 연결선 470">
                      <a:extLst>
                        <a:ext uri="{FF2B5EF4-FFF2-40B4-BE49-F238E27FC236}">
                          <a16:creationId xmlns:a16="http://schemas.microsoft.com/office/drawing/2014/main" id="{061B1AA1-3D8D-E50E-BA8D-619B70042BAD}"/>
                        </a:ext>
                      </a:extLst>
                    </p:cNvPr>
                    <p:cNvCxnSpPr/>
                    <p:nvPr/>
                  </p:nvCxnSpPr>
                  <p:spPr bwMode="auto">
                    <a:xfrm flipV="1">
                      <a:off x="5642911" y="1570812"/>
                      <a:ext cx="1657304" cy="878264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sp>
                  <p:nvSpPr>
                    <p:cNvPr id="472" name="TextBox 471">
                      <a:extLst>
                        <a:ext uri="{FF2B5EF4-FFF2-40B4-BE49-F238E27FC236}">
                          <a16:creationId xmlns:a16="http://schemas.microsoft.com/office/drawing/2014/main" id="{491A12C6-7DE1-DFA4-BA44-54998D2CA7B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56422" y="1871980"/>
                      <a:ext cx="1630282" cy="142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36000" tIns="36000" rIns="36000" bIns="36000" rtlCol="0">
                      <a:spAutoFit/>
                    </a:bodyPr>
                    <a:lstStyle/>
                    <a:p>
                      <a:pPr algn="ctr"/>
                      <a:r>
                        <a:rPr lang="en-US" altLang="ko-KR" sz="800" b="1" dirty="0" err="1">
                          <a:latin typeface="+mn-ea"/>
                          <a:ea typeface="+mn-ea"/>
                        </a:rPr>
                        <a:t>img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</p:txBody>
                </p:sp>
              </p:grpSp>
              <p:sp>
                <p:nvSpPr>
                  <p:cNvPr id="469" name="사각형: 둥근 모서리 468">
                    <a:extLst>
                      <a:ext uri="{FF2B5EF4-FFF2-40B4-BE49-F238E27FC236}">
                        <a16:creationId xmlns:a16="http://schemas.microsoft.com/office/drawing/2014/main" id="{B6218918-5F4B-4508-198A-F5E51D1D789B}"/>
                      </a:ext>
                    </a:extLst>
                  </p:cNvPr>
                  <p:cNvSpPr/>
                  <p:nvPr/>
                </p:nvSpPr>
                <p:spPr>
                  <a:xfrm>
                    <a:off x="5892313" y="4691563"/>
                    <a:ext cx="1369199" cy="199565"/>
                  </a:xfrm>
                  <a:prstGeom prst="roundRect">
                    <a:avLst/>
                  </a:prstGeom>
                  <a:solidFill>
                    <a:schemeClr val="tx1"/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900" dirty="0">
                        <a:solidFill>
                          <a:schemeClr val="bg1"/>
                        </a:solidFill>
                        <a:latin typeface="+mn-ea"/>
                      </a:rPr>
                      <a:t>총 </a:t>
                    </a:r>
                    <a:r>
                      <a:rPr lang="en-US" altLang="ko-KR" sz="900" dirty="0">
                        <a:solidFill>
                          <a:schemeClr val="bg1"/>
                        </a:solidFill>
                        <a:latin typeface="+mn-ea"/>
                      </a:rPr>
                      <a:t>6</a:t>
                    </a:r>
                    <a:r>
                      <a:rPr lang="ko-KR" altLang="en-US" sz="900" dirty="0">
                        <a:solidFill>
                          <a:schemeClr val="bg1"/>
                        </a:solidFill>
                        <a:latin typeface="+mn-ea"/>
                      </a:rPr>
                      <a:t>개 학습</a:t>
                    </a:r>
                  </a:p>
                </p:txBody>
              </p:sp>
            </p:grpSp>
          </p:grpSp>
          <p:grpSp>
            <p:nvGrpSpPr>
              <p:cNvPr id="458" name="그룹 457">
                <a:extLst>
                  <a:ext uri="{FF2B5EF4-FFF2-40B4-BE49-F238E27FC236}">
                    <a16:creationId xmlns:a16="http://schemas.microsoft.com/office/drawing/2014/main" id="{F10F17CF-64FC-47CA-9C7E-48277E53168E}"/>
                  </a:ext>
                </a:extLst>
              </p:cNvPr>
              <p:cNvGrpSpPr/>
              <p:nvPr/>
            </p:nvGrpSpPr>
            <p:grpSpPr>
              <a:xfrm>
                <a:off x="6900109" y="3094671"/>
                <a:ext cx="607256" cy="257252"/>
                <a:chOff x="2874055" y="5440514"/>
                <a:chExt cx="607256" cy="257252"/>
              </a:xfrm>
            </p:grpSpPr>
            <p:grpSp>
              <p:nvGrpSpPr>
                <p:cNvPr id="459" name="그룹 458">
                  <a:extLst>
                    <a:ext uri="{FF2B5EF4-FFF2-40B4-BE49-F238E27FC236}">
                      <a16:creationId xmlns:a16="http://schemas.microsoft.com/office/drawing/2014/main" id="{F4EB0B66-3BF1-A326-CC04-9D2199B1E5B7}"/>
                    </a:ext>
                  </a:extLst>
                </p:cNvPr>
                <p:cNvGrpSpPr/>
                <p:nvPr/>
              </p:nvGrpSpPr>
              <p:grpSpPr>
                <a:xfrm>
                  <a:off x="2874055" y="5449681"/>
                  <a:ext cx="248085" cy="248085"/>
                  <a:chOff x="330200" y="2911430"/>
                  <a:chExt cx="330200" cy="330200"/>
                </a:xfrm>
              </p:grpSpPr>
              <p:sp>
                <p:nvSpPr>
                  <p:cNvPr id="463" name="타원 462">
                    <a:extLst>
                      <a:ext uri="{FF2B5EF4-FFF2-40B4-BE49-F238E27FC236}">
                        <a16:creationId xmlns:a16="http://schemas.microsoft.com/office/drawing/2014/main" id="{D58DEEA8-3A2D-32BE-7760-2965803F4A90}"/>
                      </a:ext>
                    </a:extLst>
                  </p:cNvPr>
                  <p:cNvSpPr/>
                  <p:nvPr/>
                </p:nvSpPr>
                <p:spPr>
                  <a:xfrm>
                    <a:off x="330200" y="2911430"/>
                    <a:ext cx="330200" cy="330200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464" name="그림 463">
                    <a:extLst>
                      <a:ext uri="{FF2B5EF4-FFF2-40B4-BE49-F238E27FC236}">
                        <a16:creationId xmlns:a16="http://schemas.microsoft.com/office/drawing/2014/main" id="{884A534A-C60B-D4E2-BE56-8DF96A21ADF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379811" y="2961041"/>
                    <a:ext cx="230977" cy="23097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60" name="그룹 459">
                  <a:extLst>
                    <a:ext uri="{FF2B5EF4-FFF2-40B4-BE49-F238E27FC236}">
                      <a16:creationId xmlns:a16="http://schemas.microsoft.com/office/drawing/2014/main" id="{1AF376B2-8F7C-7F3C-3957-43923BFFC459}"/>
                    </a:ext>
                  </a:extLst>
                </p:cNvPr>
                <p:cNvGrpSpPr/>
                <p:nvPr/>
              </p:nvGrpSpPr>
              <p:grpSpPr>
                <a:xfrm>
                  <a:off x="3104285" y="5440514"/>
                  <a:ext cx="377026" cy="257252"/>
                  <a:chOff x="3104285" y="5440514"/>
                  <a:chExt cx="377026" cy="257252"/>
                </a:xfrm>
              </p:grpSpPr>
              <p:sp>
                <p:nvSpPr>
                  <p:cNvPr id="461" name="타원 460">
                    <a:extLst>
                      <a:ext uri="{FF2B5EF4-FFF2-40B4-BE49-F238E27FC236}">
                        <a16:creationId xmlns:a16="http://schemas.microsoft.com/office/drawing/2014/main" id="{F162C318-C18A-02D3-F41C-8E52DE8EF6B5}"/>
                      </a:ext>
                    </a:extLst>
                  </p:cNvPr>
                  <p:cNvSpPr/>
                  <p:nvPr/>
                </p:nvSpPr>
                <p:spPr>
                  <a:xfrm>
                    <a:off x="3168756" y="5449681"/>
                    <a:ext cx="248085" cy="248085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62" name="TextBox 461">
                    <a:extLst>
                      <a:ext uri="{FF2B5EF4-FFF2-40B4-BE49-F238E27FC236}">
                        <a16:creationId xmlns:a16="http://schemas.microsoft.com/office/drawing/2014/main" id="{2309FE15-5184-C04A-8282-E804F0D2A72D}"/>
                      </a:ext>
                    </a:extLst>
                  </p:cNvPr>
                  <p:cNvSpPr txBox="1"/>
                  <p:nvPr/>
                </p:nvSpPr>
                <p:spPr>
                  <a:xfrm>
                    <a:off x="3104285" y="5440514"/>
                    <a:ext cx="377026" cy="25391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ko-KR" altLang="en-US" sz="1050" dirty="0">
                        <a:latin typeface="나눔고딕" pitchFamily="2" charset="-127"/>
                        <a:ea typeface="나눔고딕" pitchFamily="2" charset="-127"/>
                      </a:rPr>
                      <a:t>♥</a:t>
                    </a:r>
                  </a:p>
                </p:txBody>
              </p:sp>
            </p:grpSp>
          </p:grpSp>
        </p:grpSp>
        <p:grpSp>
          <p:nvGrpSpPr>
            <p:cNvPr id="420" name="그룹 419">
              <a:extLst>
                <a:ext uri="{FF2B5EF4-FFF2-40B4-BE49-F238E27FC236}">
                  <a16:creationId xmlns:a16="http://schemas.microsoft.com/office/drawing/2014/main" id="{AA5D3649-05CD-7DDE-E3B2-A20F4228DC9D}"/>
                </a:ext>
              </a:extLst>
            </p:cNvPr>
            <p:cNvGrpSpPr/>
            <p:nvPr/>
          </p:nvGrpSpPr>
          <p:grpSpPr>
            <a:xfrm>
              <a:off x="7529348" y="1828709"/>
              <a:ext cx="2010177" cy="1585473"/>
              <a:chOff x="7529348" y="1828709"/>
              <a:chExt cx="2010177" cy="1585473"/>
            </a:xfrm>
          </p:grpSpPr>
          <p:sp>
            <p:nvSpPr>
              <p:cNvPr id="439" name="TextBox 438">
                <a:extLst>
                  <a:ext uri="{FF2B5EF4-FFF2-40B4-BE49-F238E27FC236}">
                    <a16:creationId xmlns:a16="http://schemas.microsoft.com/office/drawing/2014/main" id="{6A61CCC2-E174-E54C-A2F1-59DA9206F305}"/>
                  </a:ext>
                </a:extLst>
              </p:cNvPr>
              <p:cNvSpPr txBox="1"/>
              <p:nvPr/>
            </p:nvSpPr>
            <p:spPr>
              <a:xfrm>
                <a:off x="7529348" y="2737074"/>
                <a:ext cx="1988878" cy="677108"/>
              </a:xfrm>
              <a:prstGeom prst="rect">
                <a:avLst/>
              </a:prstGeom>
              <a:noFill/>
            </p:spPr>
            <p:txBody>
              <a:bodyPr wrap="square" lIns="72000" rIns="72000" rtlCol="0">
                <a:spAutoFit/>
              </a:bodyPr>
              <a:lstStyle/>
              <a:p>
                <a:r>
                  <a:rPr lang="ko-KR" altLang="en-US" sz="900" dirty="0">
                    <a:latin typeface="+mn-ea"/>
                  </a:rPr>
                  <a:t>교육 현장의 갈등 상황 해결을 위한 문제해결 전략과 실제</a:t>
                </a:r>
                <a:r>
                  <a:rPr lang="en-US" altLang="ko-KR" sz="900" dirty="0">
                    <a:latin typeface="+mn-ea"/>
                  </a:rPr>
                  <a:t>…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800" dirty="0" err="1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박힐링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 선생님</a:t>
                </a:r>
                <a:endPara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★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4.8 | 156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명</a:t>
                </a:r>
              </a:p>
            </p:txBody>
          </p:sp>
          <p:grpSp>
            <p:nvGrpSpPr>
              <p:cNvPr id="440" name="그룹 439">
                <a:extLst>
                  <a:ext uri="{FF2B5EF4-FFF2-40B4-BE49-F238E27FC236}">
                    <a16:creationId xmlns:a16="http://schemas.microsoft.com/office/drawing/2014/main" id="{35A14FD5-53AC-D2B9-2ABA-664E874E1190}"/>
                  </a:ext>
                </a:extLst>
              </p:cNvPr>
              <p:cNvGrpSpPr/>
              <p:nvPr/>
            </p:nvGrpSpPr>
            <p:grpSpPr>
              <a:xfrm>
                <a:off x="7614437" y="1828709"/>
                <a:ext cx="1890067" cy="889093"/>
                <a:chOff x="5617382" y="4110731"/>
                <a:chExt cx="1926053" cy="883141"/>
              </a:xfrm>
            </p:grpSpPr>
            <p:sp>
              <p:nvSpPr>
                <p:cNvPr id="448" name="직사각형 447">
                  <a:extLst>
                    <a:ext uri="{FF2B5EF4-FFF2-40B4-BE49-F238E27FC236}">
                      <a16:creationId xmlns:a16="http://schemas.microsoft.com/office/drawing/2014/main" id="{D6DC8790-A8AB-7696-A5C7-2D7A5B46362E}"/>
                    </a:ext>
                  </a:extLst>
                </p:cNvPr>
                <p:cNvSpPr/>
                <p:nvPr/>
              </p:nvSpPr>
              <p:spPr bwMode="auto">
                <a:xfrm>
                  <a:off x="5617382" y="4140458"/>
                  <a:ext cx="1896868" cy="85341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9525" cap="flat" cmpd="sng">
                  <a:noFill/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449" name="그룹 448">
                  <a:extLst>
                    <a:ext uri="{FF2B5EF4-FFF2-40B4-BE49-F238E27FC236}">
                      <a16:creationId xmlns:a16="http://schemas.microsoft.com/office/drawing/2014/main" id="{6DBA25B3-EAD2-6D09-E88A-357EC1AD95EC}"/>
                    </a:ext>
                  </a:extLst>
                </p:cNvPr>
                <p:cNvGrpSpPr/>
                <p:nvPr/>
              </p:nvGrpSpPr>
              <p:grpSpPr>
                <a:xfrm>
                  <a:off x="5643208" y="4110731"/>
                  <a:ext cx="1900227" cy="853414"/>
                  <a:chOff x="5662258" y="4115456"/>
                  <a:chExt cx="1826081" cy="820114"/>
                </a:xfrm>
              </p:grpSpPr>
              <p:sp>
                <p:nvSpPr>
                  <p:cNvPr id="450" name="직사각형 449">
                    <a:extLst>
                      <a:ext uri="{FF2B5EF4-FFF2-40B4-BE49-F238E27FC236}">
                        <a16:creationId xmlns:a16="http://schemas.microsoft.com/office/drawing/2014/main" id="{96234369-283C-2E2D-A1A4-68EEF197EBB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665486" y="4115456"/>
                    <a:ext cx="1822853" cy="820114"/>
                  </a:xfrm>
                  <a:prstGeom prst="rect">
                    <a:avLst/>
                  </a:prstGeom>
                  <a:solidFill>
                    <a:srgbClr val="F2F2F2"/>
                  </a:solidFill>
                  <a:ln w="9525" cap="flat" cmpd="sng">
                    <a:solidFill>
                      <a:schemeClr val="bg1">
                        <a:lumMod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grpSp>
                <p:nvGrpSpPr>
                  <p:cNvPr id="451" name="그룹 450">
                    <a:extLst>
                      <a:ext uri="{FF2B5EF4-FFF2-40B4-BE49-F238E27FC236}">
                        <a16:creationId xmlns:a16="http://schemas.microsoft.com/office/drawing/2014/main" id="{FF79DB40-D07F-924B-F9A0-0F15EBA228DB}"/>
                      </a:ext>
                    </a:extLst>
                  </p:cNvPr>
                  <p:cNvGrpSpPr/>
                  <p:nvPr/>
                </p:nvGrpSpPr>
                <p:grpSpPr>
                  <a:xfrm>
                    <a:off x="5662258" y="4115456"/>
                    <a:ext cx="1822853" cy="812999"/>
                    <a:chOff x="5642911" y="1570812"/>
                    <a:chExt cx="1657304" cy="878264"/>
                  </a:xfrm>
                </p:grpSpPr>
                <p:cxnSp>
                  <p:nvCxnSpPr>
                    <p:cNvPr id="453" name="직선 연결선 452">
                      <a:extLst>
                        <a:ext uri="{FF2B5EF4-FFF2-40B4-BE49-F238E27FC236}">
                          <a16:creationId xmlns:a16="http://schemas.microsoft.com/office/drawing/2014/main" id="{B3CA8FB0-6DEB-8B13-D689-D6D791898B67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5642911" y="1570812"/>
                      <a:ext cx="1657304" cy="878264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454" name="직선 연결선 453">
                      <a:extLst>
                        <a:ext uri="{FF2B5EF4-FFF2-40B4-BE49-F238E27FC236}">
                          <a16:creationId xmlns:a16="http://schemas.microsoft.com/office/drawing/2014/main" id="{7F1D1CDC-50AD-AD5D-40C8-4D15B1AA057A}"/>
                        </a:ext>
                      </a:extLst>
                    </p:cNvPr>
                    <p:cNvCxnSpPr/>
                    <p:nvPr/>
                  </p:nvCxnSpPr>
                  <p:spPr bwMode="auto">
                    <a:xfrm flipV="1">
                      <a:off x="5642911" y="1570812"/>
                      <a:ext cx="1657304" cy="878264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sp>
                  <p:nvSpPr>
                    <p:cNvPr id="455" name="TextBox 454">
                      <a:extLst>
                        <a:ext uri="{FF2B5EF4-FFF2-40B4-BE49-F238E27FC236}">
                          <a16:creationId xmlns:a16="http://schemas.microsoft.com/office/drawing/2014/main" id="{C8917BE6-25DF-17A2-B5AC-D5872520A1B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56422" y="1871980"/>
                      <a:ext cx="1630282" cy="142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36000" tIns="36000" rIns="36000" bIns="36000" rtlCol="0">
                      <a:spAutoFit/>
                    </a:bodyPr>
                    <a:lstStyle/>
                    <a:p>
                      <a:pPr algn="ctr"/>
                      <a:r>
                        <a:rPr lang="en-US" altLang="ko-KR" sz="800" b="1" dirty="0" err="1">
                          <a:latin typeface="+mn-ea"/>
                          <a:ea typeface="+mn-ea"/>
                        </a:rPr>
                        <a:t>img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</p:txBody>
                </p:sp>
              </p:grpSp>
              <p:sp>
                <p:nvSpPr>
                  <p:cNvPr id="452" name="사각형: 둥근 모서리 451">
                    <a:extLst>
                      <a:ext uri="{FF2B5EF4-FFF2-40B4-BE49-F238E27FC236}">
                        <a16:creationId xmlns:a16="http://schemas.microsoft.com/office/drawing/2014/main" id="{6C47F949-13A7-9EB6-E804-D531CF931712}"/>
                      </a:ext>
                    </a:extLst>
                  </p:cNvPr>
                  <p:cNvSpPr/>
                  <p:nvPr/>
                </p:nvSpPr>
                <p:spPr>
                  <a:xfrm>
                    <a:off x="5892313" y="4691563"/>
                    <a:ext cx="1369199" cy="199565"/>
                  </a:xfrm>
                  <a:prstGeom prst="roundRect">
                    <a:avLst/>
                  </a:prstGeom>
                  <a:solidFill>
                    <a:schemeClr val="tx1"/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900" dirty="0">
                        <a:solidFill>
                          <a:schemeClr val="bg1"/>
                        </a:solidFill>
                        <a:latin typeface="+mn-ea"/>
                      </a:rPr>
                      <a:t>총 </a:t>
                    </a:r>
                    <a:r>
                      <a:rPr lang="en-US" altLang="ko-KR" sz="900" dirty="0">
                        <a:solidFill>
                          <a:schemeClr val="bg1"/>
                        </a:solidFill>
                        <a:latin typeface="+mn-ea"/>
                      </a:rPr>
                      <a:t>6</a:t>
                    </a:r>
                    <a:r>
                      <a:rPr lang="ko-KR" altLang="en-US" sz="900" dirty="0">
                        <a:solidFill>
                          <a:schemeClr val="bg1"/>
                        </a:solidFill>
                        <a:latin typeface="+mn-ea"/>
                      </a:rPr>
                      <a:t>개 학습</a:t>
                    </a:r>
                  </a:p>
                </p:txBody>
              </p:sp>
            </p:grpSp>
          </p:grpSp>
          <p:grpSp>
            <p:nvGrpSpPr>
              <p:cNvPr id="441" name="그룹 440">
                <a:extLst>
                  <a:ext uri="{FF2B5EF4-FFF2-40B4-BE49-F238E27FC236}">
                    <a16:creationId xmlns:a16="http://schemas.microsoft.com/office/drawing/2014/main" id="{6B9F4934-09A6-816A-FCDF-0A087EB8D13A}"/>
                  </a:ext>
                </a:extLst>
              </p:cNvPr>
              <p:cNvGrpSpPr/>
              <p:nvPr/>
            </p:nvGrpSpPr>
            <p:grpSpPr>
              <a:xfrm>
                <a:off x="8932269" y="3094671"/>
                <a:ext cx="607256" cy="257252"/>
                <a:chOff x="2874055" y="5440514"/>
                <a:chExt cx="607256" cy="257252"/>
              </a:xfrm>
            </p:grpSpPr>
            <p:grpSp>
              <p:nvGrpSpPr>
                <p:cNvPr id="442" name="그룹 441">
                  <a:extLst>
                    <a:ext uri="{FF2B5EF4-FFF2-40B4-BE49-F238E27FC236}">
                      <a16:creationId xmlns:a16="http://schemas.microsoft.com/office/drawing/2014/main" id="{09C268BD-DB05-51D5-2116-DFF3C0D2F189}"/>
                    </a:ext>
                  </a:extLst>
                </p:cNvPr>
                <p:cNvGrpSpPr/>
                <p:nvPr/>
              </p:nvGrpSpPr>
              <p:grpSpPr>
                <a:xfrm>
                  <a:off x="2874055" y="5449681"/>
                  <a:ext cx="248085" cy="248085"/>
                  <a:chOff x="330200" y="2911430"/>
                  <a:chExt cx="330200" cy="330200"/>
                </a:xfrm>
              </p:grpSpPr>
              <p:sp>
                <p:nvSpPr>
                  <p:cNvPr id="446" name="타원 445">
                    <a:extLst>
                      <a:ext uri="{FF2B5EF4-FFF2-40B4-BE49-F238E27FC236}">
                        <a16:creationId xmlns:a16="http://schemas.microsoft.com/office/drawing/2014/main" id="{2704BBE3-4353-DD40-03C3-508A30ABCF63}"/>
                      </a:ext>
                    </a:extLst>
                  </p:cNvPr>
                  <p:cNvSpPr/>
                  <p:nvPr/>
                </p:nvSpPr>
                <p:spPr>
                  <a:xfrm>
                    <a:off x="330200" y="2911430"/>
                    <a:ext cx="330200" cy="330200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447" name="그림 446">
                    <a:extLst>
                      <a:ext uri="{FF2B5EF4-FFF2-40B4-BE49-F238E27FC236}">
                        <a16:creationId xmlns:a16="http://schemas.microsoft.com/office/drawing/2014/main" id="{CF603FBB-31B6-DB24-302A-0854E40796D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379811" y="2961041"/>
                    <a:ext cx="230977" cy="23097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43" name="그룹 442">
                  <a:extLst>
                    <a:ext uri="{FF2B5EF4-FFF2-40B4-BE49-F238E27FC236}">
                      <a16:creationId xmlns:a16="http://schemas.microsoft.com/office/drawing/2014/main" id="{94C5CF83-BA25-8A52-ED90-669D3B4D1F6D}"/>
                    </a:ext>
                  </a:extLst>
                </p:cNvPr>
                <p:cNvGrpSpPr/>
                <p:nvPr/>
              </p:nvGrpSpPr>
              <p:grpSpPr>
                <a:xfrm>
                  <a:off x="3104285" y="5440514"/>
                  <a:ext cx="377026" cy="257252"/>
                  <a:chOff x="3104285" y="5440514"/>
                  <a:chExt cx="377026" cy="257252"/>
                </a:xfrm>
              </p:grpSpPr>
              <p:sp>
                <p:nvSpPr>
                  <p:cNvPr id="444" name="타원 443">
                    <a:extLst>
                      <a:ext uri="{FF2B5EF4-FFF2-40B4-BE49-F238E27FC236}">
                        <a16:creationId xmlns:a16="http://schemas.microsoft.com/office/drawing/2014/main" id="{17EE9ACA-8949-9A8F-02E8-7BA5B0E1CE88}"/>
                      </a:ext>
                    </a:extLst>
                  </p:cNvPr>
                  <p:cNvSpPr/>
                  <p:nvPr/>
                </p:nvSpPr>
                <p:spPr>
                  <a:xfrm>
                    <a:off x="3168756" y="5449681"/>
                    <a:ext cx="248085" cy="248085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45" name="TextBox 444">
                    <a:extLst>
                      <a:ext uri="{FF2B5EF4-FFF2-40B4-BE49-F238E27FC236}">
                        <a16:creationId xmlns:a16="http://schemas.microsoft.com/office/drawing/2014/main" id="{38D108CD-2B67-2822-E810-4C2EF34912EB}"/>
                      </a:ext>
                    </a:extLst>
                  </p:cNvPr>
                  <p:cNvSpPr txBox="1"/>
                  <p:nvPr/>
                </p:nvSpPr>
                <p:spPr>
                  <a:xfrm>
                    <a:off x="3104285" y="5440514"/>
                    <a:ext cx="377026" cy="25391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ko-KR" altLang="en-US" sz="1050" dirty="0">
                        <a:latin typeface="나눔고딕" pitchFamily="2" charset="-127"/>
                        <a:ea typeface="나눔고딕" pitchFamily="2" charset="-127"/>
                      </a:rPr>
                      <a:t>♥</a:t>
                    </a:r>
                  </a:p>
                </p:txBody>
              </p:sp>
            </p:grpSp>
          </p:grpSp>
        </p:grpSp>
        <p:grpSp>
          <p:nvGrpSpPr>
            <p:cNvPr id="421" name="그룹 420">
              <a:extLst>
                <a:ext uri="{FF2B5EF4-FFF2-40B4-BE49-F238E27FC236}">
                  <a16:creationId xmlns:a16="http://schemas.microsoft.com/office/drawing/2014/main" id="{AE8046F0-2285-F906-F3F3-9C4C2A9FF75A}"/>
                </a:ext>
              </a:extLst>
            </p:cNvPr>
            <p:cNvGrpSpPr/>
            <p:nvPr/>
          </p:nvGrpSpPr>
          <p:grpSpPr>
            <a:xfrm>
              <a:off x="1432864" y="1828709"/>
              <a:ext cx="2019707" cy="1585473"/>
              <a:chOff x="1432864" y="1828709"/>
              <a:chExt cx="2019707" cy="1585473"/>
            </a:xfrm>
          </p:grpSpPr>
          <p:sp>
            <p:nvSpPr>
              <p:cNvPr id="422" name="TextBox 421">
                <a:extLst>
                  <a:ext uri="{FF2B5EF4-FFF2-40B4-BE49-F238E27FC236}">
                    <a16:creationId xmlns:a16="http://schemas.microsoft.com/office/drawing/2014/main" id="{6D8415EB-C380-FC82-7EC7-E92BFAA06BD5}"/>
                  </a:ext>
                </a:extLst>
              </p:cNvPr>
              <p:cNvSpPr txBox="1"/>
              <p:nvPr/>
            </p:nvSpPr>
            <p:spPr>
              <a:xfrm>
                <a:off x="1432864" y="2737074"/>
                <a:ext cx="1988878" cy="677108"/>
              </a:xfrm>
              <a:prstGeom prst="rect">
                <a:avLst/>
              </a:prstGeom>
              <a:noFill/>
            </p:spPr>
            <p:txBody>
              <a:bodyPr wrap="square" lIns="72000" rIns="72000" rtlCol="0">
                <a:spAutoFit/>
              </a:bodyPr>
              <a:lstStyle/>
              <a:p>
                <a:r>
                  <a:rPr lang="ko-KR" altLang="en-US" sz="900" b="1" dirty="0" err="1">
                    <a:latin typeface="+mn-ea"/>
                  </a:rPr>
                  <a:t>번아웃</a:t>
                </a:r>
                <a:r>
                  <a:rPr lang="ko-KR" altLang="en-US" sz="900" b="1" dirty="0">
                    <a:latin typeface="+mn-ea"/>
                  </a:rPr>
                  <a:t> 없이 지속 가능한 교직 생활을 위한 마음 건강 관리</a:t>
                </a:r>
                <a:r>
                  <a:rPr lang="en-US" altLang="ko-KR" sz="900" b="1" dirty="0">
                    <a:latin typeface="+mn-ea"/>
                  </a:rPr>
                  <a:t>…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800" dirty="0" err="1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김교육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 선생님</a:t>
                </a:r>
                <a:endPara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★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4.8 | 156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명</a:t>
                </a:r>
              </a:p>
            </p:txBody>
          </p:sp>
          <p:grpSp>
            <p:nvGrpSpPr>
              <p:cNvPr id="423" name="그룹 422">
                <a:extLst>
                  <a:ext uri="{FF2B5EF4-FFF2-40B4-BE49-F238E27FC236}">
                    <a16:creationId xmlns:a16="http://schemas.microsoft.com/office/drawing/2014/main" id="{CCD4ABFD-18B8-142F-F117-9698609C39D5}"/>
                  </a:ext>
                </a:extLst>
              </p:cNvPr>
              <p:cNvGrpSpPr/>
              <p:nvPr/>
            </p:nvGrpSpPr>
            <p:grpSpPr>
              <a:xfrm>
                <a:off x="1525102" y="1828709"/>
                <a:ext cx="1890067" cy="889093"/>
                <a:chOff x="5617382" y="4110731"/>
                <a:chExt cx="1926053" cy="883141"/>
              </a:xfrm>
            </p:grpSpPr>
            <p:sp>
              <p:nvSpPr>
                <p:cNvPr id="431" name="직사각형 430">
                  <a:extLst>
                    <a:ext uri="{FF2B5EF4-FFF2-40B4-BE49-F238E27FC236}">
                      <a16:creationId xmlns:a16="http://schemas.microsoft.com/office/drawing/2014/main" id="{A559CE23-94E2-03F8-EE86-D22F632F8DC8}"/>
                    </a:ext>
                  </a:extLst>
                </p:cNvPr>
                <p:cNvSpPr/>
                <p:nvPr/>
              </p:nvSpPr>
              <p:spPr bwMode="auto">
                <a:xfrm>
                  <a:off x="5617382" y="4140458"/>
                  <a:ext cx="1896868" cy="85341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9525" cap="flat" cmpd="sng">
                  <a:noFill/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432" name="그룹 431">
                  <a:extLst>
                    <a:ext uri="{FF2B5EF4-FFF2-40B4-BE49-F238E27FC236}">
                      <a16:creationId xmlns:a16="http://schemas.microsoft.com/office/drawing/2014/main" id="{9EF92E0D-E2D5-4AB0-D0CA-F77AE5D693AF}"/>
                    </a:ext>
                  </a:extLst>
                </p:cNvPr>
                <p:cNvGrpSpPr/>
                <p:nvPr/>
              </p:nvGrpSpPr>
              <p:grpSpPr>
                <a:xfrm>
                  <a:off x="5643208" y="4110731"/>
                  <a:ext cx="1900227" cy="853414"/>
                  <a:chOff x="5662258" y="4115456"/>
                  <a:chExt cx="1826081" cy="820114"/>
                </a:xfrm>
              </p:grpSpPr>
              <p:sp>
                <p:nvSpPr>
                  <p:cNvPr id="433" name="직사각형 432">
                    <a:extLst>
                      <a:ext uri="{FF2B5EF4-FFF2-40B4-BE49-F238E27FC236}">
                        <a16:creationId xmlns:a16="http://schemas.microsoft.com/office/drawing/2014/main" id="{01178FB3-1791-B58E-DA64-29B00C53C9E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665486" y="4115456"/>
                    <a:ext cx="1822853" cy="820114"/>
                  </a:xfrm>
                  <a:prstGeom prst="rect">
                    <a:avLst/>
                  </a:prstGeom>
                  <a:solidFill>
                    <a:srgbClr val="F2F2F2"/>
                  </a:solidFill>
                  <a:ln w="9525" cap="flat" cmpd="sng">
                    <a:solidFill>
                      <a:schemeClr val="bg1">
                        <a:lumMod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grpSp>
                <p:nvGrpSpPr>
                  <p:cNvPr id="434" name="그룹 433">
                    <a:extLst>
                      <a:ext uri="{FF2B5EF4-FFF2-40B4-BE49-F238E27FC236}">
                        <a16:creationId xmlns:a16="http://schemas.microsoft.com/office/drawing/2014/main" id="{25D85BB8-E852-42B9-69CE-1A6CCBE8BD05}"/>
                      </a:ext>
                    </a:extLst>
                  </p:cNvPr>
                  <p:cNvGrpSpPr/>
                  <p:nvPr/>
                </p:nvGrpSpPr>
                <p:grpSpPr>
                  <a:xfrm>
                    <a:off x="5662258" y="4115456"/>
                    <a:ext cx="1822853" cy="812999"/>
                    <a:chOff x="5642911" y="1570812"/>
                    <a:chExt cx="1657304" cy="878264"/>
                  </a:xfrm>
                </p:grpSpPr>
                <p:cxnSp>
                  <p:nvCxnSpPr>
                    <p:cNvPr id="436" name="직선 연결선 435">
                      <a:extLst>
                        <a:ext uri="{FF2B5EF4-FFF2-40B4-BE49-F238E27FC236}">
                          <a16:creationId xmlns:a16="http://schemas.microsoft.com/office/drawing/2014/main" id="{0CE585C3-C606-7925-31E6-E3B2AE975A81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5642911" y="1570812"/>
                      <a:ext cx="1657304" cy="878264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437" name="직선 연결선 436">
                      <a:extLst>
                        <a:ext uri="{FF2B5EF4-FFF2-40B4-BE49-F238E27FC236}">
                          <a16:creationId xmlns:a16="http://schemas.microsoft.com/office/drawing/2014/main" id="{9B7F540B-2843-C588-0CD1-385C7CB1FF8F}"/>
                        </a:ext>
                      </a:extLst>
                    </p:cNvPr>
                    <p:cNvCxnSpPr/>
                    <p:nvPr/>
                  </p:nvCxnSpPr>
                  <p:spPr bwMode="auto">
                    <a:xfrm flipV="1">
                      <a:off x="5642911" y="1570812"/>
                      <a:ext cx="1657304" cy="878264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sp>
                  <p:nvSpPr>
                    <p:cNvPr id="438" name="TextBox 437">
                      <a:extLst>
                        <a:ext uri="{FF2B5EF4-FFF2-40B4-BE49-F238E27FC236}">
                          <a16:creationId xmlns:a16="http://schemas.microsoft.com/office/drawing/2014/main" id="{CE90A523-CFE8-004D-2394-8688BFF4FA0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56422" y="1871980"/>
                      <a:ext cx="1630282" cy="142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36000" tIns="36000" rIns="36000" bIns="36000" rtlCol="0">
                      <a:spAutoFit/>
                    </a:bodyPr>
                    <a:lstStyle/>
                    <a:p>
                      <a:pPr algn="ctr"/>
                      <a:r>
                        <a:rPr lang="en-US" altLang="ko-KR" sz="800" b="1" dirty="0" err="1">
                          <a:latin typeface="+mn-ea"/>
                          <a:ea typeface="+mn-ea"/>
                        </a:rPr>
                        <a:t>img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</p:txBody>
                </p:sp>
              </p:grpSp>
              <p:sp>
                <p:nvSpPr>
                  <p:cNvPr id="435" name="사각형: 둥근 모서리 434">
                    <a:extLst>
                      <a:ext uri="{FF2B5EF4-FFF2-40B4-BE49-F238E27FC236}">
                        <a16:creationId xmlns:a16="http://schemas.microsoft.com/office/drawing/2014/main" id="{7A3F5C02-6A77-FE98-CE69-C645A5EF36D2}"/>
                      </a:ext>
                    </a:extLst>
                  </p:cNvPr>
                  <p:cNvSpPr/>
                  <p:nvPr/>
                </p:nvSpPr>
                <p:spPr>
                  <a:xfrm>
                    <a:off x="5892313" y="4691563"/>
                    <a:ext cx="1369199" cy="199565"/>
                  </a:xfrm>
                  <a:prstGeom prst="roundRect">
                    <a:avLst/>
                  </a:prstGeom>
                  <a:solidFill>
                    <a:schemeClr val="tx1"/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900" dirty="0">
                        <a:solidFill>
                          <a:schemeClr val="bg1"/>
                        </a:solidFill>
                        <a:latin typeface="+mn-ea"/>
                      </a:rPr>
                      <a:t>총 </a:t>
                    </a:r>
                    <a:r>
                      <a:rPr lang="en-US" altLang="ko-KR" sz="900" dirty="0">
                        <a:solidFill>
                          <a:schemeClr val="bg1"/>
                        </a:solidFill>
                        <a:latin typeface="+mn-ea"/>
                      </a:rPr>
                      <a:t>6</a:t>
                    </a:r>
                    <a:r>
                      <a:rPr lang="ko-KR" altLang="en-US" sz="900" dirty="0">
                        <a:solidFill>
                          <a:schemeClr val="bg1"/>
                        </a:solidFill>
                        <a:latin typeface="+mn-ea"/>
                      </a:rPr>
                      <a:t>개 학습</a:t>
                    </a:r>
                  </a:p>
                </p:txBody>
              </p:sp>
            </p:grpSp>
          </p:grpSp>
          <p:grpSp>
            <p:nvGrpSpPr>
              <p:cNvPr id="424" name="그룹 423">
                <a:extLst>
                  <a:ext uri="{FF2B5EF4-FFF2-40B4-BE49-F238E27FC236}">
                    <a16:creationId xmlns:a16="http://schemas.microsoft.com/office/drawing/2014/main" id="{BBE7E47B-BA0B-589B-74D2-A525337C154B}"/>
                  </a:ext>
                </a:extLst>
              </p:cNvPr>
              <p:cNvGrpSpPr/>
              <p:nvPr/>
            </p:nvGrpSpPr>
            <p:grpSpPr>
              <a:xfrm>
                <a:off x="2845315" y="3094671"/>
                <a:ext cx="607256" cy="257252"/>
                <a:chOff x="2874055" y="5440514"/>
                <a:chExt cx="607256" cy="257252"/>
              </a:xfrm>
            </p:grpSpPr>
            <p:grpSp>
              <p:nvGrpSpPr>
                <p:cNvPr id="425" name="그룹 424">
                  <a:extLst>
                    <a:ext uri="{FF2B5EF4-FFF2-40B4-BE49-F238E27FC236}">
                      <a16:creationId xmlns:a16="http://schemas.microsoft.com/office/drawing/2014/main" id="{07236E1F-A108-7F9C-7B4C-910F90242798}"/>
                    </a:ext>
                  </a:extLst>
                </p:cNvPr>
                <p:cNvGrpSpPr/>
                <p:nvPr/>
              </p:nvGrpSpPr>
              <p:grpSpPr>
                <a:xfrm>
                  <a:off x="2874055" y="5449681"/>
                  <a:ext cx="248085" cy="248085"/>
                  <a:chOff x="330200" y="2911430"/>
                  <a:chExt cx="330200" cy="330200"/>
                </a:xfrm>
              </p:grpSpPr>
              <p:sp>
                <p:nvSpPr>
                  <p:cNvPr id="429" name="타원 428">
                    <a:extLst>
                      <a:ext uri="{FF2B5EF4-FFF2-40B4-BE49-F238E27FC236}">
                        <a16:creationId xmlns:a16="http://schemas.microsoft.com/office/drawing/2014/main" id="{B68A8AF6-796A-C118-0577-0B8BB5B9225A}"/>
                      </a:ext>
                    </a:extLst>
                  </p:cNvPr>
                  <p:cNvSpPr/>
                  <p:nvPr/>
                </p:nvSpPr>
                <p:spPr>
                  <a:xfrm>
                    <a:off x="330200" y="2911430"/>
                    <a:ext cx="330200" cy="330200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430" name="그림 429">
                    <a:extLst>
                      <a:ext uri="{FF2B5EF4-FFF2-40B4-BE49-F238E27FC236}">
                        <a16:creationId xmlns:a16="http://schemas.microsoft.com/office/drawing/2014/main" id="{123D609E-EC2C-732D-B5C4-6AA2B3B78F4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379811" y="2961041"/>
                    <a:ext cx="230977" cy="23097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26" name="그룹 425">
                  <a:extLst>
                    <a:ext uri="{FF2B5EF4-FFF2-40B4-BE49-F238E27FC236}">
                      <a16:creationId xmlns:a16="http://schemas.microsoft.com/office/drawing/2014/main" id="{F211D5C8-1180-77D2-4741-D94748AD14FA}"/>
                    </a:ext>
                  </a:extLst>
                </p:cNvPr>
                <p:cNvGrpSpPr/>
                <p:nvPr/>
              </p:nvGrpSpPr>
              <p:grpSpPr>
                <a:xfrm>
                  <a:off x="3104285" y="5440514"/>
                  <a:ext cx="377026" cy="257252"/>
                  <a:chOff x="3104285" y="5440514"/>
                  <a:chExt cx="377026" cy="257252"/>
                </a:xfrm>
              </p:grpSpPr>
              <p:sp>
                <p:nvSpPr>
                  <p:cNvPr id="427" name="타원 426">
                    <a:extLst>
                      <a:ext uri="{FF2B5EF4-FFF2-40B4-BE49-F238E27FC236}">
                        <a16:creationId xmlns:a16="http://schemas.microsoft.com/office/drawing/2014/main" id="{0BFB6480-85AE-60BC-62AC-28C475488900}"/>
                      </a:ext>
                    </a:extLst>
                  </p:cNvPr>
                  <p:cNvSpPr/>
                  <p:nvPr/>
                </p:nvSpPr>
                <p:spPr>
                  <a:xfrm>
                    <a:off x="3168756" y="5449681"/>
                    <a:ext cx="248085" cy="248085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28" name="TextBox 427">
                    <a:extLst>
                      <a:ext uri="{FF2B5EF4-FFF2-40B4-BE49-F238E27FC236}">
                        <a16:creationId xmlns:a16="http://schemas.microsoft.com/office/drawing/2014/main" id="{38ABBED9-B652-C722-32E6-2F5BFA81CEF6}"/>
                      </a:ext>
                    </a:extLst>
                  </p:cNvPr>
                  <p:cNvSpPr txBox="1"/>
                  <p:nvPr/>
                </p:nvSpPr>
                <p:spPr>
                  <a:xfrm>
                    <a:off x="3104285" y="5440514"/>
                    <a:ext cx="377026" cy="25391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ko-KR" altLang="en-US" sz="1050" dirty="0">
                        <a:latin typeface="나눔고딕" pitchFamily="2" charset="-127"/>
                        <a:ea typeface="나눔고딕" pitchFamily="2" charset="-127"/>
                      </a:rPr>
                      <a:t>♥</a:t>
                    </a:r>
                  </a:p>
                </p:txBody>
              </p:sp>
            </p:grpSp>
          </p:grpSp>
        </p:grpSp>
      </p:grpSp>
      <p:sp>
        <p:nvSpPr>
          <p:cNvPr id="564" name="TextBox 563">
            <a:extLst>
              <a:ext uri="{FF2B5EF4-FFF2-40B4-BE49-F238E27FC236}">
                <a16:creationId xmlns:a16="http://schemas.microsoft.com/office/drawing/2014/main" id="{FA7F9549-3578-3291-05AA-098C328B854E}"/>
              </a:ext>
            </a:extLst>
          </p:cNvPr>
          <p:cNvSpPr txBox="1"/>
          <p:nvPr/>
        </p:nvSpPr>
        <p:spPr>
          <a:xfrm>
            <a:off x="1492080" y="3985462"/>
            <a:ext cx="2215966" cy="28636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100" b="1" dirty="0" err="1">
                <a:latin typeface="나눔고딕" pitchFamily="2" charset="-127"/>
                <a:ea typeface="나눔고딕" pitchFamily="2" charset="-127"/>
              </a:rPr>
              <a:t>하이코칭</a:t>
            </a:r>
            <a:r>
              <a:rPr lang="ko-KR" altLang="en-US" sz="1100" b="1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en-US" sz="1100" b="1" dirty="0" err="1">
                <a:latin typeface="나눔고딕" pitchFamily="2" charset="-127"/>
                <a:ea typeface="나눔고딕" pitchFamily="2" charset="-127"/>
              </a:rPr>
              <a:t>학습모듈</a:t>
            </a:r>
            <a:endParaRPr lang="en-US" altLang="ko-KR" sz="1100" b="1" dirty="0">
              <a:latin typeface="나눔고딕" pitchFamily="2" charset="-127"/>
              <a:ea typeface="나눔고딕" pitchFamily="2" charset="-127"/>
            </a:endParaRPr>
          </a:p>
        </p:txBody>
      </p:sp>
      <p:pic>
        <p:nvPicPr>
          <p:cNvPr id="565" name="그림 564">
            <a:extLst>
              <a:ext uri="{FF2B5EF4-FFF2-40B4-BE49-F238E27FC236}">
                <a16:creationId xmlns:a16="http://schemas.microsoft.com/office/drawing/2014/main" id="{FEA8914B-DF9E-31BE-C733-E676E1B6DE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b="33722"/>
          <a:stretch>
            <a:fillRect/>
          </a:stretch>
        </p:blipFill>
        <p:spPr>
          <a:xfrm>
            <a:off x="1563562" y="5997128"/>
            <a:ext cx="7974259" cy="602040"/>
          </a:xfrm>
          <a:prstGeom prst="rect">
            <a:avLst/>
          </a:prstGeom>
        </p:spPr>
      </p:pic>
      <p:sp>
        <p:nvSpPr>
          <p:cNvPr id="566" name="타원 565">
            <a:extLst>
              <a:ext uri="{FF2B5EF4-FFF2-40B4-BE49-F238E27FC236}">
                <a16:creationId xmlns:a16="http://schemas.microsoft.com/office/drawing/2014/main" id="{277B72E1-54EA-512E-4E57-761871FE29DF}"/>
              </a:ext>
            </a:extLst>
          </p:cNvPr>
          <p:cNvSpPr/>
          <p:nvPr/>
        </p:nvSpPr>
        <p:spPr>
          <a:xfrm>
            <a:off x="1508624" y="202457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7" name="타원 566">
            <a:extLst>
              <a:ext uri="{FF2B5EF4-FFF2-40B4-BE49-F238E27FC236}">
                <a16:creationId xmlns:a16="http://schemas.microsoft.com/office/drawing/2014/main" id="{D6BE02D8-D0E7-9DB7-B59A-57C7C8777507}"/>
              </a:ext>
            </a:extLst>
          </p:cNvPr>
          <p:cNvSpPr/>
          <p:nvPr/>
        </p:nvSpPr>
        <p:spPr>
          <a:xfrm>
            <a:off x="7974688" y="173473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8" name="타원 567">
            <a:extLst>
              <a:ext uri="{FF2B5EF4-FFF2-40B4-BE49-F238E27FC236}">
                <a16:creationId xmlns:a16="http://schemas.microsoft.com/office/drawing/2014/main" id="{7485FC8C-DE07-EE7E-3B9F-DE4B194E5FD9}"/>
              </a:ext>
            </a:extLst>
          </p:cNvPr>
          <p:cNvSpPr/>
          <p:nvPr/>
        </p:nvSpPr>
        <p:spPr>
          <a:xfrm>
            <a:off x="2712090" y="320526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9" name="타원 568">
            <a:extLst>
              <a:ext uri="{FF2B5EF4-FFF2-40B4-BE49-F238E27FC236}">
                <a16:creationId xmlns:a16="http://schemas.microsoft.com/office/drawing/2014/main" id="{9EAE37FF-E6FD-D6DD-98B7-F8D7328BC7FC}"/>
              </a:ext>
            </a:extLst>
          </p:cNvPr>
          <p:cNvSpPr/>
          <p:nvPr/>
        </p:nvSpPr>
        <p:spPr>
          <a:xfrm>
            <a:off x="3345047" y="320526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2-5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1890DBE-C8B3-2C29-2ECA-06E18A9EF038}"/>
              </a:ext>
            </a:extLst>
          </p:cNvPr>
          <p:cNvGrpSpPr/>
          <p:nvPr/>
        </p:nvGrpSpPr>
        <p:grpSpPr>
          <a:xfrm>
            <a:off x="1553796" y="866062"/>
            <a:ext cx="8034704" cy="462553"/>
            <a:chOff x="1553796" y="866062"/>
            <a:chExt cx="8034704" cy="462553"/>
          </a:xfrm>
        </p:grpSpPr>
        <p:sp>
          <p:nvSpPr>
            <p:cNvPr id="218" name="사각형: 둥근 모서리 217">
              <a:extLst>
                <a:ext uri="{FF2B5EF4-FFF2-40B4-BE49-F238E27FC236}">
                  <a16:creationId xmlns:a16="http://schemas.microsoft.com/office/drawing/2014/main" id="{6965C0BC-ACCB-DBED-1AFA-311D69AF1BA4}"/>
                </a:ext>
              </a:extLst>
            </p:cNvPr>
            <p:cNvSpPr/>
            <p:nvPr/>
          </p:nvSpPr>
          <p:spPr>
            <a:xfrm>
              <a:off x="1558925" y="866062"/>
              <a:ext cx="8029575" cy="46255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FF0000"/>
                </a:solidFill>
              </a:endParaRPr>
            </a:p>
          </p:txBody>
        </p:sp>
        <p:grpSp>
          <p:nvGrpSpPr>
            <p:cNvPr id="397" name="그룹 396">
              <a:extLst>
                <a:ext uri="{FF2B5EF4-FFF2-40B4-BE49-F238E27FC236}">
                  <a16:creationId xmlns:a16="http://schemas.microsoft.com/office/drawing/2014/main" id="{022C48FA-4A5A-1F67-EDAF-391BC63547A1}"/>
                </a:ext>
              </a:extLst>
            </p:cNvPr>
            <p:cNvGrpSpPr/>
            <p:nvPr/>
          </p:nvGrpSpPr>
          <p:grpSpPr>
            <a:xfrm>
              <a:off x="1553796" y="986782"/>
              <a:ext cx="1880090" cy="251620"/>
              <a:chOff x="1553796" y="986782"/>
              <a:chExt cx="1880090" cy="251620"/>
            </a:xfrm>
          </p:grpSpPr>
          <p:sp>
            <p:nvSpPr>
              <p:cNvPr id="390" name="TextBox 389">
                <a:extLst>
                  <a:ext uri="{FF2B5EF4-FFF2-40B4-BE49-F238E27FC236}">
                    <a16:creationId xmlns:a16="http://schemas.microsoft.com/office/drawing/2014/main" id="{B5E00879-30F1-D402-E6E4-AC2EB8788488}"/>
                  </a:ext>
                </a:extLst>
              </p:cNvPr>
              <p:cNvSpPr txBox="1"/>
              <p:nvPr/>
            </p:nvSpPr>
            <p:spPr>
              <a:xfrm>
                <a:off x="1553796" y="992181"/>
                <a:ext cx="44114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 b="1" dirty="0"/>
                  <a:t>분야</a:t>
                </a:r>
                <a:endParaRPr lang="en-US" altLang="ko-KR" sz="1200" b="1" dirty="0"/>
              </a:p>
            </p:txBody>
          </p:sp>
          <p:grpSp>
            <p:nvGrpSpPr>
              <p:cNvPr id="391" name="그룹 390">
                <a:extLst>
                  <a:ext uri="{FF2B5EF4-FFF2-40B4-BE49-F238E27FC236}">
                    <a16:creationId xmlns:a16="http://schemas.microsoft.com/office/drawing/2014/main" id="{38656BD5-BB48-5793-C71B-D8134DCD2793}"/>
                  </a:ext>
                </a:extLst>
              </p:cNvPr>
              <p:cNvGrpSpPr/>
              <p:nvPr/>
            </p:nvGrpSpPr>
            <p:grpSpPr>
              <a:xfrm>
                <a:off x="1977044" y="986782"/>
                <a:ext cx="1456842" cy="250711"/>
                <a:chOff x="4011039" y="2223936"/>
                <a:chExt cx="1059173" cy="250711"/>
              </a:xfrm>
            </p:grpSpPr>
            <p:sp>
              <p:nvSpPr>
                <p:cNvPr id="395" name="Input">
                  <a:extLst>
                    <a:ext uri="{FF2B5EF4-FFF2-40B4-BE49-F238E27FC236}">
                      <a16:creationId xmlns:a16="http://schemas.microsoft.com/office/drawing/2014/main" id="{5D853666-6175-885E-AC1A-E1E788CFC1DC}"/>
                    </a:ext>
                  </a:extLst>
                </p:cNvPr>
                <p:cNvSpPr/>
                <p:nvPr/>
              </p:nvSpPr>
              <p:spPr>
                <a:xfrm>
                  <a:off x="4011039" y="2223936"/>
                  <a:ext cx="1059173" cy="250711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latinLnBrk="1">
                    <a:lnSpc>
                      <a:spcPct val="120000"/>
                    </a:lnSpc>
                    <a:defRPr/>
                  </a:pPr>
                  <a:r>
                    <a:rPr lang="ko-KR" altLang="en-US" sz="10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선택 하세요</a:t>
                  </a:r>
                  <a:endParaRPr lang="en-US" altLang="ko-KR" sz="1000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  <p:sp>
              <p:nvSpPr>
                <p:cNvPr id="396" name="Chevron Right">
                  <a:extLst>
                    <a:ext uri="{FF2B5EF4-FFF2-40B4-BE49-F238E27FC236}">
                      <a16:creationId xmlns:a16="http://schemas.microsoft.com/office/drawing/2014/main" id="{7A0AABA4-F1FE-A26C-52DC-B26308AC3DE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rot="5400000">
                  <a:off x="4931341" y="2317854"/>
                  <a:ext cx="39561" cy="72000"/>
                </a:xfrm>
                <a:custGeom>
                  <a:avLst/>
                  <a:gdLst>
                    <a:gd name="T0" fmla="*/ 28 w 325"/>
                    <a:gd name="T1" fmla="*/ 0 h 594"/>
                    <a:gd name="T2" fmla="*/ 0 w 325"/>
                    <a:gd name="T3" fmla="*/ 28 h 594"/>
                    <a:gd name="T4" fmla="*/ 269 w 325"/>
                    <a:gd name="T5" fmla="*/ 297 h 594"/>
                    <a:gd name="T6" fmla="*/ 0 w 325"/>
                    <a:gd name="T7" fmla="*/ 566 h 594"/>
                    <a:gd name="T8" fmla="*/ 28 w 325"/>
                    <a:gd name="T9" fmla="*/ 594 h 594"/>
                    <a:gd name="T10" fmla="*/ 325 w 325"/>
                    <a:gd name="T11" fmla="*/ 297 h 594"/>
                    <a:gd name="T12" fmla="*/ 28 w 325"/>
                    <a:gd name="T13" fmla="*/ 0 h 5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25" h="594">
                      <a:moveTo>
                        <a:pt x="28" y="0"/>
                      </a:moveTo>
                      <a:lnTo>
                        <a:pt x="0" y="28"/>
                      </a:lnTo>
                      <a:lnTo>
                        <a:pt x="269" y="297"/>
                      </a:lnTo>
                      <a:lnTo>
                        <a:pt x="0" y="566"/>
                      </a:lnTo>
                      <a:lnTo>
                        <a:pt x="28" y="594"/>
                      </a:lnTo>
                      <a:lnTo>
                        <a:pt x="325" y="297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 w="9525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9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grpSp>
          <p:nvGrpSpPr>
            <p:cNvPr id="398" name="그룹 397">
              <a:extLst>
                <a:ext uri="{FF2B5EF4-FFF2-40B4-BE49-F238E27FC236}">
                  <a16:creationId xmlns:a16="http://schemas.microsoft.com/office/drawing/2014/main" id="{3F9CB547-29DA-B229-0F41-B98C6EC83AF4}"/>
                </a:ext>
              </a:extLst>
            </p:cNvPr>
            <p:cNvGrpSpPr/>
            <p:nvPr/>
          </p:nvGrpSpPr>
          <p:grpSpPr>
            <a:xfrm>
              <a:off x="3509115" y="980906"/>
              <a:ext cx="2014453" cy="257178"/>
              <a:chOff x="3735757" y="980906"/>
              <a:chExt cx="2014453" cy="257178"/>
            </a:xfrm>
          </p:grpSpPr>
          <p:sp>
            <p:nvSpPr>
              <p:cNvPr id="386" name="TextBox 385">
                <a:extLst>
                  <a:ext uri="{FF2B5EF4-FFF2-40B4-BE49-F238E27FC236}">
                    <a16:creationId xmlns:a16="http://schemas.microsoft.com/office/drawing/2014/main" id="{8C2D721A-225F-86F3-6AAC-8EB565D8442A}"/>
                  </a:ext>
                </a:extLst>
              </p:cNvPr>
              <p:cNvSpPr txBox="1"/>
              <p:nvPr/>
            </p:nvSpPr>
            <p:spPr>
              <a:xfrm>
                <a:off x="3735757" y="991863"/>
                <a:ext cx="5989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 b="1" dirty="0"/>
                  <a:t>관심사</a:t>
                </a:r>
                <a:endParaRPr lang="en-US" altLang="ko-KR" sz="1200" b="1" dirty="0"/>
              </a:p>
            </p:txBody>
          </p:sp>
          <p:grpSp>
            <p:nvGrpSpPr>
              <p:cNvPr id="387" name="그룹 386">
                <a:extLst>
                  <a:ext uri="{FF2B5EF4-FFF2-40B4-BE49-F238E27FC236}">
                    <a16:creationId xmlns:a16="http://schemas.microsoft.com/office/drawing/2014/main" id="{B4CAB0B6-4B95-70D9-B754-D6DC8E4F9B2E}"/>
                  </a:ext>
                </a:extLst>
              </p:cNvPr>
              <p:cNvGrpSpPr/>
              <p:nvPr/>
            </p:nvGrpSpPr>
            <p:grpSpPr>
              <a:xfrm>
                <a:off x="4293368" y="980906"/>
                <a:ext cx="1456842" cy="250711"/>
                <a:chOff x="3120087" y="2216121"/>
                <a:chExt cx="1059173" cy="250711"/>
              </a:xfrm>
            </p:grpSpPr>
            <p:sp>
              <p:nvSpPr>
                <p:cNvPr id="388" name="Input">
                  <a:extLst>
                    <a:ext uri="{FF2B5EF4-FFF2-40B4-BE49-F238E27FC236}">
                      <a16:creationId xmlns:a16="http://schemas.microsoft.com/office/drawing/2014/main" id="{8AE9DF85-56E1-3920-0D70-235706DF7D07}"/>
                    </a:ext>
                  </a:extLst>
                </p:cNvPr>
                <p:cNvSpPr/>
                <p:nvPr/>
              </p:nvSpPr>
              <p:spPr>
                <a:xfrm>
                  <a:off x="3120087" y="2216121"/>
                  <a:ext cx="1059173" cy="250711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latinLnBrk="1">
                    <a:lnSpc>
                      <a:spcPct val="120000"/>
                    </a:lnSpc>
                    <a:defRPr/>
                  </a:pPr>
                  <a:r>
                    <a:rPr lang="ko-KR" altLang="en-US" sz="10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선택 하세요</a:t>
                  </a:r>
                  <a:endParaRPr lang="en-US" altLang="ko-KR" sz="1000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  <p:sp>
              <p:nvSpPr>
                <p:cNvPr id="389" name="Chevron Right">
                  <a:extLst>
                    <a:ext uri="{FF2B5EF4-FFF2-40B4-BE49-F238E27FC236}">
                      <a16:creationId xmlns:a16="http://schemas.microsoft.com/office/drawing/2014/main" id="{2ABE7059-447C-9946-5E5F-351C20083F7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rot="5400000">
                  <a:off x="4063834" y="2310039"/>
                  <a:ext cx="39561" cy="72000"/>
                </a:xfrm>
                <a:custGeom>
                  <a:avLst/>
                  <a:gdLst>
                    <a:gd name="T0" fmla="*/ 28 w 325"/>
                    <a:gd name="T1" fmla="*/ 0 h 594"/>
                    <a:gd name="T2" fmla="*/ 0 w 325"/>
                    <a:gd name="T3" fmla="*/ 28 h 594"/>
                    <a:gd name="T4" fmla="*/ 269 w 325"/>
                    <a:gd name="T5" fmla="*/ 297 h 594"/>
                    <a:gd name="T6" fmla="*/ 0 w 325"/>
                    <a:gd name="T7" fmla="*/ 566 h 594"/>
                    <a:gd name="T8" fmla="*/ 28 w 325"/>
                    <a:gd name="T9" fmla="*/ 594 h 594"/>
                    <a:gd name="T10" fmla="*/ 325 w 325"/>
                    <a:gd name="T11" fmla="*/ 297 h 594"/>
                    <a:gd name="T12" fmla="*/ 28 w 325"/>
                    <a:gd name="T13" fmla="*/ 0 h 5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25" h="594">
                      <a:moveTo>
                        <a:pt x="28" y="0"/>
                      </a:moveTo>
                      <a:lnTo>
                        <a:pt x="0" y="28"/>
                      </a:lnTo>
                      <a:lnTo>
                        <a:pt x="269" y="297"/>
                      </a:lnTo>
                      <a:lnTo>
                        <a:pt x="0" y="566"/>
                      </a:lnTo>
                      <a:lnTo>
                        <a:pt x="28" y="594"/>
                      </a:lnTo>
                      <a:lnTo>
                        <a:pt x="325" y="297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 w="9525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9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96B0E232-270C-EC8B-3F03-E084BCC328D8}"/>
                </a:ext>
              </a:extLst>
            </p:cNvPr>
            <p:cNvGrpSpPr/>
            <p:nvPr/>
          </p:nvGrpSpPr>
          <p:grpSpPr>
            <a:xfrm>
              <a:off x="5656394" y="983603"/>
              <a:ext cx="3857910" cy="246220"/>
              <a:chOff x="-1713300" y="928991"/>
              <a:chExt cx="3857910" cy="226043"/>
            </a:xfrm>
          </p:grpSpPr>
          <p:sp>
            <p:nvSpPr>
              <p:cNvPr id="13" name="Input">
                <a:extLst>
                  <a:ext uri="{FF2B5EF4-FFF2-40B4-BE49-F238E27FC236}">
                    <a16:creationId xmlns:a16="http://schemas.microsoft.com/office/drawing/2014/main" id="{1C298573-4671-2F5B-58E0-3EEFBC619C8B}"/>
                  </a:ext>
                </a:extLst>
              </p:cNvPr>
              <p:cNvSpPr/>
              <p:nvPr/>
            </p:nvSpPr>
            <p:spPr>
              <a:xfrm>
                <a:off x="-1713300" y="928991"/>
                <a:ext cx="3318457" cy="224895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50400" rIns="90000" bIns="504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14" name="Input">
                <a:extLst>
                  <a:ext uri="{FF2B5EF4-FFF2-40B4-BE49-F238E27FC236}">
                    <a16:creationId xmlns:a16="http://schemas.microsoft.com/office/drawing/2014/main" id="{901A177F-714C-3859-0CDC-D370182A7349}"/>
                  </a:ext>
                </a:extLst>
              </p:cNvPr>
              <p:cNvSpPr/>
              <p:nvPr/>
            </p:nvSpPr>
            <p:spPr>
              <a:xfrm>
                <a:off x="1676610" y="928991"/>
                <a:ext cx="468000" cy="226043"/>
              </a:xfrm>
              <a:prstGeom prst="roundRect">
                <a:avLst>
                  <a:gd name="adj" fmla="val 7932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bg1"/>
                    </a:solidFill>
                    <a:latin typeface="+mn-ea"/>
                    <a:cs typeface="Segoe UI" panose="020B0502040204020203" pitchFamily="34" charset="0"/>
                  </a:rPr>
                  <a:t>검색</a:t>
                </a:r>
                <a:endPara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8" name="타원 17">
            <a:extLst>
              <a:ext uri="{FF2B5EF4-FFF2-40B4-BE49-F238E27FC236}">
                <a16:creationId xmlns:a16="http://schemas.microsoft.com/office/drawing/2014/main" id="{5465ED31-B6E9-97EA-48DA-C881FFFE14EC}"/>
              </a:ext>
            </a:extLst>
          </p:cNvPr>
          <p:cNvSpPr/>
          <p:nvPr/>
        </p:nvSpPr>
        <p:spPr>
          <a:xfrm>
            <a:off x="1441493" y="85696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67B994C-03B5-B278-A2C0-DD35156A700D}"/>
              </a:ext>
            </a:extLst>
          </p:cNvPr>
          <p:cNvSpPr/>
          <p:nvPr/>
        </p:nvSpPr>
        <p:spPr>
          <a:xfrm>
            <a:off x="1894881" y="92285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38E483C8-CB37-0E00-7D1F-4A4A176A0433}"/>
              </a:ext>
            </a:extLst>
          </p:cNvPr>
          <p:cNvSpPr/>
          <p:nvPr/>
        </p:nvSpPr>
        <p:spPr>
          <a:xfrm>
            <a:off x="4005349" y="92300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C9B8345D-C0C5-0D7C-F10B-232A4EDE7336}"/>
              </a:ext>
            </a:extLst>
          </p:cNvPr>
          <p:cNvSpPr/>
          <p:nvPr/>
        </p:nvSpPr>
        <p:spPr>
          <a:xfrm>
            <a:off x="5606456" y="91500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8599B5A-07FE-26A1-2C6E-B709CDC49D80}"/>
              </a:ext>
            </a:extLst>
          </p:cNvPr>
          <p:cNvSpPr/>
          <p:nvPr/>
        </p:nvSpPr>
        <p:spPr>
          <a:xfrm>
            <a:off x="1427346" y="395977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3391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2AD6152E-74D5-C51F-D65B-43EA44DE8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AAE17529-2073-86F7-A0A2-75A2471309FA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686A129E-4A03-59EE-74DF-F74835E7FAFD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6AE176E4-B951-5BD4-E65F-F94D4104D95B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0590CFF2-0897-41E5-8C65-44901017BFC6}"/>
              </a:ext>
            </a:extLst>
          </p:cNvPr>
          <p:cNvGraphicFramePr/>
          <p:nvPr/>
        </p:nvGraphicFramePr>
        <p:xfrm>
          <a:off x="9655174" y="276226"/>
          <a:ext cx="2532687" cy="3928125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 panose="020B0604020202020204" pitchFamily="34" charset="0"/>
                        <a:buChar char="•"/>
                      </a:pPr>
                      <a:endParaRPr lang="en-US" altLang="ko-KR"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1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1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endParaRPr lang="en-US" altLang="ko-KR" sz="800" b="1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812247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808575"/>
                  </a:ext>
                </a:extLst>
              </a:tr>
              <a:tr h="27976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1100" b="0" i="0" u="none" strike="noStrike" cap="none" dirty="0">
                        <a:solidFill>
                          <a:srgbClr val="000000"/>
                        </a:solidFill>
                        <a:latin typeface="나눔고딕" pitchFamily="2" charset="-127"/>
                        <a:ea typeface="나눔고딕" pitchFamily="2" charset="-127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211202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058008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8406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0999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188056"/>
                  </a:ext>
                </a:extLst>
              </a:tr>
            </a:tbl>
          </a:graphicData>
        </a:graphic>
      </p:graphicFrame>
      <p:pic>
        <p:nvPicPr>
          <p:cNvPr id="262" name="그림 261">
            <a:extLst>
              <a:ext uri="{FF2B5EF4-FFF2-40B4-BE49-F238E27FC236}">
                <a16:creationId xmlns:a16="http://schemas.microsoft.com/office/drawing/2014/main" id="{C059D213-70E6-BD91-E3A0-4975CA249D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491587" y="408497"/>
            <a:ext cx="8091366" cy="279144"/>
          </a:xfrm>
          <a:prstGeom prst="rect">
            <a:avLst/>
          </a:prstGeom>
        </p:spPr>
      </p:pic>
      <p:sp>
        <p:nvSpPr>
          <p:cNvPr id="402" name="직사각형 401">
            <a:extLst>
              <a:ext uri="{FF2B5EF4-FFF2-40B4-BE49-F238E27FC236}">
                <a16:creationId xmlns:a16="http://schemas.microsoft.com/office/drawing/2014/main" id="{18A1B3A6-F6B9-5F1C-2DB9-48B88835464A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B0FF526-A2E1-B6DD-DC4D-5C045F27D257}"/>
              </a:ext>
            </a:extLst>
          </p:cNvPr>
          <p:cNvGrpSpPr/>
          <p:nvPr/>
        </p:nvGrpSpPr>
        <p:grpSpPr>
          <a:xfrm>
            <a:off x="1441493" y="695814"/>
            <a:ext cx="8106661" cy="1585473"/>
            <a:chOff x="1432864" y="1828709"/>
            <a:chExt cx="8106661" cy="1585473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512DFBD1-15A7-6541-807E-95AD14E50555}"/>
                </a:ext>
              </a:extLst>
            </p:cNvPr>
            <p:cNvGrpSpPr/>
            <p:nvPr/>
          </p:nvGrpSpPr>
          <p:grpSpPr>
            <a:xfrm>
              <a:off x="3462645" y="1828709"/>
              <a:ext cx="2003037" cy="1585473"/>
              <a:chOff x="3462645" y="1828709"/>
              <a:chExt cx="2003037" cy="1585473"/>
            </a:xfrm>
          </p:grpSpPr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5797D7B6-03B9-C271-D16B-A695EE2A5A86}"/>
                  </a:ext>
                </a:extLst>
              </p:cNvPr>
              <p:cNvSpPr txBox="1"/>
              <p:nvPr/>
            </p:nvSpPr>
            <p:spPr>
              <a:xfrm>
                <a:off x="3462645" y="2737074"/>
                <a:ext cx="1988878" cy="677108"/>
              </a:xfrm>
              <a:prstGeom prst="rect">
                <a:avLst/>
              </a:prstGeom>
              <a:noFill/>
            </p:spPr>
            <p:txBody>
              <a:bodyPr wrap="square" lIns="72000" rIns="72000" rtlCol="0">
                <a:spAutoFit/>
              </a:bodyPr>
              <a:lstStyle/>
              <a:p>
                <a:r>
                  <a:rPr lang="ko-KR" altLang="en-US" sz="900" dirty="0">
                    <a:latin typeface="+mn-ea"/>
                  </a:rPr>
                  <a:t>프로젝트 수업의 </a:t>
                </a:r>
                <a:r>
                  <a:rPr lang="en-US" altLang="ko-KR" sz="900" dirty="0">
                    <a:latin typeface="+mn-ea"/>
                  </a:rPr>
                  <a:t>A to Z, </a:t>
                </a:r>
                <a:r>
                  <a:rPr lang="ko-KR" altLang="en-US" sz="900" dirty="0">
                    <a:latin typeface="+mn-ea"/>
                  </a:rPr>
                  <a:t>기획부터 평가까지 완벽 가이드</a:t>
                </a:r>
                <a:r>
                  <a:rPr lang="en-US" altLang="ko-KR" sz="900" dirty="0">
                    <a:latin typeface="+mn-ea"/>
                  </a:rPr>
                  <a:t>…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800" dirty="0" err="1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박수업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 선생님</a:t>
                </a:r>
                <a:endPara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★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4.8 | 156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명</a:t>
                </a:r>
              </a:p>
            </p:txBody>
          </p:sp>
          <p:grpSp>
            <p:nvGrpSpPr>
              <p:cNvPr id="118" name="그룹 117">
                <a:extLst>
                  <a:ext uri="{FF2B5EF4-FFF2-40B4-BE49-F238E27FC236}">
                    <a16:creationId xmlns:a16="http://schemas.microsoft.com/office/drawing/2014/main" id="{2AB2A4F8-5CE2-0917-C318-B8FEEE94072F}"/>
                  </a:ext>
                </a:extLst>
              </p:cNvPr>
              <p:cNvGrpSpPr/>
              <p:nvPr/>
            </p:nvGrpSpPr>
            <p:grpSpPr>
              <a:xfrm>
                <a:off x="3554880" y="1828709"/>
                <a:ext cx="1890067" cy="889093"/>
                <a:chOff x="5617382" y="4110731"/>
                <a:chExt cx="1926053" cy="883141"/>
              </a:xfrm>
            </p:grpSpPr>
            <p:sp>
              <p:nvSpPr>
                <p:cNvPr id="126" name="직사각형 125">
                  <a:extLst>
                    <a:ext uri="{FF2B5EF4-FFF2-40B4-BE49-F238E27FC236}">
                      <a16:creationId xmlns:a16="http://schemas.microsoft.com/office/drawing/2014/main" id="{C5A9E638-2948-5F42-5AEB-045588D5588F}"/>
                    </a:ext>
                  </a:extLst>
                </p:cNvPr>
                <p:cNvSpPr/>
                <p:nvPr/>
              </p:nvSpPr>
              <p:spPr bwMode="auto">
                <a:xfrm>
                  <a:off x="5617382" y="4140458"/>
                  <a:ext cx="1896868" cy="85341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9525" cap="flat" cmpd="sng">
                  <a:noFill/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127" name="그룹 126">
                  <a:extLst>
                    <a:ext uri="{FF2B5EF4-FFF2-40B4-BE49-F238E27FC236}">
                      <a16:creationId xmlns:a16="http://schemas.microsoft.com/office/drawing/2014/main" id="{36B6D6E4-F6D2-6701-32B9-9948064D104A}"/>
                    </a:ext>
                  </a:extLst>
                </p:cNvPr>
                <p:cNvGrpSpPr/>
                <p:nvPr/>
              </p:nvGrpSpPr>
              <p:grpSpPr>
                <a:xfrm>
                  <a:off x="5643208" y="4110731"/>
                  <a:ext cx="1900227" cy="853414"/>
                  <a:chOff x="5662258" y="4115456"/>
                  <a:chExt cx="1826081" cy="820114"/>
                </a:xfrm>
              </p:grpSpPr>
              <p:sp>
                <p:nvSpPr>
                  <p:cNvPr id="357" name="직사각형 356">
                    <a:extLst>
                      <a:ext uri="{FF2B5EF4-FFF2-40B4-BE49-F238E27FC236}">
                        <a16:creationId xmlns:a16="http://schemas.microsoft.com/office/drawing/2014/main" id="{FC7DE930-6C0C-B3C1-2530-9035CCEE966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665486" y="4115456"/>
                    <a:ext cx="1822853" cy="820114"/>
                  </a:xfrm>
                  <a:prstGeom prst="rect">
                    <a:avLst/>
                  </a:prstGeom>
                  <a:solidFill>
                    <a:srgbClr val="F2F2F2"/>
                  </a:solidFill>
                  <a:ln w="9525" cap="flat" cmpd="sng">
                    <a:solidFill>
                      <a:schemeClr val="bg1">
                        <a:lumMod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grpSp>
                <p:nvGrpSpPr>
                  <p:cNvPr id="358" name="그룹 357">
                    <a:extLst>
                      <a:ext uri="{FF2B5EF4-FFF2-40B4-BE49-F238E27FC236}">
                        <a16:creationId xmlns:a16="http://schemas.microsoft.com/office/drawing/2014/main" id="{8B3BE576-6609-B591-CE46-26BE960E406A}"/>
                      </a:ext>
                    </a:extLst>
                  </p:cNvPr>
                  <p:cNvGrpSpPr/>
                  <p:nvPr/>
                </p:nvGrpSpPr>
                <p:grpSpPr>
                  <a:xfrm>
                    <a:off x="5662258" y="4115456"/>
                    <a:ext cx="1822853" cy="812999"/>
                    <a:chOff x="5642911" y="1570812"/>
                    <a:chExt cx="1657304" cy="878264"/>
                  </a:xfrm>
                </p:grpSpPr>
                <p:cxnSp>
                  <p:nvCxnSpPr>
                    <p:cNvPr id="360" name="직선 연결선 359">
                      <a:extLst>
                        <a:ext uri="{FF2B5EF4-FFF2-40B4-BE49-F238E27FC236}">
                          <a16:creationId xmlns:a16="http://schemas.microsoft.com/office/drawing/2014/main" id="{C869B6B8-836F-4688-479F-A48A0D802A29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5642911" y="1570812"/>
                      <a:ext cx="1657304" cy="878264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361" name="직선 연결선 360">
                      <a:extLst>
                        <a:ext uri="{FF2B5EF4-FFF2-40B4-BE49-F238E27FC236}">
                          <a16:creationId xmlns:a16="http://schemas.microsoft.com/office/drawing/2014/main" id="{DEEF6805-AD90-F1F0-FAF2-148724136191}"/>
                        </a:ext>
                      </a:extLst>
                    </p:cNvPr>
                    <p:cNvCxnSpPr/>
                    <p:nvPr/>
                  </p:nvCxnSpPr>
                  <p:spPr bwMode="auto">
                    <a:xfrm flipV="1">
                      <a:off x="5642911" y="1570812"/>
                      <a:ext cx="1657304" cy="878264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sp>
                  <p:nvSpPr>
                    <p:cNvPr id="362" name="TextBox 361">
                      <a:extLst>
                        <a:ext uri="{FF2B5EF4-FFF2-40B4-BE49-F238E27FC236}">
                          <a16:creationId xmlns:a16="http://schemas.microsoft.com/office/drawing/2014/main" id="{300ECDFA-7682-260B-CBBD-3DCB94C0EE8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56422" y="1871980"/>
                      <a:ext cx="1630282" cy="142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36000" tIns="36000" rIns="36000" bIns="36000" rtlCol="0">
                      <a:spAutoFit/>
                    </a:bodyPr>
                    <a:lstStyle/>
                    <a:p>
                      <a:pPr algn="ctr"/>
                      <a:r>
                        <a:rPr lang="en-US" altLang="ko-KR" sz="800" b="1" dirty="0" err="1">
                          <a:latin typeface="+mn-ea"/>
                          <a:ea typeface="+mn-ea"/>
                        </a:rPr>
                        <a:t>img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</p:txBody>
                </p:sp>
              </p:grpSp>
              <p:sp>
                <p:nvSpPr>
                  <p:cNvPr id="359" name="사각형: 둥근 모서리 358">
                    <a:extLst>
                      <a:ext uri="{FF2B5EF4-FFF2-40B4-BE49-F238E27FC236}">
                        <a16:creationId xmlns:a16="http://schemas.microsoft.com/office/drawing/2014/main" id="{FE5D5DC1-C7D4-FBC2-2AB4-89B2FC47FE85}"/>
                      </a:ext>
                    </a:extLst>
                  </p:cNvPr>
                  <p:cNvSpPr/>
                  <p:nvPr/>
                </p:nvSpPr>
                <p:spPr>
                  <a:xfrm>
                    <a:off x="5892313" y="4691563"/>
                    <a:ext cx="1369199" cy="199565"/>
                  </a:xfrm>
                  <a:prstGeom prst="roundRect">
                    <a:avLst/>
                  </a:prstGeom>
                  <a:solidFill>
                    <a:schemeClr val="tx1"/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900" dirty="0">
                        <a:solidFill>
                          <a:schemeClr val="bg1"/>
                        </a:solidFill>
                        <a:latin typeface="+mn-ea"/>
                      </a:rPr>
                      <a:t>총 </a:t>
                    </a:r>
                    <a:r>
                      <a:rPr lang="en-US" altLang="ko-KR" sz="900" dirty="0">
                        <a:solidFill>
                          <a:schemeClr val="bg1"/>
                        </a:solidFill>
                        <a:latin typeface="+mn-ea"/>
                      </a:rPr>
                      <a:t>6</a:t>
                    </a:r>
                    <a:r>
                      <a:rPr lang="ko-KR" altLang="en-US" sz="900" dirty="0">
                        <a:solidFill>
                          <a:schemeClr val="bg1"/>
                        </a:solidFill>
                        <a:latin typeface="+mn-ea"/>
                      </a:rPr>
                      <a:t>개 학습</a:t>
                    </a:r>
                  </a:p>
                </p:txBody>
              </p:sp>
            </p:grpSp>
          </p:grpSp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51809DC3-35D9-BFBF-932E-D318767FF398}"/>
                  </a:ext>
                </a:extLst>
              </p:cNvPr>
              <p:cNvGrpSpPr/>
              <p:nvPr/>
            </p:nvGrpSpPr>
            <p:grpSpPr>
              <a:xfrm>
                <a:off x="4858426" y="3094671"/>
                <a:ext cx="607256" cy="257252"/>
                <a:chOff x="2874055" y="5440514"/>
                <a:chExt cx="607256" cy="257252"/>
              </a:xfrm>
            </p:grpSpPr>
            <p:grpSp>
              <p:nvGrpSpPr>
                <p:cNvPr id="120" name="그룹 119">
                  <a:extLst>
                    <a:ext uri="{FF2B5EF4-FFF2-40B4-BE49-F238E27FC236}">
                      <a16:creationId xmlns:a16="http://schemas.microsoft.com/office/drawing/2014/main" id="{9DDEC3D0-B8B0-BAF8-B729-A8B9D14DA253}"/>
                    </a:ext>
                  </a:extLst>
                </p:cNvPr>
                <p:cNvGrpSpPr/>
                <p:nvPr/>
              </p:nvGrpSpPr>
              <p:grpSpPr>
                <a:xfrm>
                  <a:off x="2874055" y="5449681"/>
                  <a:ext cx="248085" cy="248085"/>
                  <a:chOff x="330200" y="2911430"/>
                  <a:chExt cx="330200" cy="330200"/>
                </a:xfrm>
              </p:grpSpPr>
              <p:sp>
                <p:nvSpPr>
                  <p:cNvPr id="124" name="타원 123">
                    <a:extLst>
                      <a:ext uri="{FF2B5EF4-FFF2-40B4-BE49-F238E27FC236}">
                        <a16:creationId xmlns:a16="http://schemas.microsoft.com/office/drawing/2014/main" id="{8D81A217-B6C3-F35F-3B22-7B5FE7D94BBB}"/>
                      </a:ext>
                    </a:extLst>
                  </p:cNvPr>
                  <p:cNvSpPr/>
                  <p:nvPr/>
                </p:nvSpPr>
                <p:spPr>
                  <a:xfrm>
                    <a:off x="330200" y="2911430"/>
                    <a:ext cx="330200" cy="330200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125" name="그림 124">
                    <a:extLst>
                      <a:ext uri="{FF2B5EF4-FFF2-40B4-BE49-F238E27FC236}">
                        <a16:creationId xmlns:a16="http://schemas.microsoft.com/office/drawing/2014/main" id="{A955C4BD-1225-7D88-395F-3ECC0252DD4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379811" y="2961041"/>
                    <a:ext cx="230977" cy="23097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21" name="그룹 120">
                  <a:extLst>
                    <a:ext uri="{FF2B5EF4-FFF2-40B4-BE49-F238E27FC236}">
                      <a16:creationId xmlns:a16="http://schemas.microsoft.com/office/drawing/2014/main" id="{405D1D3C-926C-A98D-DA37-D579C5B8CEBF}"/>
                    </a:ext>
                  </a:extLst>
                </p:cNvPr>
                <p:cNvGrpSpPr/>
                <p:nvPr/>
              </p:nvGrpSpPr>
              <p:grpSpPr>
                <a:xfrm>
                  <a:off x="3104285" y="5440514"/>
                  <a:ext cx="377026" cy="257252"/>
                  <a:chOff x="3104285" y="5440514"/>
                  <a:chExt cx="377026" cy="257252"/>
                </a:xfrm>
              </p:grpSpPr>
              <p:sp>
                <p:nvSpPr>
                  <p:cNvPr id="122" name="타원 121">
                    <a:extLst>
                      <a:ext uri="{FF2B5EF4-FFF2-40B4-BE49-F238E27FC236}">
                        <a16:creationId xmlns:a16="http://schemas.microsoft.com/office/drawing/2014/main" id="{620ECE93-7319-5096-7AB0-78FA084683A9}"/>
                      </a:ext>
                    </a:extLst>
                  </p:cNvPr>
                  <p:cNvSpPr/>
                  <p:nvPr/>
                </p:nvSpPr>
                <p:spPr>
                  <a:xfrm>
                    <a:off x="3168756" y="5449681"/>
                    <a:ext cx="248085" cy="248085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23" name="TextBox 122">
                    <a:extLst>
                      <a:ext uri="{FF2B5EF4-FFF2-40B4-BE49-F238E27FC236}">
                        <a16:creationId xmlns:a16="http://schemas.microsoft.com/office/drawing/2014/main" id="{89B39FF0-BB2A-37D5-CB40-B16C2BD42F88}"/>
                      </a:ext>
                    </a:extLst>
                  </p:cNvPr>
                  <p:cNvSpPr txBox="1"/>
                  <p:nvPr/>
                </p:nvSpPr>
                <p:spPr>
                  <a:xfrm>
                    <a:off x="3104285" y="5440514"/>
                    <a:ext cx="377026" cy="25391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ko-KR" altLang="en-US" sz="1050" dirty="0">
                        <a:latin typeface="나눔고딕" pitchFamily="2" charset="-127"/>
                        <a:ea typeface="나눔고딕" pitchFamily="2" charset="-127"/>
                      </a:rPr>
                      <a:t>♥</a:t>
                    </a:r>
                  </a:p>
                </p:txBody>
              </p:sp>
            </p:grpSp>
          </p:grp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78DAF5B-75E7-E5C4-3FDE-9BAB05287686}"/>
                </a:ext>
              </a:extLst>
            </p:cNvPr>
            <p:cNvGrpSpPr/>
            <p:nvPr/>
          </p:nvGrpSpPr>
          <p:grpSpPr>
            <a:xfrm>
              <a:off x="5490045" y="1828709"/>
              <a:ext cx="2017320" cy="1585473"/>
              <a:chOff x="5490045" y="1828709"/>
              <a:chExt cx="2017320" cy="1585473"/>
            </a:xfrm>
          </p:grpSpPr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C28D859-59FD-EE08-8DB0-C975D8B026A3}"/>
                  </a:ext>
                </a:extLst>
              </p:cNvPr>
              <p:cNvSpPr txBox="1"/>
              <p:nvPr/>
            </p:nvSpPr>
            <p:spPr>
              <a:xfrm>
                <a:off x="5490045" y="2737074"/>
                <a:ext cx="1988878" cy="677108"/>
              </a:xfrm>
              <a:prstGeom prst="rect">
                <a:avLst/>
              </a:prstGeom>
              <a:noFill/>
            </p:spPr>
            <p:txBody>
              <a:bodyPr wrap="square" lIns="72000" rIns="72000" rtlCol="0">
                <a:spAutoFit/>
              </a:bodyPr>
              <a:lstStyle/>
              <a:p>
                <a:r>
                  <a:rPr lang="ko-KR" altLang="en-US" sz="900" dirty="0">
                    <a:latin typeface="+mn-ea"/>
                  </a:rPr>
                  <a:t>학교 문화 혁신을 위한 교사 협력과 전문적 학습공동체 운영</a:t>
                </a:r>
                <a:r>
                  <a:rPr lang="en-US" altLang="ko-KR" sz="900" dirty="0">
                    <a:latin typeface="+mn-ea"/>
                  </a:rPr>
                  <a:t>…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800" dirty="0" err="1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최협력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 선생님</a:t>
                </a:r>
                <a:endPara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★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4.8 | 156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명</a:t>
                </a:r>
              </a:p>
            </p:txBody>
          </p:sp>
          <p:grpSp>
            <p:nvGrpSpPr>
              <p:cNvPr id="98" name="그룹 97">
                <a:extLst>
                  <a:ext uri="{FF2B5EF4-FFF2-40B4-BE49-F238E27FC236}">
                    <a16:creationId xmlns:a16="http://schemas.microsoft.com/office/drawing/2014/main" id="{F114D441-A971-3293-041A-063383DEE462}"/>
                  </a:ext>
                </a:extLst>
              </p:cNvPr>
              <p:cNvGrpSpPr/>
              <p:nvPr/>
            </p:nvGrpSpPr>
            <p:grpSpPr>
              <a:xfrm>
                <a:off x="5584658" y="1828709"/>
                <a:ext cx="1890067" cy="889093"/>
                <a:chOff x="5617382" y="4110731"/>
                <a:chExt cx="1926053" cy="883141"/>
              </a:xfrm>
            </p:grpSpPr>
            <p:sp>
              <p:nvSpPr>
                <p:cNvPr id="106" name="직사각형 105">
                  <a:extLst>
                    <a:ext uri="{FF2B5EF4-FFF2-40B4-BE49-F238E27FC236}">
                      <a16:creationId xmlns:a16="http://schemas.microsoft.com/office/drawing/2014/main" id="{8AE7FBFF-680A-F904-75C3-E0D372423A16}"/>
                    </a:ext>
                  </a:extLst>
                </p:cNvPr>
                <p:cNvSpPr/>
                <p:nvPr/>
              </p:nvSpPr>
              <p:spPr bwMode="auto">
                <a:xfrm>
                  <a:off x="5617382" y="4140458"/>
                  <a:ext cx="1896868" cy="85341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9525" cap="flat" cmpd="sng">
                  <a:noFill/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109" name="그룹 108">
                  <a:extLst>
                    <a:ext uri="{FF2B5EF4-FFF2-40B4-BE49-F238E27FC236}">
                      <a16:creationId xmlns:a16="http://schemas.microsoft.com/office/drawing/2014/main" id="{38D32F6A-F7BE-8AB4-381C-A9C3D9C79A74}"/>
                    </a:ext>
                  </a:extLst>
                </p:cNvPr>
                <p:cNvGrpSpPr/>
                <p:nvPr/>
              </p:nvGrpSpPr>
              <p:grpSpPr>
                <a:xfrm>
                  <a:off x="5643208" y="4110731"/>
                  <a:ext cx="1900227" cy="853414"/>
                  <a:chOff x="5662258" y="4115456"/>
                  <a:chExt cx="1826081" cy="820114"/>
                </a:xfrm>
              </p:grpSpPr>
              <p:sp>
                <p:nvSpPr>
                  <p:cNvPr id="110" name="직사각형 109">
                    <a:extLst>
                      <a:ext uri="{FF2B5EF4-FFF2-40B4-BE49-F238E27FC236}">
                        <a16:creationId xmlns:a16="http://schemas.microsoft.com/office/drawing/2014/main" id="{6EC94209-3D76-6829-9730-7235B6105C0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665486" y="4115456"/>
                    <a:ext cx="1822853" cy="820114"/>
                  </a:xfrm>
                  <a:prstGeom prst="rect">
                    <a:avLst/>
                  </a:prstGeom>
                  <a:solidFill>
                    <a:srgbClr val="F2F2F2"/>
                  </a:solidFill>
                  <a:ln w="9525" cap="flat" cmpd="sng">
                    <a:solidFill>
                      <a:schemeClr val="bg1">
                        <a:lumMod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grpSp>
                <p:nvGrpSpPr>
                  <p:cNvPr id="112" name="그룹 111">
                    <a:extLst>
                      <a:ext uri="{FF2B5EF4-FFF2-40B4-BE49-F238E27FC236}">
                        <a16:creationId xmlns:a16="http://schemas.microsoft.com/office/drawing/2014/main" id="{E8C8762A-CAE4-B21A-A54A-42190C30B24D}"/>
                      </a:ext>
                    </a:extLst>
                  </p:cNvPr>
                  <p:cNvGrpSpPr/>
                  <p:nvPr/>
                </p:nvGrpSpPr>
                <p:grpSpPr>
                  <a:xfrm>
                    <a:off x="5662258" y="4115456"/>
                    <a:ext cx="1822853" cy="812999"/>
                    <a:chOff x="5642911" y="1570812"/>
                    <a:chExt cx="1657304" cy="878264"/>
                  </a:xfrm>
                </p:grpSpPr>
                <p:cxnSp>
                  <p:nvCxnSpPr>
                    <p:cNvPr id="114" name="직선 연결선 113">
                      <a:extLst>
                        <a:ext uri="{FF2B5EF4-FFF2-40B4-BE49-F238E27FC236}">
                          <a16:creationId xmlns:a16="http://schemas.microsoft.com/office/drawing/2014/main" id="{FA0F946B-221A-D135-9559-AC3EACE7D996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5642911" y="1570812"/>
                      <a:ext cx="1657304" cy="878264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115" name="직선 연결선 114">
                      <a:extLst>
                        <a:ext uri="{FF2B5EF4-FFF2-40B4-BE49-F238E27FC236}">
                          <a16:creationId xmlns:a16="http://schemas.microsoft.com/office/drawing/2014/main" id="{528A9B78-E278-2C67-7C15-63AAD85C64D1}"/>
                        </a:ext>
                      </a:extLst>
                    </p:cNvPr>
                    <p:cNvCxnSpPr/>
                    <p:nvPr/>
                  </p:nvCxnSpPr>
                  <p:spPr bwMode="auto">
                    <a:xfrm flipV="1">
                      <a:off x="5642911" y="1570812"/>
                      <a:ext cx="1657304" cy="878264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sp>
                  <p:nvSpPr>
                    <p:cNvPr id="116" name="TextBox 115">
                      <a:extLst>
                        <a:ext uri="{FF2B5EF4-FFF2-40B4-BE49-F238E27FC236}">
                          <a16:creationId xmlns:a16="http://schemas.microsoft.com/office/drawing/2014/main" id="{00709483-C5E2-463A-EFBF-8089989683C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56422" y="1871980"/>
                      <a:ext cx="1630282" cy="142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36000" tIns="36000" rIns="36000" bIns="36000" rtlCol="0">
                      <a:spAutoFit/>
                    </a:bodyPr>
                    <a:lstStyle/>
                    <a:p>
                      <a:pPr algn="ctr"/>
                      <a:r>
                        <a:rPr lang="en-US" altLang="ko-KR" sz="800" b="1" dirty="0" err="1">
                          <a:latin typeface="+mn-ea"/>
                          <a:ea typeface="+mn-ea"/>
                        </a:rPr>
                        <a:t>img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</p:txBody>
                </p:sp>
              </p:grpSp>
              <p:sp>
                <p:nvSpPr>
                  <p:cNvPr id="113" name="사각형: 둥근 모서리 112">
                    <a:extLst>
                      <a:ext uri="{FF2B5EF4-FFF2-40B4-BE49-F238E27FC236}">
                        <a16:creationId xmlns:a16="http://schemas.microsoft.com/office/drawing/2014/main" id="{3E25A8A2-C197-1350-5DB9-0C5024DB7995}"/>
                      </a:ext>
                    </a:extLst>
                  </p:cNvPr>
                  <p:cNvSpPr/>
                  <p:nvPr/>
                </p:nvSpPr>
                <p:spPr>
                  <a:xfrm>
                    <a:off x="5892313" y="4691563"/>
                    <a:ext cx="1369199" cy="199565"/>
                  </a:xfrm>
                  <a:prstGeom prst="roundRect">
                    <a:avLst/>
                  </a:prstGeom>
                  <a:solidFill>
                    <a:schemeClr val="tx1"/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900" dirty="0">
                        <a:solidFill>
                          <a:schemeClr val="bg1"/>
                        </a:solidFill>
                        <a:latin typeface="+mn-ea"/>
                      </a:rPr>
                      <a:t>총 </a:t>
                    </a:r>
                    <a:r>
                      <a:rPr lang="en-US" altLang="ko-KR" sz="900" dirty="0">
                        <a:solidFill>
                          <a:schemeClr val="bg1"/>
                        </a:solidFill>
                        <a:latin typeface="+mn-ea"/>
                      </a:rPr>
                      <a:t>6</a:t>
                    </a:r>
                    <a:r>
                      <a:rPr lang="ko-KR" altLang="en-US" sz="900" dirty="0">
                        <a:solidFill>
                          <a:schemeClr val="bg1"/>
                        </a:solidFill>
                        <a:latin typeface="+mn-ea"/>
                      </a:rPr>
                      <a:t>개 학습</a:t>
                    </a:r>
                  </a:p>
                </p:txBody>
              </p:sp>
            </p:grpSp>
          </p:grpSp>
          <p:grpSp>
            <p:nvGrpSpPr>
              <p:cNvPr id="99" name="그룹 98">
                <a:extLst>
                  <a:ext uri="{FF2B5EF4-FFF2-40B4-BE49-F238E27FC236}">
                    <a16:creationId xmlns:a16="http://schemas.microsoft.com/office/drawing/2014/main" id="{01BF2207-739D-422A-2F49-893AF49CF3B0}"/>
                  </a:ext>
                </a:extLst>
              </p:cNvPr>
              <p:cNvGrpSpPr/>
              <p:nvPr/>
            </p:nvGrpSpPr>
            <p:grpSpPr>
              <a:xfrm>
                <a:off x="6900109" y="3094671"/>
                <a:ext cx="607256" cy="257252"/>
                <a:chOff x="2874055" y="5440514"/>
                <a:chExt cx="607256" cy="257252"/>
              </a:xfrm>
            </p:grpSpPr>
            <p:grpSp>
              <p:nvGrpSpPr>
                <p:cNvPr id="100" name="그룹 99">
                  <a:extLst>
                    <a:ext uri="{FF2B5EF4-FFF2-40B4-BE49-F238E27FC236}">
                      <a16:creationId xmlns:a16="http://schemas.microsoft.com/office/drawing/2014/main" id="{3B5133FB-1ACC-7529-3E84-2A0D472A041D}"/>
                    </a:ext>
                  </a:extLst>
                </p:cNvPr>
                <p:cNvGrpSpPr/>
                <p:nvPr/>
              </p:nvGrpSpPr>
              <p:grpSpPr>
                <a:xfrm>
                  <a:off x="2874055" y="5449681"/>
                  <a:ext cx="248085" cy="248085"/>
                  <a:chOff x="330200" y="2911430"/>
                  <a:chExt cx="330200" cy="330200"/>
                </a:xfrm>
              </p:grpSpPr>
              <p:sp>
                <p:nvSpPr>
                  <p:cNvPr id="104" name="타원 103">
                    <a:extLst>
                      <a:ext uri="{FF2B5EF4-FFF2-40B4-BE49-F238E27FC236}">
                        <a16:creationId xmlns:a16="http://schemas.microsoft.com/office/drawing/2014/main" id="{7EC236F2-1066-8EB4-6434-C526654D7040}"/>
                      </a:ext>
                    </a:extLst>
                  </p:cNvPr>
                  <p:cNvSpPr/>
                  <p:nvPr/>
                </p:nvSpPr>
                <p:spPr>
                  <a:xfrm>
                    <a:off x="330200" y="2911430"/>
                    <a:ext cx="330200" cy="330200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105" name="그림 104">
                    <a:extLst>
                      <a:ext uri="{FF2B5EF4-FFF2-40B4-BE49-F238E27FC236}">
                        <a16:creationId xmlns:a16="http://schemas.microsoft.com/office/drawing/2014/main" id="{35F116C1-37CD-7A42-49E8-1241792C851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379811" y="2961041"/>
                    <a:ext cx="230977" cy="23097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1" name="그룹 100">
                  <a:extLst>
                    <a:ext uri="{FF2B5EF4-FFF2-40B4-BE49-F238E27FC236}">
                      <a16:creationId xmlns:a16="http://schemas.microsoft.com/office/drawing/2014/main" id="{15F535F0-BA36-4727-859A-7BA431F3A4EB}"/>
                    </a:ext>
                  </a:extLst>
                </p:cNvPr>
                <p:cNvGrpSpPr/>
                <p:nvPr/>
              </p:nvGrpSpPr>
              <p:grpSpPr>
                <a:xfrm>
                  <a:off x="3104285" y="5440514"/>
                  <a:ext cx="377026" cy="257252"/>
                  <a:chOff x="3104285" y="5440514"/>
                  <a:chExt cx="377026" cy="257252"/>
                </a:xfrm>
              </p:grpSpPr>
              <p:sp>
                <p:nvSpPr>
                  <p:cNvPr id="102" name="타원 101">
                    <a:extLst>
                      <a:ext uri="{FF2B5EF4-FFF2-40B4-BE49-F238E27FC236}">
                        <a16:creationId xmlns:a16="http://schemas.microsoft.com/office/drawing/2014/main" id="{30EC752A-3FA9-F8AC-BDDC-46B60B1658DB}"/>
                      </a:ext>
                    </a:extLst>
                  </p:cNvPr>
                  <p:cNvSpPr/>
                  <p:nvPr/>
                </p:nvSpPr>
                <p:spPr>
                  <a:xfrm>
                    <a:off x="3168756" y="5449681"/>
                    <a:ext cx="248085" cy="248085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6A5AECF3-4198-A6BB-02D1-2AADFED92922}"/>
                      </a:ext>
                    </a:extLst>
                  </p:cNvPr>
                  <p:cNvSpPr txBox="1"/>
                  <p:nvPr/>
                </p:nvSpPr>
                <p:spPr>
                  <a:xfrm>
                    <a:off x="3104285" y="5440514"/>
                    <a:ext cx="377026" cy="25391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ko-KR" altLang="en-US" sz="1050" dirty="0">
                        <a:latin typeface="나눔고딕" pitchFamily="2" charset="-127"/>
                        <a:ea typeface="나눔고딕" pitchFamily="2" charset="-127"/>
                      </a:rPr>
                      <a:t>♥</a:t>
                    </a:r>
                  </a:p>
                </p:txBody>
              </p:sp>
            </p:grpSp>
          </p:grpSp>
        </p:grp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711D17C5-DC34-66AA-E37A-D44819E114E5}"/>
                </a:ext>
              </a:extLst>
            </p:cNvPr>
            <p:cNvGrpSpPr/>
            <p:nvPr/>
          </p:nvGrpSpPr>
          <p:grpSpPr>
            <a:xfrm>
              <a:off x="7529348" y="1828709"/>
              <a:ext cx="2010177" cy="1585473"/>
              <a:chOff x="7529348" y="1828709"/>
              <a:chExt cx="2010177" cy="1585473"/>
            </a:xfrm>
          </p:grpSpPr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6D4BF489-4F78-F4A4-BDDD-ABCB7537200C}"/>
                  </a:ext>
                </a:extLst>
              </p:cNvPr>
              <p:cNvSpPr txBox="1"/>
              <p:nvPr/>
            </p:nvSpPr>
            <p:spPr>
              <a:xfrm>
                <a:off x="7529348" y="2737074"/>
                <a:ext cx="1988878" cy="677108"/>
              </a:xfrm>
              <a:prstGeom prst="rect">
                <a:avLst/>
              </a:prstGeom>
              <a:noFill/>
            </p:spPr>
            <p:txBody>
              <a:bodyPr wrap="square" lIns="72000" rIns="72000" rtlCol="0">
                <a:spAutoFit/>
              </a:bodyPr>
              <a:lstStyle/>
              <a:p>
                <a:r>
                  <a:rPr lang="ko-KR" altLang="en-US" sz="900" dirty="0">
                    <a:latin typeface="+mn-ea"/>
                  </a:rPr>
                  <a:t>교육 현장의 갈등 상황 해결을 위한 문제해결 전략과 실제</a:t>
                </a:r>
                <a:r>
                  <a:rPr lang="en-US" altLang="ko-KR" sz="900" dirty="0">
                    <a:latin typeface="+mn-ea"/>
                  </a:rPr>
                  <a:t>…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800" dirty="0" err="1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박힐링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 선생님</a:t>
                </a:r>
                <a:endPara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★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4.8 | 156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명</a:t>
                </a:r>
              </a:p>
            </p:txBody>
          </p:sp>
          <p:grpSp>
            <p:nvGrpSpPr>
              <p:cNvPr id="274" name="그룹 273">
                <a:extLst>
                  <a:ext uri="{FF2B5EF4-FFF2-40B4-BE49-F238E27FC236}">
                    <a16:creationId xmlns:a16="http://schemas.microsoft.com/office/drawing/2014/main" id="{A0575E39-A346-A866-4773-30EA594E4E3D}"/>
                  </a:ext>
                </a:extLst>
              </p:cNvPr>
              <p:cNvGrpSpPr/>
              <p:nvPr/>
            </p:nvGrpSpPr>
            <p:grpSpPr>
              <a:xfrm>
                <a:off x="7614437" y="1828709"/>
                <a:ext cx="1890067" cy="889093"/>
                <a:chOff x="5617382" y="4110731"/>
                <a:chExt cx="1926053" cy="883141"/>
              </a:xfrm>
            </p:grpSpPr>
            <p:sp>
              <p:nvSpPr>
                <p:cNvPr id="282" name="직사각형 281">
                  <a:extLst>
                    <a:ext uri="{FF2B5EF4-FFF2-40B4-BE49-F238E27FC236}">
                      <a16:creationId xmlns:a16="http://schemas.microsoft.com/office/drawing/2014/main" id="{27B7F4E7-C0F8-CECD-B2AD-6CBB08AD9FEA}"/>
                    </a:ext>
                  </a:extLst>
                </p:cNvPr>
                <p:cNvSpPr/>
                <p:nvPr/>
              </p:nvSpPr>
              <p:spPr bwMode="auto">
                <a:xfrm>
                  <a:off x="5617382" y="4140458"/>
                  <a:ext cx="1896868" cy="85341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9525" cap="flat" cmpd="sng">
                  <a:noFill/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283" name="그룹 282">
                  <a:extLst>
                    <a:ext uri="{FF2B5EF4-FFF2-40B4-BE49-F238E27FC236}">
                      <a16:creationId xmlns:a16="http://schemas.microsoft.com/office/drawing/2014/main" id="{AA01E0CF-1563-BF63-B363-D69A6A6E2E5E}"/>
                    </a:ext>
                  </a:extLst>
                </p:cNvPr>
                <p:cNvGrpSpPr/>
                <p:nvPr/>
              </p:nvGrpSpPr>
              <p:grpSpPr>
                <a:xfrm>
                  <a:off x="5643208" y="4110731"/>
                  <a:ext cx="1900227" cy="853414"/>
                  <a:chOff x="5662258" y="4115456"/>
                  <a:chExt cx="1826081" cy="820114"/>
                </a:xfrm>
              </p:grpSpPr>
              <p:sp>
                <p:nvSpPr>
                  <p:cNvPr id="284" name="직사각형 283">
                    <a:extLst>
                      <a:ext uri="{FF2B5EF4-FFF2-40B4-BE49-F238E27FC236}">
                        <a16:creationId xmlns:a16="http://schemas.microsoft.com/office/drawing/2014/main" id="{DF77CFAC-90A3-D1AA-3208-CA6C5B13ECC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665486" y="4115456"/>
                    <a:ext cx="1822853" cy="820114"/>
                  </a:xfrm>
                  <a:prstGeom prst="rect">
                    <a:avLst/>
                  </a:prstGeom>
                  <a:solidFill>
                    <a:srgbClr val="F2F2F2"/>
                  </a:solidFill>
                  <a:ln w="9525" cap="flat" cmpd="sng">
                    <a:solidFill>
                      <a:schemeClr val="bg1">
                        <a:lumMod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grpSp>
                <p:nvGrpSpPr>
                  <p:cNvPr id="285" name="그룹 284">
                    <a:extLst>
                      <a:ext uri="{FF2B5EF4-FFF2-40B4-BE49-F238E27FC236}">
                        <a16:creationId xmlns:a16="http://schemas.microsoft.com/office/drawing/2014/main" id="{2F67E55D-0391-DE2A-4A02-38870D080C7C}"/>
                      </a:ext>
                    </a:extLst>
                  </p:cNvPr>
                  <p:cNvGrpSpPr/>
                  <p:nvPr/>
                </p:nvGrpSpPr>
                <p:grpSpPr>
                  <a:xfrm>
                    <a:off x="5662258" y="4115456"/>
                    <a:ext cx="1822853" cy="812999"/>
                    <a:chOff x="5642911" y="1570812"/>
                    <a:chExt cx="1657304" cy="878264"/>
                  </a:xfrm>
                </p:grpSpPr>
                <p:cxnSp>
                  <p:nvCxnSpPr>
                    <p:cNvPr id="287" name="직선 연결선 286">
                      <a:extLst>
                        <a:ext uri="{FF2B5EF4-FFF2-40B4-BE49-F238E27FC236}">
                          <a16:creationId xmlns:a16="http://schemas.microsoft.com/office/drawing/2014/main" id="{1BAAB52C-A905-6A73-1A64-0D449B136424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5642911" y="1570812"/>
                      <a:ext cx="1657304" cy="878264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288" name="직선 연결선 287">
                      <a:extLst>
                        <a:ext uri="{FF2B5EF4-FFF2-40B4-BE49-F238E27FC236}">
                          <a16:creationId xmlns:a16="http://schemas.microsoft.com/office/drawing/2014/main" id="{3B967F91-088A-424A-81D0-8958D8DB0EDC}"/>
                        </a:ext>
                      </a:extLst>
                    </p:cNvPr>
                    <p:cNvCxnSpPr/>
                    <p:nvPr/>
                  </p:nvCxnSpPr>
                  <p:spPr bwMode="auto">
                    <a:xfrm flipV="1">
                      <a:off x="5642911" y="1570812"/>
                      <a:ext cx="1657304" cy="878264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sp>
                  <p:nvSpPr>
                    <p:cNvPr id="96" name="TextBox 95">
                      <a:extLst>
                        <a:ext uri="{FF2B5EF4-FFF2-40B4-BE49-F238E27FC236}">
                          <a16:creationId xmlns:a16="http://schemas.microsoft.com/office/drawing/2014/main" id="{DC4DE6E6-7F65-AF23-46B5-CCA85A41D08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56422" y="1871980"/>
                      <a:ext cx="1630282" cy="142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36000" tIns="36000" rIns="36000" bIns="36000" rtlCol="0">
                      <a:spAutoFit/>
                    </a:bodyPr>
                    <a:lstStyle/>
                    <a:p>
                      <a:pPr algn="ctr"/>
                      <a:r>
                        <a:rPr lang="en-US" altLang="ko-KR" sz="800" b="1" dirty="0" err="1">
                          <a:latin typeface="+mn-ea"/>
                          <a:ea typeface="+mn-ea"/>
                        </a:rPr>
                        <a:t>img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</p:txBody>
                </p:sp>
              </p:grpSp>
              <p:sp>
                <p:nvSpPr>
                  <p:cNvPr id="286" name="사각형: 둥근 모서리 285">
                    <a:extLst>
                      <a:ext uri="{FF2B5EF4-FFF2-40B4-BE49-F238E27FC236}">
                        <a16:creationId xmlns:a16="http://schemas.microsoft.com/office/drawing/2014/main" id="{7B57C484-8816-2DBC-6205-1B833D049431}"/>
                      </a:ext>
                    </a:extLst>
                  </p:cNvPr>
                  <p:cNvSpPr/>
                  <p:nvPr/>
                </p:nvSpPr>
                <p:spPr>
                  <a:xfrm>
                    <a:off x="5892313" y="4691563"/>
                    <a:ext cx="1369199" cy="199565"/>
                  </a:xfrm>
                  <a:prstGeom prst="roundRect">
                    <a:avLst/>
                  </a:prstGeom>
                  <a:solidFill>
                    <a:schemeClr val="tx1"/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900" dirty="0">
                        <a:solidFill>
                          <a:schemeClr val="bg1"/>
                        </a:solidFill>
                        <a:latin typeface="+mn-ea"/>
                      </a:rPr>
                      <a:t>총 </a:t>
                    </a:r>
                    <a:r>
                      <a:rPr lang="en-US" altLang="ko-KR" sz="900" dirty="0">
                        <a:solidFill>
                          <a:schemeClr val="bg1"/>
                        </a:solidFill>
                        <a:latin typeface="+mn-ea"/>
                      </a:rPr>
                      <a:t>6</a:t>
                    </a:r>
                    <a:r>
                      <a:rPr lang="ko-KR" altLang="en-US" sz="900" dirty="0">
                        <a:solidFill>
                          <a:schemeClr val="bg1"/>
                        </a:solidFill>
                        <a:latin typeface="+mn-ea"/>
                      </a:rPr>
                      <a:t>개 학습</a:t>
                    </a:r>
                  </a:p>
                </p:txBody>
              </p:sp>
            </p:grpSp>
          </p:grpSp>
          <p:grpSp>
            <p:nvGrpSpPr>
              <p:cNvPr id="275" name="그룹 274">
                <a:extLst>
                  <a:ext uri="{FF2B5EF4-FFF2-40B4-BE49-F238E27FC236}">
                    <a16:creationId xmlns:a16="http://schemas.microsoft.com/office/drawing/2014/main" id="{F76EA61F-1ED0-4297-ED44-A77D964BC691}"/>
                  </a:ext>
                </a:extLst>
              </p:cNvPr>
              <p:cNvGrpSpPr/>
              <p:nvPr/>
            </p:nvGrpSpPr>
            <p:grpSpPr>
              <a:xfrm>
                <a:off x="8932269" y="3094671"/>
                <a:ext cx="607256" cy="257252"/>
                <a:chOff x="2874055" y="5440514"/>
                <a:chExt cx="607256" cy="257252"/>
              </a:xfrm>
            </p:grpSpPr>
            <p:grpSp>
              <p:nvGrpSpPr>
                <p:cNvPr id="276" name="그룹 275">
                  <a:extLst>
                    <a:ext uri="{FF2B5EF4-FFF2-40B4-BE49-F238E27FC236}">
                      <a16:creationId xmlns:a16="http://schemas.microsoft.com/office/drawing/2014/main" id="{D95D1A0E-1A97-A7FE-8BCA-118FAF6929E2}"/>
                    </a:ext>
                  </a:extLst>
                </p:cNvPr>
                <p:cNvGrpSpPr/>
                <p:nvPr/>
              </p:nvGrpSpPr>
              <p:grpSpPr>
                <a:xfrm>
                  <a:off x="2874055" y="5449681"/>
                  <a:ext cx="248085" cy="248085"/>
                  <a:chOff x="330200" y="2911430"/>
                  <a:chExt cx="330200" cy="330200"/>
                </a:xfrm>
              </p:grpSpPr>
              <p:sp>
                <p:nvSpPr>
                  <p:cNvPr id="280" name="타원 279">
                    <a:extLst>
                      <a:ext uri="{FF2B5EF4-FFF2-40B4-BE49-F238E27FC236}">
                        <a16:creationId xmlns:a16="http://schemas.microsoft.com/office/drawing/2014/main" id="{A82E545F-0933-53D4-4637-DC22C03D90B0}"/>
                      </a:ext>
                    </a:extLst>
                  </p:cNvPr>
                  <p:cNvSpPr/>
                  <p:nvPr/>
                </p:nvSpPr>
                <p:spPr>
                  <a:xfrm>
                    <a:off x="330200" y="2911430"/>
                    <a:ext cx="330200" cy="330200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281" name="그림 280">
                    <a:extLst>
                      <a:ext uri="{FF2B5EF4-FFF2-40B4-BE49-F238E27FC236}">
                        <a16:creationId xmlns:a16="http://schemas.microsoft.com/office/drawing/2014/main" id="{4CAF0F69-3C95-5CC0-8D9F-8609ADB8A04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379811" y="2961041"/>
                    <a:ext cx="230977" cy="23097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77" name="그룹 276">
                  <a:extLst>
                    <a:ext uri="{FF2B5EF4-FFF2-40B4-BE49-F238E27FC236}">
                      <a16:creationId xmlns:a16="http://schemas.microsoft.com/office/drawing/2014/main" id="{08B6DF8A-8315-E6BA-5D4A-A68C7B3E1FA7}"/>
                    </a:ext>
                  </a:extLst>
                </p:cNvPr>
                <p:cNvGrpSpPr/>
                <p:nvPr/>
              </p:nvGrpSpPr>
              <p:grpSpPr>
                <a:xfrm>
                  <a:off x="3104285" y="5440514"/>
                  <a:ext cx="377026" cy="257252"/>
                  <a:chOff x="3104285" y="5440514"/>
                  <a:chExt cx="377026" cy="257252"/>
                </a:xfrm>
              </p:grpSpPr>
              <p:sp>
                <p:nvSpPr>
                  <p:cNvPr id="278" name="타원 277">
                    <a:extLst>
                      <a:ext uri="{FF2B5EF4-FFF2-40B4-BE49-F238E27FC236}">
                        <a16:creationId xmlns:a16="http://schemas.microsoft.com/office/drawing/2014/main" id="{50449EF2-D2FA-6724-7E22-1A1BBBA7B89B}"/>
                      </a:ext>
                    </a:extLst>
                  </p:cNvPr>
                  <p:cNvSpPr/>
                  <p:nvPr/>
                </p:nvSpPr>
                <p:spPr>
                  <a:xfrm>
                    <a:off x="3168756" y="5449681"/>
                    <a:ext cx="248085" cy="248085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79" name="TextBox 278">
                    <a:extLst>
                      <a:ext uri="{FF2B5EF4-FFF2-40B4-BE49-F238E27FC236}">
                        <a16:creationId xmlns:a16="http://schemas.microsoft.com/office/drawing/2014/main" id="{2D667C45-926B-98D6-D13E-3F49172C570D}"/>
                      </a:ext>
                    </a:extLst>
                  </p:cNvPr>
                  <p:cNvSpPr txBox="1"/>
                  <p:nvPr/>
                </p:nvSpPr>
                <p:spPr>
                  <a:xfrm>
                    <a:off x="3104285" y="5440514"/>
                    <a:ext cx="377026" cy="25391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ko-KR" altLang="en-US" sz="1050" dirty="0">
                        <a:latin typeface="나눔고딕" pitchFamily="2" charset="-127"/>
                        <a:ea typeface="나눔고딕" pitchFamily="2" charset="-127"/>
                      </a:rPr>
                      <a:t>♥</a:t>
                    </a:r>
                  </a:p>
                </p:txBody>
              </p:sp>
            </p:grpSp>
          </p:grp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C1B18674-A0BF-A278-FD53-5C5CE0A4AD6A}"/>
                </a:ext>
              </a:extLst>
            </p:cNvPr>
            <p:cNvGrpSpPr/>
            <p:nvPr/>
          </p:nvGrpSpPr>
          <p:grpSpPr>
            <a:xfrm>
              <a:off x="1432864" y="1828709"/>
              <a:ext cx="2019707" cy="1585473"/>
              <a:chOff x="1432864" y="1828709"/>
              <a:chExt cx="2019707" cy="1585473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2C2483D-C6EF-5C7B-C236-0EF2E14AD00A}"/>
                  </a:ext>
                </a:extLst>
              </p:cNvPr>
              <p:cNvSpPr txBox="1"/>
              <p:nvPr/>
            </p:nvSpPr>
            <p:spPr>
              <a:xfrm>
                <a:off x="1432864" y="2737074"/>
                <a:ext cx="1988878" cy="677108"/>
              </a:xfrm>
              <a:prstGeom prst="rect">
                <a:avLst/>
              </a:prstGeom>
              <a:noFill/>
            </p:spPr>
            <p:txBody>
              <a:bodyPr wrap="square" lIns="72000" rIns="72000" rtlCol="0">
                <a:spAutoFit/>
              </a:bodyPr>
              <a:lstStyle/>
              <a:p>
                <a:r>
                  <a:rPr lang="ko-KR" altLang="en-US" sz="900" b="1" dirty="0" err="1">
                    <a:latin typeface="+mn-ea"/>
                  </a:rPr>
                  <a:t>번아웃</a:t>
                </a:r>
                <a:r>
                  <a:rPr lang="ko-KR" altLang="en-US" sz="900" b="1" dirty="0">
                    <a:latin typeface="+mn-ea"/>
                  </a:rPr>
                  <a:t> 없이 지속 가능한 교직 생활을 위한 마음 건강 관리</a:t>
                </a:r>
                <a:r>
                  <a:rPr lang="en-US" altLang="ko-KR" sz="900" b="1" dirty="0">
                    <a:latin typeface="+mn-ea"/>
                  </a:rPr>
                  <a:t>…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800" dirty="0" err="1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김교육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 선생님</a:t>
                </a:r>
                <a:endPara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★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4.8 | 156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명</a:t>
                </a:r>
              </a:p>
            </p:txBody>
          </p: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24A96E60-6DB2-041B-11FC-FFCD4BB2F2FC}"/>
                  </a:ext>
                </a:extLst>
              </p:cNvPr>
              <p:cNvGrpSpPr/>
              <p:nvPr/>
            </p:nvGrpSpPr>
            <p:grpSpPr>
              <a:xfrm>
                <a:off x="1525102" y="1828709"/>
                <a:ext cx="1890067" cy="889093"/>
                <a:chOff x="5617382" y="4110731"/>
                <a:chExt cx="1926053" cy="883141"/>
              </a:xfrm>
            </p:grpSpPr>
            <p:sp>
              <p:nvSpPr>
                <p:cNvPr id="265" name="직사각형 264">
                  <a:extLst>
                    <a:ext uri="{FF2B5EF4-FFF2-40B4-BE49-F238E27FC236}">
                      <a16:creationId xmlns:a16="http://schemas.microsoft.com/office/drawing/2014/main" id="{DDD472BF-96EB-7478-85EC-89FEA89C95C3}"/>
                    </a:ext>
                  </a:extLst>
                </p:cNvPr>
                <p:cNvSpPr/>
                <p:nvPr/>
              </p:nvSpPr>
              <p:spPr bwMode="auto">
                <a:xfrm>
                  <a:off x="5617382" y="4140458"/>
                  <a:ext cx="1896868" cy="85341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9525" cap="flat" cmpd="sng">
                  <a:noFill/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266" name="그룹 265">
                  <a:extLst>
                    <a:ext uri="{FF2B5EF4-FFF2-40B4-BE49-F238E27FC236}">
                      <a16:creationId xmlns:a16="http://schemas.microsoft.com/office/drawing/2014/main" id="{D830C00B-AAA3-EBA9-6A91-A314769277CC}"/>
                    </a:ext>
                  </a:extLst>
                </p:cNvPr>
                <p:cNvGrpSpPr/>
                <p:nvPr/>
              </p:nvGrpSpPr>
              <p:grpSpPr>
                <a:xfrm>
                  <a:off x="5643208" y="4110731"/>
                  <a:ext cx="1900227" cy="853414"/>
                  <a:chOff x="5662258" y="4115456"/>
                  <a:chExt cx="1826081" cy="820114"/>
                </a:xfrm>
              </p:grpSpPr>
              <p:sp>
                <p:nvSpPr>
                  <p:cNvPr id="267" name="직사각형 266">
                    <a:extLst>
                      <a:ext uri="{FF2B5EF4-FFF2-40B4-BE49-F238E27FC236}">
                        <a16:creationId xmlns:a16="http://schemas.microsoft.com/office/drawing/2014/main" id="{E46F6BA0-1055-C1C1-288C-15A02501F09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665486" y="4115456"/>
                    <a:ext cx="1822853" cy="820114"/>
                  </a:xfrm>
                  <a:prstGeom prst="rect">
                    <a:avLst/>
                  </a:prstGeom>
                  <a:solidFill>
                    <a:srgbClr val="F2F2F2"/>
                  </a:solidFill>
                  <a:ln w="9525" cap="flat" cmpd="sng">
                    <a:solidFill>
                      <a:schemeClr val="bg1">
                        <a:lumMod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grpSp>
                <p:nvGrpSpPr>
                  <p:cNvPr id="268" name="그룹 267">
                    <a:extLst>
                      <a:ext uri="{FF2B5EF4-FFF2-40B4-BE49-F238E27FC236}">
                        <a16:creationId xmlns:a16="http://schemas.microsoft.com/office/drawing/2014/main" id="{953328AA-0A89-05AC-AF9A-9AD82E4DF2E1}"/>
                      </a:ext>
                    </a:extLst>
                  </p:cNvPr>
                  <p:cNvGrpSpPr/>
                  <p:nvPr/>
                </p:nvGrpSpPr>
                <p:grpSpPr>
                  <a:xfrm>
                    <a:off x="5662258" y="4115456"/>
                    <a:ext cx="1822853" cy="812999"/>
                    <a:chOff x="5642911" y="1570812"/>
                    <a:chExt cx="1657304" cy="878264"/>
                  </a:xfrm>
                </p:grpSpPr>
                <p:cxnSp>
                  <p:nvCxnSpPr>
                    <p:cNvPr id="270" name="직선 연결선 269">
                      <a:extLst>
                        <a:ext uri="{FF2B5EF4-FFF2-40B4-BE49-F238E27FC236}">
                          <a16:creationId xmlns:a16="http://schemas.microsoft.com/office/drawing/2014/main" id="{F7BC720A-E424-CC82-B45B-ED61453397DD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5642911" y="1570812"/>
                      <a:ext cx="1657304" cy="878264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271" name="직선 연결선 270">
                      <a:extLst>
                        <a:ext uri="{FF2B5EF4-FFF2-40B4-BE49-F238E27FC236}">
                          <a16:creationId xmlns:a16="http://schemas.microsoft.com/office/drawing/2014/main" id="{822FFA49-FC19-0F02-E7AE-62C9D125C8C2}"/>
                        </a:ext>
                      </a:extLst>
                    </p:cNvPr>
                    <p:cNvCxnSpPr/>
                    <p:nvPr/>
                  </p:nvCxnSpPr>
                  <p:spPr bwMode="auto">
                    <a:xfrm flipV="1">
                      <a:off x="5642911" y="1570812"/>
                      <a:ext cx="1657304" cy="878264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sp>
                  <p:nvSpPr>
                    <p:cNvPr id="272" name="TextBox 271">
                      <a:extLst>
                        <a:ext uri="{FF2B5EF4-FFF2-40B4-BE49-F238E27FC236}">
                          <a16:creationId xmlns:a16="http://schemas.microsoft.com/office/drawing/2014/main" id="{AC595D7F-428B-0201-25AE-8C3A1A8A8EA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56422" y="1871980"/>
                      <a:ext cx="1630282" cy="142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36000" tIns="36000" rIns="36000" bIns="36000" rtlCol="0">
                      <a:spAutoFit/>
                    </a:bodyPr>
                    <a:lstStyle/>
                    <a:p>
                      <a:pPr algn="ctr"/>
                      <a:r>
                        <a:rPr lang="en-US" altLang="ko-KR" sz="800" b="1" dirty="0" err="1">
                          <a:latin typeface="+mn-ea"/>
                          <a:ea typeface="+mn-ea"/>
                        </a:rPr>
                        <a:t>img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</p:txBody>
                </p:sp>
              </p:grpSp>
              <p:sp>
                <p:nvSpPr>
                  <p:cNvPr id="269" name="사각형: 둥근 모서리 268">
                    <a:extLst>
                      <a:ext uri="{FF2B5EF4-FFF2-40B4-BE49-F238E27FC236}">
                        <a16:creationId xmlns:a16="http://schemas.microsoft.com/office/drawing/2014/main" id="{7BA472CC-80A4-E874-7227-89EAA5D2FEB1}"/>
                      </a:ext>
                    </a:extLst>
                  </p:cNvPr>
                  <p:cNvSpPr/>
                  <p:nvPr/>
                </p:nvSpPr>
                <p:spPr>
                  <a:xfrm>
                    <a:off x="5892313" y="4691563"/>
                    <a:ext cx="1369199" cy="199565"/>
                  </a:xfrm>
                  <a:prstGeom prst="roundRect">
                    <a:avLst/>
                  </a:prstGeom>
                  <a:solidFill>
                    <a:schemeClr val="tx1"/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900" dirty="0">
                        <a:solidFill>
                          <a:schemeClr val="bg1"/>
                        </a:solidFill>
                        <a:latin typeface="+mn-ea"/>
                      </a:rPr>
                      <a:t>총 </a:t>
                    </a:r>
                    <a:r>
                      <a:rPr lang="en-US" altLang="ko-KR" sz="900" dirty="0">
                        <a:solidFill>
                          <a:schemeClr val="bg1"/>
                        </a:solidFill>
                        <a:latin typeface="+mn-ea"/>
                      </a:rPr>
                      <a:t>6</a:t>
                    </a:r>
                    <a:r>
                      <a:rPr lang="ko-KR" altLang="en-US" sz="900" dirty="0">
                        <a:solidFill>
                          <a:schemeClr val="bg1"/>
                        </a:solidFill>
                        <a:latin typeface="+mn-ea"/>
                      </a:rPr>
                      <a:t>개 학습</a:t>
                    </a:r>
                  </a:p>
                </p:txBody>
              </p:sp>
            </p:grpSp>
          </p:grpSp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7326727A-F3D5-7A32-5797-EFB7EAA294D4}"/>
                  </a:ext>
                </a:extLst>
              </p:cNvPr>
              <p:cNvGrpSpPr/>
              <p:nvPr/>
            </p:nvGrpSpPr>
            <p:grpSpPr>
              <a:xfrm>
                <a:off x="2845315" y="3094671"/>
                <a:ext cx="607256" cy="257252"/>
                <a:chOff x="2874055" y="5440514"/>
                <a:chExt cx="607256" cy="257252"/>
              </a:xfrm>
            </p:grpSpPr>
            <p:grpSp>
              <p:nvGrpSpPr>
                <p:cNvPr id="30" name="그룹 29">
                  <a:extLst>
                    <a:ext uri="{FF2B5EF4-FFF2-40B4-BE49-F238E27FC236}">
                      <a16:creationId xmlns:a16="http://schemas.microsoft.com/office/drawing/2014/main" id="{80ED3BFC-1670-9584-D2B8-DFA18366FF45}"/>
                    </a:ext>
                  </a:extLst>
                </p:cNvPr>
                <p:cNvGrpSpPr/>
                <p:nvPr/>
              </p:nvGrpSpPr>
              <p:grpSpPr>
                <a:xfrm>
                  <a:off x="2874055" y="5449681"/>
                  <a:ext cx="248085" cy="248085"/>
                  <a:chOff x="330200" y="2911430"/>
                  <a:chExt cx="330200" cy="330200"/>
                </a:xfrm>
              </p:grpSpPr>
              <p:sp>
                <p:nvSpPr>
                  <p:cNvPr id="263" name="타원 262">
                    <a:extLst>
                      <a:ext uri="{FF2B5EF4-FFF2-40B4-BE49-F238E27FC236}">
                        <a16:creationId xmlns:a16="http://schemas.microsoft.com/office/drawing/2014/main" id="{20A7EBEE-3928-C239-71E0-45A0422583DB}"/>
                      </a:ext>
                    </a:extLst>
                  </p:cNvPr>
                  <p:cNvSpPr/>
                  <p:nvPr/>
                </p:nvSpPr>
                <p:spPr>
                  <a:xfrm>
                    <a:off x="330200" y="2911430"/>
                    <a:ext cx="330200" cy="330200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264" name="그림 263">
                    <a:extLst>
                      <a:ext uri="{FF2B5EF4-FFF2-40B4-BE49-F238E27FC236}">
                        <a16:creationId xmlns:a16="http://schemas.microsoft.com/office/drawing/2014/main" id="{8B074474-515E-7772-178D-1A66AF7082A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379811" y="2961041"/>
                    <a:ext cx="230977" cy="23097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1" name="그룹 30">
                  <a:extLst>
                    <a:ext uri="{FF2B5EF4-FFF2-40B4-BE49-F238E27FC236}">
                      <a16:creationId xmlns:a16="http://schemas.microsoft.com/office/drawing/2014/main" id="{C1A67A6B-BA9B-D9CD-F084-DA1F7CF50E5A}"/>
                    </a:ext>
                  </a:extLst>
                </p:cNvPr>
                <p:cNvGrpSpPr/>
                <p:nvPr/>
              </p:nvGrpSpPr>
              <p:grpSpPr>
                <a:xfrm>
                  <a:off x="3104285" y="5440514"/>
                  <a:ext cx="377026" cy="257252"/>
                  <a:chOff x="3104285" y="5440514"/>
                  <a:chExt cx="377026" cy="257252"/>
                </a:xfrm>
              </p:grpSpPr>
              <p:sp>
                <p:nvSpPr>
                  <p:cNvPr id="32" name="타원 31">
                    <a:extLst>
                      <a:ext uri="{FF2B5EF4-FFF2-40B4-BE49-F238E27FC236}">
                        <a16:creationId xmlns:a16="http://schemas.microsoft.com/office/drawing/2014/main" id="{D8E2BEFB-19D2-6AFD-583A-7E28F2405295}"/>
                      </a:ext>
                    </a:extLst>
                  </p:cNvPr>
                  <p:cNvSpPr/>
                  <p:nvPr/>
                </p:nvSpPr>
                <p:spPr>
                  <a:xfrm>
                    <a:off x="3168756" y="5449681"/>
                    <a:ext cx="248085" cy="248085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FDB6EAC4-5DE6-CCA6-725B-5A3A97D5553D}"/>
                      </a:ext>
                    </a:extLst>
                  </p:cNvPr>
                  <p:cNvSpPr txBox="1"/>
                  <p:nvPr/>
                </p:nvSpPr>
                <p:spPr>
                  <a:xfrm>
                    <a:off x="3104285" y="5440514"/>
                    <a:ext cx="377026" cy="25391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ko-KR" altLang="en-US" sz="1050" dirty="0">
                        <a:latin typeface="나눔고딕" pitchFamily="2" charset="-127"/>
                        <a:ea typeface="나눔고딕" pitchFamily="2" charset="-127"/>
                      </a:rPr>
                      <a:t>♥</a:t>
                    </a:r>
                  </a:p>
                </p:txBody>
              </p:sp>
            </p:grpSp>
          </p:grpSp>
        </p:grpSp>
      </p:grpSp>
      <p:grpSp>
        <p:nvGrpSpPr>
          <p:cNvPr id="497" name="Pagination">
            <a:extLst>
              <a:ext uri="{FF2B5EF4-FFF2-40B4-BE49-F238E27FC236}">
                <a16:creationId xmlns:a16="http://schemas.microsoft.com/office/drawing/2014/main" id="{69E4ED66-7F9A-6BF9-15A4-A98540053995}"/>
              </a:ext>
            </a:extLst>
          </p:cNvPr>
          <p:cNvGrpSpPr/>
          <p:nvPr/>
        </p:nvGrpSpPr>
        <p:grpSpPr>
          <a:xfrm>
            <a:off x="3707992" y="2533648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498" name="Previous">
              <a:extLst>
                <a:ext uri="{FF2B5EF4-FFF2-40B4-BE49-F238E27FC236}">
                  <a16:creationId xmlns:a16="http://schemas.microsoft.com/office/drawing/2014/main" id="{205092DC-47D8-FBAC-ABCB-C81F963EB2D1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499" name="Page 1">
              <a:extLst>
                <a:ext uri="{FF2B5EF4-FFF2-40B4-BE49-F238E27FC236}">
                  <a16:creationId xmlns:a16="http://schemas.microsoft.com/office/drawing/2014/main" id="{96F28F49-8C21-4E76-B2FC-FC1E114A38F8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500" name="Page 2">
              <a:extLst>
                <a:ext uri="{FF2B5EF4-FFF2-40B4-BE49-F238E27FC236}">
                  <a16:creationId xmlns:a16="http://schemas.microsoft.com/office/drawing/2014/main" id="{0507DDA0-63E0-E3CF-9FC6-FB39CA8E42A6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501" name="Page 3">
              <a:extLst>
                <a:ext uri="{FF2B5EF4-FFF2-40B4-BE49-F238E27FC236}">
                  <a16:creationId xmlns:a16="http://schemas.microsoft.com/office/drawing/2014/main" id="{C8BA545E-2FD8-D94D-E63E-06FC8F8D1EF1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502" name="Page 4">
              <a:extLst>
                <a:ext uri="{FF2B5EF4-FFF2-40B4-BE49-F238E27FC236}">
                  <a16:creationId xmlns:a16="http://schemas.microsoft.com/office/drawing/2014/main" id="{21A0FB78-B4E9-BBD6-9543-9CFAD3FC29AF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503" name="Page 5">
              <a:extLst>
                <a:ext uri="{FF2B5EF4-FFF2-40B4-BE49-F238E27FC236}">
                  <a16:creationId xmlns:a16="http://schemas.microsoft.com/office/drawing/2014/main" id="{F9711699-840B-4DF1-4F18-0757BBD7E486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504" name="Next">
              <a:extLst>
                <a:ext uri="{FF2B5EF4-FFF2-40B4-BE49-F238E27FC236}">
                  <a16:creationId xmlns:a16="http://schemas.microsoft.com/office/drawing/2014/main" id="{84E32477-4E9F-A059-08DD-FC3C0F2320E8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505" name="Page 1">
              <a:extLst>
                <a:ext uri="{FF2B5EF4-FFF2-40B4-BE49-F238E27FC236}">
                  <a16:creationId xmlns:a16="http://schemas.microsoft.com/office/drawing/2014/main" id="{8BFB3C61-747E-B3C8-0FCD-03140CEC36E3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506" name="Page 2">
              <a:extLst>
                <a:ext uri="{FF2B5EF4-FFF2-40B4-BE49-F238E27FC236}">
                  <a16:creationId xmlns:a16="http://schemas.microsoft.com/office/drawing/2014/main" id="{6E2D5F66-B2B5-E7C0-50B0-9E0C17BE29DC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507" name="Page 3">
              <a:extLst>
                <a:ext uri="{FF2B5EF4-FFF2-40B4-BE49-F238E27FC236}">
                  <a16:creationId xmlns:a16="http://schemas.microsoft.com/office/drawing/2014/main" id="{507B75DD-2784-F7DA-7DD7-86C2C269BEA9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508" name="Page 4">
              <a:extLst>
                <a:ext uri="{FF2B5EF4-FFF2-40B4-BE49-F238E27FC236}">
                  <a16:creationId xmlns:a16="http://schemas.microsoft.com/office/drawing/2014/main" id="{522439E6-648F-DF5E-D798-BF50AE8C70A0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509" name="Page 5">
              <a:extLst>
                <a:ext uri="{FF2B5EF4-FFF2-40B4-BE49-F238E27FC236}">
                  <a16:creationId xmlns:a16="http://schemas.microsoft.com/office/drawing/2014/main" id="{C6F189E0-6D6C-B07C-FAFA-AD0F6BD20731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510" name="Page 5">
              <a:extLst>
                <a:ext uri="{FF2B5EF4-FFF2-40B4-BE49-F238E27FC236}">
                  <a16:creationId xmlns:a16="http://schemas.microsoft.com/office/drawing/2014/main" id="{40854CCF-7BB0-114B-383E-53DBBD14563F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511" name="Page 2">
              <a:extLst>
                <a:ext uri="{FF2B5EF4-FFF2-40B4-BE49-F238E27FC236}">
                  <a16:creationId xmlns:a16="http://schemas.microsoft.com/office/drawing/2014/main" id="{3750B3A0-7EB5-DC16-F308-533E2C184A4B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86598EB-7C01-E8B3-3E31-0F548044A689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추천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학습모듈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추천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DA3266-30DA-5C28-5996-46EED1AB87F0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학습모듈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추천 목록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501396-9FC0-B9D7-3FAD-6D20ABFF5746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V-HMR-02-001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6009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9525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2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디자인 사용자 지정">
  <a:themeElements>
    <a:clrScheme name="1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27320</TotalTime>
  <Words>687</Words>
  <Application>Microsoft Office PowerPoint</Application>
  <PresentationFormat>와이드스크린</PresentationFormat>
  <Paragraphs>194</Paragraphs>
  <Slides>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6</vt:i4>
      </vt:variant>
    </vt:vector>
  </HeadingPairs>
  <TitlesOfParts>
    <vt:vector size="17" baseType="lpstr">
      <vt:lpstr>Segoe UI</vt:lpstr>
      <vt:lpstr>나눔고딕</vt:lpstr>
      <vt:lpstr>굴림</vt:lpstr>
      <vt:lpstr>맑은 고딕</vt:lpstr>
      <vt:lpstr>Arial</vt:lpstr>
      <vt:lpstr>맑은 고딕</vt:lpstr>
      <vt:lpstr>바탕체</vt:lpstr>
      <vt:lpstr>Office 테마</vt:lpstr>
      <vt:lpstr>2_디자인 사용자 지정</vt:lpstr>
      <vt:lpstr>디자인 사용자 지정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김영현</dc:creator>
  <cp:lastModifiedBy>티브 네</cp:lastModifiedBy>
  <cp:revision>986</cp:revision>
  <dcterms:created xsi:type="dcterms:W3CDTF">2023-06-09T00:38:08Z</dcterms:created>
  <dcterms:modified xsi:type="dcterms:W3CDTF">2026-01-07T05:22:08Z</dcterms:modified>
</cp:coreProperties>
</file>