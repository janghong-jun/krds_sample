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7"/>
  </p:notesMasterIdLst>
  <p:sldIdLst>
    <p:sldId id="256" r:id="rId5"/>
    <p:sldId id="583" r:id="rId6"/>
    <p:sldId id="273" r:id="rId7"/>
    <p:sldId id="594" r:id="rId8"/>
    <p:sldId id="612" r:id="rId9"/>
    <p:sldId id="598" r:id="rId10"/>
    <p:sldId id="602" r:id="rId11"/>
    <p:sldId id="616" r:id="rId12"/>
    <p:sldId id="603" r:id="rId13"/>
    <p:sldId id="618" r:id="rId14"/>
    <p:sldId id="617" r:id="rId15"/>
    <p:sldId id="296" r:id="rId16"/>
  </p:sldIdLst>
  <p:sldSz cx="12192000" cy="6858000"/>
  <p:notesSz cx="6858000" cy="9144000"/>
  <p:embeddedFontLst>
    <p:embeddedFont>
      <p:font typeface="Segoe UI" panose="020B0502040204020203" pitchFamily="34" charset="0"/>
      <p:regular r:id="rId18"/>
      <p:bold r:id="rId19"/>
      <p:italic r:id="rId20"/>
      <p:boldItalic r:id="rId21"/>
    </p:embeddedFont>
    <p:embeddedFont>
      <p:font typeface="나눔고딕" pitchFamily="2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6" autoAdjust="0"/>
    <p:restoredTop sz="96170" autoAdjust="0"/>
  </p:normalViewPr>
  <p:slideViewPr>
    <p:cSldViewPr snapToGrid="0">
      <p:cViewPr varScale="1">
        <p:scale>
          <a:sx n="117" d="100"/>
          <a:sy n="117" d="100"/>
        </p:scale>
        <p:origin x="108" y="13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custSel modSld">
      <pc:chgData name="티브 네" userId="9e3acfc50ce54e29" providerId="LiveId" clId="{4139813F-4D5D-4F18-94CA-FEC2BF2114AF}" dt="2025-12-30T09:36:06.721" v="102" actId="20577"/>
      <pc:docMkLst>
        <pc:docMk/>
      </pc:docMkLst>
      <pc:sldChg chg="modSp mod modClrScheme chgLayout">
        <pc:chgData name="티브 네" userId="9e3acfc50ce54e29" providerId="LiveId" clId="{4139813F-4D5D-4F18-94CA-FEC2BF2114AF}" dt="2025-12-30T09:34:27.231" v="38" actId="20577"/>
        <pc:sldMkLst>
          <pc:docMk/>
          <pc:sldMk cId="1208164654" sldId="594"/>
        </pc:sldMkLst>
        <pc:spChg chg="mod">
          <ac:chgData name="티브 네" userId="9e3acfc50ce54e29" providerId="LiveId" clId="{4139813F-4D5D-4F18-94CA-FEC2BF2114AF}" dt="2025-12-30T09:34:27.231" v="38" actId="20577"/>
          <ac:spMkLst>
            <pc:docMk/>
            <pc:sldMk cId="1208164654" sldId="594"/>
            <ac:spMk id="2" creationId="{0EDB3B7C-48B4-B159-E3F2-762C10C91C26}"/>
          </ac:spMkLst>
        </pc:spChg>
        <pc:spChg chg="mod">
          <ac:chgData name="티브 네" userId="9e3acfc50ce54e29" providerId="LiveId" clId="{4139813F-4D5D-4F18-94CA-FEC2BF2114AF}" dt="2025-12-30T09:31:20.935" v="5"/>
          <ac:spMkLst>
            <pc:docMk/>
            <pc:sldMk cId="1208164654" sldId="594"/>
            <ac:spMk id="3" creationId="{1DB46A4E-DD2E-8EB4-0432-8025DB883D56}"/>
          </ac:spMkLst>
        </pc:spChg>
        <pc:spChg chg="mod">
          <ac:chgData name="티브 네" userId="9e3acfc50ce54e29" providerId="LiveId" clId="{4139813F-4D5D-4F18-94CA-FEC2BF2114AF}" dt="2025-12-30T09:31:13.545" v="4"/>
          <ac:spMkLst>
            <pc:docMk/>
            <pc:sldMk cId="1208164654" sldId="594"/>
            <ac:spMk id="4" creationId="{FEE36E87-FA87-733E-0478-0D075C01DE48}"/>
          </ac:spMkLst>
        </pc:spChg>
      </pc:sldChg>
      <pc:sldChg chg="modSp mod modClrScheme chgLayout">
        <pc:chgData name="티브 네" userId="9e3acfc50ce54e29" providerId="LiveId" clId="{4139813F-4D5D-4F18-94CA-FEC2BF2114AF}" dt="2025-12-30T09:34:44.367" v="49" actId="20577"/>
        <pc:sldMkLst>
          <pc:docMk/>
          <pc:sldMk cId="170470648" sldId="598"/>
        </pc:sldMkLst>
        <pc:spChg chg="mod">
          <ac:chgData name="티브 네" userId="9e3acfc50ce54e29" providerId="LiveId" clId="{4139813F-4D5D-4F18-94CA-FEC2BF2114AF}" dt="2025-12-30T09:34:44.367" v="49" actId="20577"/>
          <ac:spMkLst>
            <pc:docMk/>
            <pc:sldMk cId="170470648" sldId="598"/>
            <ac:spMk id="2" creationId="{A9C1A2AF-2519-EB22-A9A1-5B4A3AB58A77}"/>
          </ac:spMkLst>
        </pc:spChg>
        <pc:spChg chg="mod">
          <ac:chgData name="티브 네" userId="9e3acfc50ce54e29" providerId="LiveId" clId="{4139813F-4D5D-4F18-94CA-FEC2BF2114AF}" dt="2025-12-30T09:32:32.825" v="19"/>
          <ac:spMkLst>
            <pc:docMk/>
            <pc:sldMk cId="170470648" sldId="598"/>
            <ac:spMk id="3" creationId="{C37EA891-6A3B-E8CC-E5AD-8050C7089390}"/>
          </ac:spMkLst>
        </pc:spChg>
        <pc:spChg chg="mod">
          <ac:chgData name="티브 네" userId="9e3acfc50ce54e29" providerId="LiveId" clId="{4139813F-4D5D-4F18-94CA-FEC2BF2114AF}" dt="2025-12-30T09:32:42.755" v="20"/>
          <ac:spMkLst>
            <pc:docMk/>
            <pc:sldMk cId="170470648" sldId="598"/>
            <ac:spMk id="4" creationId="{D9B0CBA2-AC91-8C41-9D5C-99D670D7AC4E}"/>
          </ac:spMkLst>
        </pc:spChg>
      </pc:sldChg>
      <pc:sldChg chg="addSp delSp modSp mod modClrScheme chgLayout">
        <pc:chgData name="티브 네" userId="9e3acfc50ce54e29" providerId="LiveId" clId="{4139813F-4D5D-4F18-94CA-FEC2BF2114AF}" dt="2025-12-30T09:34:48.247" v="50"/>
        <pc:sldMkLst>
          <pc:docMk/>
          <pc:sldMk cId="1125201935" sldId="602"/>
        </pc:sldMkLst>
        <pc:spChg chg="del">
          <ac:chgData name="티브 네" userId="9e3acfc50ce54e29" providerId="LiveId" clId="{4139813F-4D5D-4F18-94CA-FEC2BF2114AF}" dt="2025-12-30T09:32:53.951" v="21" actId="478"/>
          <ac:spMkLst>
            <pc:docMk/>
            <pc:sldMk cId="1125201935" sldId="602"/>
            <ac:spMk id="2" creationId="{511BC151-E820-3F96-EAD3-ADFED8D69674}"/>
          </ac:spMkLst>
        </pc:spChg>
        <pc:spChg chg="del">
          <ac:chgData name="티브 네" userId="9e3acfc50ce54e29" providerId="LiveId" clId="{4139813F-4D5D-4F18-94CA-FEC2BF2114AF}" dt="2025-12-30T09:32:53.951" v="21" actId="478"/>
          <ac:spMkLst>
            <pc:docMk/>
            <pc:sldMk cId="1125201935" sldId="602"/>
            <ac:spMk id="3" creationId="{58FCD4F0-E861-1163-D1DB-DF3A92A8DC7E}"/>
          </ac:spMkLst>
        </pc:spChg>
        <pc:spChg chg="del">
          <ac:chgData name="티브 네" userId="9e3acfc50ce54e29" providerId="LiveId" clId="{4139813F-4D5D-4F18-94CA-FEC2BF2114AF}" dt="2025-12-30T09:32:53.951" v="21" actId="478"/>
          <ac:spMkLst>
            <pc:docMk/>
            <pc:sldMk cId="1125201935" sldId="602"/>
            <ac:spMk id="4" creationId="{853D8A26-099F-CED1-2986-9EED935BC8F1}"/>
          </ac:spMkLst>
        </pc:spChg>
        <pc:spChg chg="add mod">
          <ac:chgData name="티브 네" userId="9e3acfc50ce54e29" providerId="LiveId" clId="{4139813F-4D5D-4F18-94CA-FEC2BF2114AF}" dt="2025-12-30T09:34:48.247" v="50"/>
          <ac:spMkLst>
            <pc:docMk/>
            <pc:sldMk cId="1125201935" sldId="602"/>
            <ac:spMk id="22" creationId="{48092A44-2AAB-16D9-F5A9-C4D9C40C8561}"/>
          </ac:spMkLst>
        </pc:spChg>
        <pc:spChg chg="add mod">
          <ac:chgData name="티브 네" userId="9e3acfc50ce54e29" providerId="LiveId" clId="{4139813F-4D5D-4F18-94CA-FEC2BF2114AF}" dt="2025-12-30T09:32:54.245" v="22"/>
          <ac:spMkLst>
            <pc:docMk/>
            <pc:sldMk cId="1125201935" sldId="602"/>
            <ac:spMk id="23" creationId="{4170B3A9-E12D-B200-6E64-FAA8785BD4E4}"/>
          </ac:spMkLst>
        </pc:spChg>
        <pc:spChg chg="add mod">
          <ac:chgData name="티브 네" userId="9e3acfc50ce54e29" providerId="LiveId" clId="{4139813F-4D5D-4F18-94CA-FEC2BF2114AF}" dt="2025-12-30T09:32:54.245" v="22"/>
          <ac:spMkLst>
            <pc:docMk/>
            <pc:sldMk cId="1125201935" sldId="602"/>
            <ac:spMk id="24" creationId="{AB05A6F3-56DD-4D4C-40F2-8C26F072A442}"/>
          </ac:spMkLst>
        </pc:spChg>
      </pc:sldChg>
      <pc:sldChg chg="addSp delSp modSp mod">
        <pc:chgData name="티브 네" userId="9e3acfc50ce54e29" providerId="LiveId" clId="{4139813F-4D5D-4F18-94CA-FEC2BF2114AF}" dt="2025-12-30T09:35:12.233" v="68" actId="20577"/>
        <pc:sldMkLst>
          <pc:docMk/>
          <pc:sldMk cId="349413770" sldId="603"/>
        </pc:sldMkLst>
        <pc:spChg chg="del">
          <ac:chgData name="티브 네" userId="9e3acfc50ce54e29" providerId="LiveId" clId="{4139813F-4D5D-4F18-94CA-FEC2BF2114AF}" dt="2025-12-30T09:33:43.910" v="28" actId="478"/>
          <ac:spMkLst>
            <pc:docMk/>
            <pc:sldMk cId="349413770" sldId="603"/>
            <ac:spMk id="2" creationId="{66CB7239-DE81-F1AA-661B-24BFD9BC6F42}"/>
          </ac:spMkLst>
        </pc:spChg>
        <pc:spChg chg="del">
          <ac:chgData name="티브 네" userId="9e3acfc50ce54e29" providerId="LiveId" clId="{4139813F-4D5D-4F18-94CA-FEC2BF2114AF}" dt="2025-12-30T09:33:43.910" v="28" actId="478"/>
          <ac:spMkLst>
            <pc:docMk/>
            <pc:sldMk cId="349413770" sldId="603"/>
            <ac:spMk id="3" creationId="{BC8FF24D-EE08-7C0C-3DB6-0B35D15D1F4F}"/>
          </ac:spMkLst>
        </pc:spChg>
        <pc:spChg chg="del">
          <ac:chgData name="티브 네" userId="9e3acfc50ce54e29" providerId="LiveId" clId="{4139813F-4D5D-4F18-94CA-FEC2BF2114AF}" dt="2025-12-30T09:33:43.910" v="28" actId="478"/>
          <ac:spMkLst>
            <pc:docMk/>
            <pc:sldMk cId="349413770" sldId="603"/>
            <ac:spMk id="4" creationId="{2BD0E3D4-A273-2107-BBB8-4DF7ED3F31C4}"/>
          </ac:spMkLst>
        </pc:spChg>
        <pc:spChg chg="add mod">
          <ac:chgData name="티브 네" userId="9e3acfc50ce54e29" providerId="LiveId" clId="{4139813F-4D5D-4F18-94CA-FEC2BF2114AF}" dt="2025-12-30T09:34:55.886" v="52"/>
          <ac:spMkLst>
            <pc:docMk/>
            <pc:sldMk cId="349413770" sldId="603"/>
            <ac:spMk id="20" creationId="{70DF8B1F-5EEF-9B85-0022-0CC570248CE8}"/>
          </ac:spMkLst>
        </pc:spChg>
        <pc:spChg chg="add mod">
          <ac:chgData name="티브 네" userId="9e3acfc50ce54e29" providerId="LiveId" clId="{4139813F-4D5D-4F18-94CA-FEC2BF2114AF}" dt="2025-12-30T09:35:09.864" v="67" actId="20577"/>
          <ac:spMkLst>
            <pc:docMk/>
            <pc:sldMk cId="349413770" sldId="603"/>
            <ac:spMk id="22" creationId="{842F5054-1CF1-874D-F486-6D3583CB2F20}"/>
          </ac:spMkLst>
        </pc:spChg>
        <pc:spChg chg="add mod">
          <ac:chgData name="티브 네" userId="9e3acfc50ce54e29" providerId="LiveId" clId="{4139813F-4D5D-4F18-94CA-FEC2BF2114AF}" dt="2025-12-30T09:35:12.233" v="68" actId="20577"/>
          <ac:spMkLst>
            <pc:docMk/>
            <pc:sldMk cId="349413770" sldId="603"/>
            <ac:spMk id="23" creationId="{695B5486-1409-28F6-F0C7-7AD351FF2CC5}"/>
          </ac:spMkLst>
        </pc:spChg>
      </pc:sldChg>
      <pc:sldChg chg="addSp delSp modSp mod modClrScheme chgLayout">
        <pc:chgData name="티브 네" userId="9e3acfc50ce54e29" providerId="LiveId" clId="{4139813F-4D5D-4F18-94CA-FEC2BF2114AF}" dt="2025-12-30T09:34:35.048" v="40"/>
        <pc:sldMkLst>
          <pc:docMk/>
          <pc:sldMk cId="576870652" sldId="612"/>
        </pc:sldMkLst>
        <pc:spChg chg="del">
          <ac:chgData name="티브 네" userId="9e3acfc50ce54e29" providerId="LiveId" clId="{4139813F-4D5D-4F18-94CA-FEC2BF2114AF}" dt="2025-12-30T09:31:39.298" v="10" actId="478"/>
          <ac:spMkLst>
            <pc:docMk/>
            <pc:sldMk cId="576870652" sldId="612"/>
            <ac:spMk id="4" creationId="{B81E4837-7545-3328-378A-5C7CBA1E1870}"/>
          </ac:spMkLst>
        </pc:spChg>
        <pc:spChg chg="del">
          <ac:chgData name="티브 네" userId="9e3acfc50ce54e29" providerId="LiveId" clId="{4139813F-4D5D-4F18-94CA-FEC2BF2114AF}" dt="2025-12-30T09:31:39.298" v="10" actId="478"/>
          <ac:spMkLst>
            <pc:docMk/>
            <pc:sldMk cId="576870652" sldId="612"/>
            <ac:spMk id="11" creationId="{FF522009-7063-887F-4E59-F983168DEDC0}"/>
          </ac:spMkLst>
        </pc:spChg>
        <pc:spChg chg="del">
          <ac:chgData name="티브 네" userId="9e3acfc50ce54e29" providerId="LiveId" clId="{4139813F-4D5D-4F18-94CA-FEC2BF2114AF}" dt="2025-12-30T09:31:39.298" v="10" actId="478"/>
          <ac:spMkLst>
            <pc:docMk/>
            <pc:sldMk cId="576870652" sldId="612"/>
            <ac:spMk id="12" creationId="{3B1D9939-BCF1-2254-329D-A963BBBAA3A0}"/>
          </ac:spMkLst>
        </pc:spChg>
        <pc:spChg chg="add mod">
          <ac:chgData name="티브 네" userId="9e3acfc50ce54e29" providerId="LiveId" clId="{4139813F-4D5D-4F18-94CA-FEC2BF2114AF}" dt="2025-12-30T09:34:35.048" v="40"/>
          <ac:spMkLst>
            <pc:docMk/>
            <pc:sldMk cId="576870652" sldId="612"/>
            <ac:spMk id="293" creationId="{5F2E4ADE-6BC7-CF01-2AB3-BC2C621B565C}"/>
          </ac:spMkLst>
        </pc:spChg>
        <pc:spChg chg="add mod">
          <ac:chgData name="티브 네" userId="9e3acfc50ce54e29" providerId="LiveId" clId="{4139813F-4D5D-4F18-94CA-FEC2BF2114AF}" dt="2025-12-30T09:31:39.686" v="11"/>
          <ac:spMkLst>
            <pc:docMk/>
            <pc:sldMk cId="576870652" sldId="612"/>
            <ac:spMk id="294" creationId="{710724CA-864F-1169-C422-80C7E5CB96C0}"/>
          </ac:spMkLst>
        </pc:spChg>
        <pc:spChg chg="add mod">
          <ac:chgData name="티브 네" userId="9e3acfc50ce54e29" providerId="LiveId" clId="{4139813F-4D5D-4F18-94CA-FEC2BF2114AF}" dt="2025-12-30T09:31:39.686" v="11"/>
          <ac:spMkLst>
            <pc:docMk/>
            <pc:sldMk cId="576870652" sldId="612"/>
            <ac:spMk id="295" creationId="{FBAE7770-5976-2E59-6BA6-F43088A242A0}"/>
          </ac:spMkLst>
        </pc:spChg>
      </pc:sldChg>
      <pc:sldChg chg="addSp delSp modSp mod">
        <pc:chgData name="티브 네" userId="9e3acfc50ce54e29" providerId="LiveId" clId="{4139813F-4D5D-4F18-94CA-FEC2BF2114AF}" dt="2025-12-30T09:34:51.206" v="51"/>
        <pc:sldMkLst>
          <pc:docMk/>
          <pc:sldMk cId="3028398716" sldId="616"/>
        </pc:sldMkLst>
        <pc:spChg chg="del">
          <ac:chgData name="티브 네" userId="9e3acfc50ce54e29" providerId="LiveId" clId="{4139813F-4D5D-4F18-94CA-FEC2BF2114AF}" dt="2025-12-30T09:33:09.391" v="23" actId="478"/>
          <ac:spMkLst>
            <pc:docMk/>
            <pc:sldMk cId="3028398716" sldId="616"/>
            <ac:spMk id="2" creationId="{0FAB9995-96FF-D5A5-22A2-D8BAE441CA08}"/>
          </ac:spMkLst>
        </pc:spChg>
        <pc:spChg chg="del">
          <ac:chgData name="티브 네" userId="9e3acfc50ce54e29" providerId="LiveId" clId="{4139813F-4D5D-4F18-94CA-FEC2BF2114AF}" dt="2025-12-30T09:33:09.391" v="23" actId="478"/>
          <ac:spMkLst>
            <pc:docMk/>
            <pc:sldMk cId="3028398716" sldId="616"/>
            <ac:spMk id="3" creationId="{FC6A9662-EB70-BD69-37F7-E090984D0B9D}"/>
          </ac:spMkLst>
        </pc:spChg>
        <pc:spChg chg="del">
          <ac:chgData name="티브 네" userId="9e3acfc50ce54e29" providerId="LiveId" clId="{4139813F-4D5D-4F18-94CA-FEC2BF2114AF}" dt="2025-12-30T09:33:09.391" v="23" actId="478"/>
          <ac:spMkLst>
            <pc:docMk/>
            <pc:sldMk cId="3028398716" sldId="616"/>
            <ac:spMk id="4" creationId="{AF60023A-3073-9378-B737-FB7DD5BD83CD}"/>
          </ac:spMkLst>
        </pc:spChg>
        <pc:spChg chg="add mod">
          <ac:chgData name="티브 네" userId="9e3acfc50ce54e29" providerId="LiveId" clId="{4139813F-4D5D-4F18-94CA-FEC2BF2114AF}" dt="2025-12-30T09:34:51.206" v="51"/>
          <ac:spMkLst>
            <pc:docMk/>
            <pc:sldMk cId="3028398716" sldId="616"/>
            <ac:spMk id="291" creationId="{0F8E69C9-FB34-941A-80CD-2D4AEC12670A}"/>
          </ac:spMkLst>
        </pc:spChg>
        <pc:spChg chg="add mod">
          <ac:chgData name="티브 네" userId="9e3acfc50ce54e29" providerId="LiveId" clId="{4139813F-4D5D-4F18-94CA-FEC2BF2114AF}" dt="2025-12-30T09:33:31.872" v="27"/>
          <ac:spMkLst>
            <pc:docMk/>
            <pc:sldMk cId="3028398716" sldId="616"/>
            <ac:spMk id="293" creationId="{0C6A1F3F-F218-B780-D923-C345F185AEC0}"/>
          </ac:spMkLst>
        </pc:spChg>
        <pc:spChg chg="add mod">
          <ac:chgData name="티브 네" userId="9e3acfc50ce54e29" providerId="LiveId" clId="{4139813F-4D5D-4F18-94CA-FEC2BF2114AF}" dt="2025-12-30T09:33:21.809" v="26" actId="20577"/>
          <ac:spMkLst>
            <pc:docMk/>
            <pc:sldMk cId="3028398716" sldId="616"/>
            <ac:spMk id="295" creationId="{2699757E-BD30-8849-3FDE-7D36BB022DDF}"/>
          </ac:spMkLst>
        </pc:spChg>
      </pc:sldChg>
      <pc:sldChg chg="addSp delSp modSp mod">
        <pc:chgData name="티브 네" userId="9e3acfc50ce54e29" providerId="LiveId" clId="{4139813F-4D5D-4F18-94CA-FEC2BF2114AF}" dt="2025-12-30T09:36:06.721" v="102" actId="20577"/>
        <pc:sldMkLst>
          <pc:docMk/>
          <pc:sldMk cId="3221772744" sldId="617"/>
        </pc:sldMkLst>
        <pc:spChg chg="del">
          <ac:chgData name="티브 네" userId="9e3acfc50ce54e29" providerId="LiveId" clId="{4139813F-4D5D-4F18-94CA-FEC2BF2114AF}" dt="2025-12-30T09:35:45.481" v="86" actId="478"/>
          <ac:spMkLst>
            <pc:docMk/>
            <pc:sldMk cId="3221772744" sldId="617"/>
            <ac:spMk id="2" creationId="{865CC528-BF4E-C827-FCD1-ED25117C3376}"/>
          </ac:spMkLst>
        </pc:spChg>
        <pc:spChg chg="del">
          <ac:chgData name="티브 네" userId="9e3acfc50ce54e29" providerId="LiveId" clId="{4139813F-4D5D-4F18-94CA-FEC2BF2114AF}" dt="2025-12-30T09:35:45.481" v="86" actId="478"/>
          <ac:spMkLst>
            <pc:docMk/>
            <pc:sldMk cId="3221772744" sldId="617"/>
            <ac:spMk id="3" creationId="{DA12A9F7-FA90-9681-4EBB-A1AA858A6C33}"/>
          </ac:spMkLst>
        </pc:spChg>
        <pc:spChg chg="del">
          <ac:chgData name="티브 네" userId="9e3acfc50ce54e29" providerId="LiveId" clId="{4139813F-4D5D-4F18-94CA-FEC2BF2114AF}" dt="2025-12-30T09:35:45.481" v="86" actId="478"/>
          <ac:spMkLst>
            <pc:docMk/>
            <pc:sldMk cId="3221772744" sldId="617"/>
            <ac:spMk id="4" creationId="{293A6DBF-B7CE-CB1C-0C11-3D007D06CE6B}"/>
          </ac:spMkLst>
        </pc:spChg>
        <pc:spChg chg="add mod">
          <ac:chgData name="티브 네" userId="9e3acfc50ce54e29" providerId="LiveId" clId="{4139813F-4D5D-4F18-94CA-FEC2BF2114AF}" dt="2025-12-30T09:35:46.144" v="87"/>
          <ac:spMkLst>
            <pc:docMk/>
            <pc:sldMk cId="3221772744" sldId="617"/>
            <ac:spMk id="23" creationId="{C40B1CD4-FD64-2BE8-7FE1-919252D78457}"/>
          </ac:spMkLst>
        </pc:spChg>
        <pc:spChg chg="add mod">
          <ac:chgData name="티브 네" userId="9e3acfc50ce54e29" providerId="LiveId" clId="{4139813F-4D5D-4F18-94CA-FEC2BF2114AF}" dt="2025-12-30T09:35:54.097" v="100" actId="20577"/>
          <ac:spMkLst>
            <pc:docMk/>
            <pc:sldMk cId="3221772744" sldId="617"/>
            <ac:spMk id="24" creationId="{F0D4F53A-7EBD-175C-96A3-B0F4785B440A}"/>
          </ac:spMkLst>
        </pc:spChg>
        <pc:spChg chg="add mod">
          <ac:chgData name="티브 네" userId="9e3acfc50ce54e29" providerId="LiveId" clId="{4139813F-4D5D-4F18-94CA-FEC2BF2114AF}" dt="2025-12-30T09:36:06.721" v="102" actId="20577"/>
          <ac:spMkLst>
            <pc:docMk/>
            <pc:sldMk cId="3221772744" sldId="617"/>
            <ac:spMk id="25" creationId="{9C5D6C8D-8FAE-0992-05F5-41A980504C39}"/>
          </ac:spMkLst>
        </pc:spChg>
      </pc:sldChg>
      <pc:sldChg chg="addSp delSp modSp mod">
        <pc:chgData name="티브 네" userId="9e3acfc50ce54e29" providerId="LiveId" clId="{4139813F-4D5D-4F18-94CA-FEC2BF2114AF}" dt="2025-12-30T09:35:35.797" v="85" actId="20577"/>
        <pc:sldMkLst>
          <pc:docMk/>
          <pc:sldMk cId="824630936" sldId="618"/>
        </pc:sldMkLst>
        <pc:spChg chg="del">
          <ac:chgData name="티브 네" userId="9e3acfc50ce54e29" providerId="LiveId" clId="{4139813F-4D5D-4F18-94CA-FEC2BF2114AF}" dt="2025-12-30T09:35:24.529" v="69" actId="478"/>
          <ac:spMkLst>
            <pc:docMk/>
            <pc:sldMk cId="824630936" sldId="618"/>
            <ac:spMk id="2" creationId="{8B2D324B-B90F-DEF7-56DA-AA9BF06866B7}"/>
          </ac:spMkLst>
        </pc:spChg>
        <pc:spChg chg="del">
          <ac:chgData name="티브 네" userId="9e3acfc50ce54e29" providerId="LiveId" clId="{4139813F-4D5D-4F18-94CA-FEC2BF2114AF}" dt="2025-12-30T09:35:24.529" v="69" actId="478"/>
          <ac:spMkLst>
            <pc:docMk/>
            <pc:sldMk cId="824630936" sldId="618"/>
            <ac:spMk id="3" creationId="{BA1E7206-1469-974D-A301-2BC8A3C62101}"/>
          </ac:spMkLst>
        </pc:spChg>
        <pc:spChg chg="del">
          <ac:chgData name="티브 네" userId="9e3acfc50ce54e29" providerId="LiveId" clId="{4139813F-4D5D-4F18-94CA-FEC2BF2114AF}" dt="2025-12-30T09:35:24.529" v="69" actId="478"/>
          <ac:spMkLst>
            <pc:docMk/>
            <pc:sldMk cId="824630936" sldId="618"/>
            <ac:spMk id="4" creationId="{AAB28091-7C7B-0A13-3CBC-BD2ADBD623C0}"/>
          </ac:spMkLst>
        </pc:spChg>
        <pc:spChg chg="add mod">
          <ac:chgData name="티브 네" userId="9e3acfc50ce54e29" providerId="LiveId" clId="{4139813F-4D5D-4F18-94CA-FEC2BF2114AF}" dt="2025-12-30T09:35:24.810" v="70"/>
          <ac:spMkLst>
            <pc:docMk/>
            <pc:sldMk cId="824630936" sldId="618"/>
            <ac:spMk id="8" creationId="{F8C81878-0235-7DCB-28E8-B3929B3B7F16}"/>
          </ac:spMkLst>
        </pc:spChg>
        <pc:spChg chg="add mod">
          <ac:chgData name="티브 네" userId="9e3acfc50ce54e29" providerId="LiveId" clId="{4139813F-4D5D-4F18-94CA-FEC2BF2114AF}" dt="2025-12-30T09:35:33.944" v="84" actId="20577"/>
          <ac:spMkLst>
            <pc:docMk/>
            <pc:sldMk cId="824630936" sldId="618"/>
            <ac:spMk id="13" creationId="{09C5FA13-CAFA-9507-E644-11B27BD6A447}"/>
          </ac:spMkLst>
        </pc:spChg>
        <pc:spChg chg="add mod">
          <ac:chgData name="티브 네" userId="9e3acfc50ce54e29" providerId="LiveId" clId="{4139813F-4D5D-4F18-94CA-FEC2BF2114AF}" dt="2025-12-30T09:35:35.797" v="85" actId="20577"/>
          <ac:spMkLst>
            <pc:docMk/>
            <pc:sldMk cId="824630936" sldId="618"/>
            <ac:spMk id="14" creationId="{F5555D59-C3EA-A2E8-E105-63478A32A0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7183BE6-B3DD-0567-65DA-A512D8F2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D5E40F9-352D-242B-11A0-F787C99F2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FA18C5E-DAA4-2E4C-D75A-01765B983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2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F01643-F406-74EA-A737-0CBE7EF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CB5A4E8-8A00-D079-8DDF-9B9C5EB4C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23883F4-D2C2-D803-2089-0A40E184E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8335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4F68286-F904-4ED9-4195-2058C72B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128282D-FC19-E6DC-D9FC-ABF5A955B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0494FCB-6C6F-E291-8709-E10ADF89C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0021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8576177-EBD1-183A-A5C4-A5DFB1A5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3853BE58-6812-3CF2-9B3B-FAB804454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788B3E2-6C40-B1EF-C77E-FEF493C41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064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71A2D0D-9F3A-7828-B7A7-98CDD4B8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E6C606A-2CB1-273A-D7F8-A840D5A8A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13F9FD1-978F-BAB9-5950-E998D80D5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1525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205035-AE94-29A5-8BEA-8805BD7C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302CC53-AFF5-2BE9-623C-65A704949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5809719-8CAD-75B1-7434-3B3D8BBB7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4747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01A3A20-7F44-DBDE-057D-02462435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BC67CE2-2E07-6701-E6AD-678A5B607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5DEA58C-3DDC-2C14-EE7C-14C54CC50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5975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D6A3A87-5F82-114F-2F00-89AE02D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7C4CE0C-B762-7F8E-6AB5-8D768FDB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0DCF9BE-C5C3-27A6-C5C5-1EC3BC878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9831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mericano78@gmail.com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mailto:americano78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56904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전문가추천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89748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02620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전문가추천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C21CE9-C27E-6FB6-9539-240938E2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05950D8-8219-084C-CAB2-DDAC2025F39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41C0133-77F5-1EF5-4485-C9E3BE8AE12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BC77664-6C7E-A99A-E300-BFC00A01F77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974AA508-F8B2-82A3-3D07-D5E4B5241124}"/>
              </a:ext>
            </a:extLst>
          </p:cNvPr>
          <p:cNvGraphicFramePr/>
          <p:nvPr/>
        </p:nvGraphicFramePr>
        <p:xfrm>
          <a:off x="9655174" y="276226"/>
          <a:ext cx="2532687" cy="506395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조회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필터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 선택영역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 선택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경기도내 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동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주소 기준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 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추천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＇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등재 요청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＇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하이코칭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전체 전문가 목록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 까지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DB3B7C-48B4-B159-E3F2-762C10C91C2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46A4E-DD2E-8EB4-0432-8025DB883D5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36E87-FA87-733E-0478-0D075C01DE4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8207-E68E-77AA-A983-48B7BF8350D5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DB294C-09E1-C16D-59F6-149DE35C2BB6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B165F5F2-4BA8-D384-F41D-C2233C008FB8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CAAE6B0-D6D7-2061-2D4A-220AA491AAA5}"/>
              </a:ext>
            </a:extLst>
          </p:cNvPr>
          <p:cNvGrpSpPr/>
          <p:nvPr/>
        </p:nvGrpSpPr>
        <p:grpSpPr>
          <a:xfrm>
            <a:off x="1558925" y="1716918"/>
            <a:ext cx="1500799" cy="1567229"/>
            <a:chOff x="1914523" y="1141046"/>
            <a:chExt cx="1500799" cy="156722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F24627-0E8A-4D18-BCDC-08D9B1B7DE83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F345DCF-C56D-6237-13FB-6403192D1A66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83A7003-6241-23A3-63B1-EEACA42738C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4B6F79FD-2894-6B7F-A9B6-6760550902C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C3293077-03E7-9D73-1C0D-AF154A59B7D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AF296923-14F8-B66A-EF72-F952C9DC5F7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257B22-AAFA-D420-8422-6FA21B541C0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403F53-29D7-1A3B-CFC8-75E7D17DA434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6" name="그래픽 15" descr="표식">
              <a:extLst>
                <a:ext uri="{FF2B5EF4-FFF2-40B4-BE49-F238E27FC236}">
                  <a16:creationId xmlns:a16="http://schemas.microsoft.com/office/drawing/2014/main" id="{C4B2C579-5600-2069-B5C4-3913CFA32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8C7E123-E1D2-5F92-21B2-34B683488425}"/>
              </a:ext>
            </a:extLst>
          </p:cNvPr>
          <p:cNvGrpSpPr/>
          <p:nvPr/>
        </p:nvGrpSpPr>
        <p:grpSpPr>
          <a:xfrm>
            <a:off x="3176708" y="1716918"/>
            <a:ext cx="1500799" cy="1567229"/>
            <a:chOff x="1914523" y="1141046"/>
            <a:chExt cx="1500799" cy="156722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09337C1-41A9-5D49-BA30-B5DD0814BCB7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D3ED73D-19E8-BB2A-3E1B-C3CC6724050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70A36697-4ED8-C8C6-3028-4C79C1B6D434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8A25641A-0396-C591-EB2B-AE9EB191ECA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47AB7CFE-8105-1216-531B-C1F06876DE1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7C3AA608-0BF7-43DD-14B6-CE9CCB257B5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CA648E-9576-F394-E15B-FF262F98C9F6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32638-373F-F98A-2CBC-19D2D78CD2A4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3" name="그래픽 22" descr="표식">
              <a:extLst>
                <a:ext uri="{FF2B5EF4-FFF2-40B4-BE49-F238E27FC236}">
                  <a16:creationId xmlns:a16="http://schemas.microsoft.com/office/drawing/2014/main" id="{76FE00C7-325A-930A-A47D-91C71E3D4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92FE2F9-4BD3-6E72-77E3-AE45C590B6B0}"/>
              </a:ext>
            </a:extLst>
          </p:cNvPr>
          <p:cNvGrpSpPr/>
          <p:nvPr/>
        </p:nvGrpSpPr>
        <p:grpSpPr>
          <a:xfrm>
            <a:off x="4786676" y="1716917"/>
            <a:ext cx="1500799" cy="1567229"/>
            <a:chOff x="1914523" y="1141046"/>
            <a:chExt cx="1500799" cy="156722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56520CF-8A19-7A78-0389-2BF174EE71AF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6FE1F9B3-E648-EC56-F21D-FBF5A7E40AF2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8E466E72-5C56-7EF7-C757-CE52A19A058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45BD855B-3C4F-B604-91F0-BFAE5C92B6C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9DB7E985-8336-1641-90A2-A5E153F2ED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75CCC4CD-6EA0-478A-F764-0C434B0C115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45E6E9-CAD8-8CDB-E03F-C11DA57766D1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33FC09-6961-B086-9420-B2C1184E7DD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33" name="그래픽 32" descr="표식">
              <a:extLst>
                <a:ext uri="{FF2B5EF4-FFF2-40B4-BE49-F238E27FC236}">
                  <a16:creationId xmlns:a16="http://schemas.microsoft.com/office/drawing/2014/main" id="{01DCD574-B0F2-BE5B-FB39-D709EEA8F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EA30A8F-7F91-57C0-DE9E-3E3321AB1F88}"/>
              </a:ext>
            </a:extLst>
          </p:cNvPr>
          <p:cNvGrpSpPr/>
          <p:nvPr/>
        </p:nvGrpSpPr>
        <p:grpSpPr>
          <a:xfrm>
            <a:off x="6402261" y="1716919"/>
            <a:ext cx="1500799" cy="1567229"/>
            <a:chOff x="1914523" y="1141046"/>
            <a:chExt cx="1500799" cy="156722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2AE54C6-2E28-32A0-CCCC-2335007278C3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F1C642A-0B8B-9003-48C6-17B56696843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AD79DDE5-0D55-7619-D6D4-5A89469C00F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A6FEC5E6-B215-9497-C1B2-CE0D8D64FDC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EB410A88-D5AF-1DA2-216A-6A01ACE8080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5AA2B616-911D-F209-E300-ACAC0CC2FFB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80E6BDA-8DBC-CEA2-7962-2995E60B293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DA86C0-A347-9D62-C148-60C64DFC348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44" name="그래픽 43" descr="표식">
              <a:extLst>
                <a:ext uri="{FF2B5EF4-FFF2-40B4-BE49-F238E27FC236}">
                  <a16:creationId xmlns:a16="http://schemas.microsoft.com/office/drawing/2014/main" id="{27D5D167-E50F-1A37-C199-D5F9E7E9E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0E1B56B-25CA-1616-E734-6D02B498A05D}"/>
              </a:ext>
            </a:extLst>
          </p:cNvPr>
          <p:cNvGrpSpPr/>
          <p:nvPr/>
        </p:nvGrpSpPr>
        <p:grpSpPr>
          <a:xfrm>
            <a:off x="8020044" y="1716918"/>
            <a:ext cx="1500799" cy="1567229"/>
            <a:chOff x="1914523" y="1141046"/>
            <a:chExt cx="1500799" cy="1567229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B584D41-FFD9-0B98-1051-3BAFD1397E3D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DB8DE37-60D8-0F43-5A37-24535B34CF0A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0F83B201-8C10-92F0-1FD7-62629ED68BF5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9006697B-6861-1007-720F-B23721AD8C9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F9EA2B06-D3C8-47C7-26A8-7EEB4D67ACDE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9" name="직선 연결선 58">
                  <a:extLst>
                    <a:ext uri="{FF2B5EF4-FFF2-40B4-BE49-F238E27FC236}">
                      <a16:creationId xmlns:a16="http://schemas.microsoft.com/office/drawing/2014/main" id="{494C2AFF-3C6B-74D8-4CE7-21D4020CE52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5080CDF-4649-94AA-63B4-16F19376BDA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52CE581-9DC5-4628-CF5F-D3C2D28DBB87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54" name="그래픽 53" descr="표식">
              <a:extLst>
                <a:ext uri="{FF2B5EF4-FFF2-40B4-BE49-F238E27FC236}">
                  <a16:creationId xmlns:a16="http://schemas.microsoft.com/office/drawing/2014/main" id="{9E8CB528-E880-0E75-3A47-3CCE6C102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2E1F349-3F98-79A0-6F22-3C5E5B1D956D}"/>
              </a:ext>
            </a:extLst>
          </p:cNvPr>
          <p:cNvSpPr txBox="1"/>
          <p:nvPr/>
        </p:nvSpPr>
        <p:spPr>
          <a:xfrm>
            <a:off x="1487489" y="1393212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추천 전문가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8178C13-AD5E-A1A2-22C1-1123445B05B6}"/>
              </a:ext>
            </a:extLst>
          </p:cNvPr>
          <p:cNvGrpSpPr/>
          <p:nvPr/>
        </p:nvGrpSpPr>
        <p:grpSpPr>
          <a:xfrm>
            <a:off x="1558925" y="3913044"/>
            <a:ext cx="1500799" cy="1567229"/>
            <a:chOff x="1914523" y="1141046"/>
            <a:chExt cx="1500799" cy="1567229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63DD1A7-75C8-3D09-2663-C09CEBF87987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662747E-767A-6B07-4AD5-B1BBE2469D8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3A0B4C2B-B5FD-68C2-C1F1-3996AA4A4AB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2D74A2D5-7A82-1972-BBF9-4F35D32BD71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4" name="직선 연결선 103">
                  <a:extLst>
                    <a:ext uri="{FF2B5EF4-FFF2-40B4-BE49-F238E27FC236}">
                      <a16:creationId xmlns:a16="http://schemas.microsoft.com/office/drawing/2014/main" id="{61B1004A-AB44-8A35-3BC7-C564182A739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5" name="직선 연결선 104">
                  <a:extLst>
                    <a:ext uri="{FF2B5EF4-FFF2-40B4-BE49-F238E27FC236}">
                      <a16:creationId xmlns:a16="http://schemas.microsoft.com/office/drawing/2014/main" id="{37AA67A7-349C-146E-CA41-4752C7298A27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DEC44AE-3E4E-0FC6-60E8-AA005C8492E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9D4EBC4-6149-42AF-6A36-7E18BF1D192B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00" name="그래픽 99" descr="표식">
              <a:extLst>
                <a:ext uri="{FF2B5EF4-FFF2-40B4-BE49-F238E27FC236}">
                  <a16:creationId xmlns:a16="http://schemas.microsoft.com/office/drawing/2014/main" id="{F871F1C7-A421-7A8C-AE37-EAB306B61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788FFDE-BC87-4D11-0847-00D8E8BE0B47}"/>
              </a:ext>
            </a:extLst>
          </p:cNvPr>
          <p:cNvGrpSpPr/>
          <p:nvPr/>
        </p:nvGrpSpPr>
        <p:grpSpPr>
          <a:xfrm>
            <a:off x="3176708" y="3913044"/>
            <a:ext cx="1500799" cy="1567229"/>
            <a:chOff x="1914523" y="1141046"/>
            <a:chExt cx="1500799" cy="1567229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53F8D0D-51E3-60AC-556B-CAF8CE639F3B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68D6B66-F532-39DC-7631-F23F6741E5E3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C98851B1-F9A1-E796-8F6A-750051E0A4B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BB4B5D01-4FA7-1623-2829-FBAAA29AC2E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2163FAAC-48F5-8490-6467-87C120F2178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D23FA996-74FB-D803-81B6-5CDB4AAAEAA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15F2FE1-97E1-8BD0-5B56-1F81E749112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2C65F54-6DAA-42C6-C809-3377716AEE92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13" name="그래픽 112" descr="표식">
              <a:extLst>
                <a:ext uri="{FF2B5EF4-FFF2-40B4-BE49-F238E27FC236}">
                  <a16:creationId xmlns:a16="http://schemas.microsoft.com/office/drawing/2014/main" id="{668302B8-03FD-247D-43BD-0246CA35D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995D42E-E559-B5F4-D63C-BB316FA6A0A8}"/>
              </a:ext>
            </a:extLst>
          </p:cNvPr>
          <p:cNvGrpSpPr/>
          <p:nvPr/>
        </p:nvGrpSpPr>
        <p:grpSpPr>
          <a:xfrm>
            <a:off x="4786676" y="3913043"/>
            <a:ext cx="1500799" cy="1567229"/>
            <a:chOff x="1914523" y="1141046"/>
            <a:chExt cx="1500799" cy="1567229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772CF3DF-3E0C-D9A3-D42C-20960FBFB272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9F69AE7C-AEAC-C6C3-9A5F-88FF7ABE17E7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B2C28C15-2DFA-C9DD-286D-725B127AFED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F2E80B9D-6750-D59D-8BC4-A63E18E35AE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89ED4159-2174-DC08-4FFB-C872EEBF1E6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D503DE70-474B-176A-B599-23172B9D34B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0527D59-29CF-3A91-72B5-91C1DE0A7A9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864368B-69B9-248F-D45D-7BC0CEC05DE1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23" name="그래픽 122" descr="표식">
              <a:extLst>
                <a:ext uri="{FF2B5EF4-FFF2-40B4-BE49-F238E27FC236}">
                  <a16:creationId xmlns:a16="http://schemas.microsoft.com/office/drawing/2014/main" id="{B316E5B4-B397-2C5A-E0A8-BB534F66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77752D0-3501-8E17-7C49-85CE78515EE2}"/>
              </a:ext>
            </a:extLst>
          </p:cNvPr>
          <p:cNvGrpSpPr/>
          <p:nvPr/>
        </p:nvGrpSpPr>
        <p:grpSpPr>
          <a:xfrm>
            <a:off x="6402261" y="3913045"/>
            <a:ext cx="1500799" cy="1567229"/>
            <a:chOff x="1914523" y="1141046"/>
            <a:chExt cx="1500799" cy="1567229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35924E0-3A37-A3D8-B0DF-B68C467A1534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D93C4F27-652C-D01D-AA11-F1782F312B2C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187CE4E0-1237-4CE7-913E-CF78A4737104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3B7CC27-2134-1A60-D54F-D9D39B49AA9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37" name="직선 연결선 136">
                  <a:extLst>
                    <a:ext uri="{FF2B5EF4-FFF2-40B4-BE49-F238E27FC236}">
                      <a16:creationId xmlns:a16="http://schemas.microsoft.com/office/drawing/2014/main" id="{487D4BFE-45A5-E4DE-0861-AA3F2BC595F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8" name="직선 연결선 137">
                  <a:extLst>
                    <a:ext uri="{FF2B5EF4-FFF2-40B4-BE49-F238E27FC236}">
                      <a16:creationId xmlns:a16="http://schemas.microsoft.com/office/drawing/2014/main" id="{9A21C248-0E75-FC75-AADB-853B038227C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BDAA115-674B-5DE8-4FA1-00660E6148C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8887F35-4773-FCC5-6FC0-C8EEDE0E44C7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33" name="그래픽 132" descr="표식">
              <a:extLst>
                <a:ext uri="{FF2B5EF4-FFF2-40B4-BE49-F238E27FC236}">
                  <a16:creationId xmlns:a16="http://schemas.microsoft.com/office/drawing/2014/main" id="{264A7636-3E5B-77E5-635B-CAE6D0384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561AB04B-095A-4F3A-770B-A383EBEAE24A}"/>
              </a:ext>
            </a:extLst>
          </p:cNvPr>
          <p:cNvGrpSpPr/>
          <p:nvPr/>
        </p:nvGrpSpPr>
        <p:grpSpPr>
          <a:xfrm>
            <a:off x="8020044" y="3913044"/>
            <a:ext cx="1500799" cy="1567229"/>
            <a:chOff x="1914523" y="1141046"/>
            <a:chExt cx="1500799" cy="1567229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AC43D559-9353-0DAE-4376-7284E87930D1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A7C7009-0459-A4BE-50D7-596874D72CA8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241AE533-00FF-9A4D-EAA8-9980668085E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46" name="직사각형 145">
                  <a:extLst>
                    <a:ext uri="{FF2B5EF4-FFF2-40B4-BE49-F238E27FC236}">
                      <a16:creationId xmlns:a16="http://schemas.microsoft.com/office/drawing/2014/main" id="{7BDAB26F-6A79-4F8E-C348-3A52D4A687D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E8D14C0A-C5AD-B547-90EF-16D2E7264BB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2ED8287E-64F7-88D9-A890-FBF43506C35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30DC536-6075-CF1D-6E95-B7A3FA3EB42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547271D-6313-CA7D-8DCA-630B959AFFB5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43" name="그래픽 142" descr="표식">
              <a:extLst>
                <a:ext uri="{FF2B5EF4-FFF2-40B4-BE49-F238E27FC236}">
                  <a16:creationId xmlns:a16="http://schemas.microsoft.com/office/drawing/2014/main" id="{835D7C14-1203-5FED-50E8-F062B896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FEB7C9E-6A9E-9CF5-8407-BCA6950A17B3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BD9D6F-C078-BDB2-9E3E-16BB317B1D03}"/>
              </a:ext>
            </a:extLst>
          </p:cNvPr>
          <p:cNvGrpSpPr/>
          <p:nvPr/>
        </p:nvGrpSpPr>
        <p:grpSpPr>
          <a:xfrm>
            <a:off x="3143315" y="974703"/>
            <a:ext cx="2617218" cy="263699"/>
            <a:chOff x="1678840" y="951989"/>
            <a:chExt cx="2617218" cy="26369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19F587C-919E-89ED-800E-7F6A91127594}"/>
                </a:ext>
              </a:extLst>
            </p:cNvPr>
            <p:cNvSpPr txBox="1"/>
            <p:nvPr/>
          </p:nvSpPr>
          <p:spPr>
            <a:xfrm>
              <a:off x="1678840" y="969467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지역</a:t>
              </a:r>
              <a:endParaRPr lang="en-US" altLang="ko-KR" sz="1200" b="1" dirty="0"/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AD570C8B-58AD-4596-0FD6-CAF92B64D284}"/>
                </a:ext>
              </a:extLst>
            </p:cNvPr>
            <p:cNvGrpSpPr/>
            <p:nvPr/>
          </p:nvGrpSpPr>
          <p:grpSpPr>
            <a:xfrm>
              <a:off x="2126471" y="951989"/>
              <a:ext cx="1059173" cy="259239"/>
              <a:chOff x="4011039" y="2211857"/>
              <a:chExt cx="1059173" cy="259239"/>
            </a:xfrm>
          </p:grpSpPr>
          <p:sp>
            <p:nvSpPr>
              <p:cNvPr id="157" name="Input">
                <a:extLst>
                  <a:ext uri="{FF2B5EF4-FFF2-40B4-BE49-F238E27FC236}">
                    <a16:creationId xmlns:a16="http://schemas.microsoft.com/office/drawing/2014/main" id="{1F5E8920-3B47-E7A2-E801-EDBB107E4BD7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8" name="Chevron Right">
                <a:extLst>
                  <a:ext uri="{FF2B5EF4-FFF2-40B4-BE49-F238E27FC236}">
                    <a16:creationId xmlns:a16="http://schemas.microsoft.com/office/drawing/2014/main" id="{A9EBA2BC-7A51-8DE2-507F-601510928C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AF76ED58-7E55-48DF-307F-9E65373B5FCF}"/>
                </a:ext>
              </a:extLst>
            </p:cNvPr>
            <p:cNvGrpSpPr/>
            <p:nvPr/>
          </p:nvGrpSpPr>
          <p:grpSpPr>
            <a:xfrm>
              <a:off x="3236885" y="951989"/>
              <a:ext cx="1059173" cy="259239"/>
              <a:chOff x="4011039" y="2211857"/>
              <a:chExt cx="1059173" cy="259239"/>
            </a:xfrm>
          </p:grpSpPr>
          <p:sp>
            <p:nvSpPr>
              <p:cNvPr id="160" name="Input">
                <a:extLst>
                  <a:ext uri="{FF2B5EF4-FFF2-40B4-BE49-F238E27FC236}">
                    <a16:creationId xmlns:a16="http://schemas.microsoft.com/office/drawing/2014/main" id="{A4F7944F-5BCC-7BEA-84F1-1ED2B2959079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1" name="Chevron Right">
                <a:extLst>
                  <a:ext uri="{FF2B5EF4-FFF2-40B4-BE49-F238E27FC236}">
                    <a16:creationId xmlns:a16="http://schemas.microsoft.com/office/drawing/2014/main" id="{0C21CDE2-A78D-C3D1-16AF-1C77A52D7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16AA6A-8AB4-86FF-5FD4-BAD9F2A067C4}"/>
              </a:ext>
            </a:extLst>
          </p:cNvPr>
          <p:cNvGrpSpPr/>
          <p:nvPr/>
        </p:nvGrpSpPr>
        <p:grpSpPr>
          <a:xfrm>
            <a:off x="1561871" y="976642"/>
            <a:ext cx="1506804" cy="261442"/>
            <a:chOff x="4555166" y="945382"/>
            <a:chExt cx="1506804" cy="261442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C630A42-3CA0-5B42-D4BB-6CDD6C25DE84}"/>
                </a:ext>
              </a:extLst>
            </p:cNvPr>
            <p:cNvSpPr txBox="1"/>
            <p:nvPr/>
          </p:nvSpPr>
          <p:spPr>
            <a:xfrm>
              <a:off x="4555166" y="960603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분야</a:t>
              </a:r>
              <a:endParaRPr lang="en-US" altLang="ko-KR" sz="1200" b="1" dirty="0"/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1EA85994-F80D-B37D-1F1A-B2F55D5021F0}"/>
                </a:ext>
              </a:extLst>
            </p:cNvPr>
            <p:cNvGrpSpPr/>
            <p:nvPr/>
          </p:nvGrpSpPr>
          <p:grpSpPr>
            <a:xfrm>
              <a:off x="5002797" y="945382"/>
              <a:ext cx="1059173" cy="259239"/>
              <a:chOff x="4011039" y="2211857"/>
              <a:chExt cx="1059173" cy="259239"/>
            </a:xfrm>
          </p:grpSpPr>
          <p:sp>
            <p:nvSpPr>
              <p:cNvPr id="163" name="Input">
                <a:extLst>
                  <a:ext uri="{FF2B5EF4-FFF2-40B4-BE49-F238E27FC236}">
                    <a16:creationId xmlns:a16="http://schemas.microsoft.com/office/drawing/2014/main" id="{17CD5D2A-E595-8489-0775-982D8420A683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Chevron Right">
                <a:extLst>
                  <a:ext uri="{FF2B5EF4-FFF2-40B4-BE49-F238E27FC236}">
                    <a16:creationId xmlns:a16="http://schemas.microsoft.com/office/drawing/2014/main" id="{1BF43D54-EEEC-4EE3-C47A-1DB96F43B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19FDECDA-7163-161B-6342-C1B22AE30A39}"/>
              </a:ext>
            </a:extLst>
          </p:cNvPr>
          <p:cNvGrpSpPr/>
          <p:nvPr/>
        </p:nvGrpSpPr>
        <p:grpSpPr>
          <a:xfrm>
            <a:off x="5820911" y="969383"/>
            <a:ext cx="1498989" cy="259239"/>
            <a:chOff x="4562981" y="1236503"/>
            <a:chExt cx="1498989" cy="259239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4DD99AF-D0D4-4C8C-E87D-7B6F36F8CB4D}"/>
                </a:ext>
              </a:extLst>
            </p:cNvPr>
            <p:cNvSpPr txBox="1"/>
            <p:nvPr/>
          </p:nvSpPr>
          <p:spPr>
            <a:xfrm>
              <a:off x="4562981" y="1241891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성별</a:t>
              </a:r>
              <a:endParaRPr lang="en-US" altLang="ko-KR" sz="1200" b="1" dirty="0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524076B6-8E8C-B629-D16C-6255D07A2504}"/>
                </a:ext>
              </a:extLst>
            </p:cNvPr>
            <p:cNvGrpSpPr/>
            <p:nvPr/>
          </p:nvGrpSpPr>
          <p:grpSpPr>
            <a:xfrm>
              <a:off x="5002797" y="1236503"/>
              <a:ext cx="1059173" cy="259239"/>
              <a:chOff x="4011039" y="2211857"/>
              <a:chExt cx="1059173" cy="259239"/>
            </a:xfrm>
          </p:grpSpPr>
          <p:sp>
            <p:nvSpPr>
              <p:cNvPr id="166" name="Input">
                <a:extLst>
                  <a:ext uri="{FF2B5EF4-FFF2-40B4-BE49-F238E27FC236}">
                    <a16:creationId xmlns:a16="http://schemas.microsoft.com/office/drawing/2014/main" id="{040307B5-8D07-17AC-B1D1-2BDF80025F90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무관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7" name="Chevron Right">
                <a:extLst>
                  <a:ext uri="{FF2B5EF4-FFF2-40B4-BE49-F238E27FC236}">
                    <a16:creationId xmlns:a16="http://schemas.microsoft.com/office/drawing/2014/main" id="{E8ABA369-49A5-6206-5A46-5B463B6AC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4EC85D22-9127-38E8-5BD4-D06E0EAC9F56}"/>
              </a:ext>
            </a:extLst>
          </p:cNvPr>
          <p:cNvGrpSpPr/>
          <p:nvPr/>
        </p:nvGrpSpPr>
        <p:grpSpPr>
          <a:xfrm>
            <a:off x="1555479" y="3413079"/>
            <a:ext cx="7956000" cy="308244"/>
            <a:chOff x="1409337" y="3497166"/>
            <a:chExt cx="7452000" cy="308244"/>
          </a:xfrm>
        </p:grpSpPr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331CB4B3-9AC2-ADB9-A9B0-9BC80B4D73BB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사각형: 둥근 모서리 297">
              <a:extLst>
                <a:ext uri="{FF2B5EF4-FFF2-40B4-BE49-F238E27FC236}">
                  <a16:creationId xmlns:a16="http://schemas.microsoft.com/office/drawing/2014/main" id="{AD74565A-C52E-810A-BF2F-888FFC317D15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D612F2B1-1D12-AC6F-CD52-9034BB283BD3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AD3F921E-50BB-E098-3650-973BA4E3A10D}"/>
              </a:ext>
            </a:extLst>
          </p:cNvPr>
          <p:cNvSpPr txBox="1"/>
          <p:nvPr/>
        </p:nvSpPr>
        <p:spPr>
          <a:xfrm>
            <a:off x="1486100" y="3639454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1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하이코칭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전문가</a:t>
            </a:r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4D5C922D-A685-358D-230B-20CBA90FDBB5}"/>
              </a:ext>
            </a:extLst>
          </p:cNvPr>
          <p:cNvGrpSpPr/>
          <p:nvPr/>
        </p:nvGrpSpPr>
        <p:grpSpPr>
          <a:xfrm>
            <a:off x="1496622" y="5549071"/>
            <a:ext cx="8091878" cy="1040505"/>
            <a:chOff x="1496622" y="5549071"/>
            <a:chExt cx="8091878" cy="1040505"/>
          </a:xfrm>
        </p:grpSpPr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BE8C79F8-22F4-AD64-D14E-10E6EA782DA8}"/>
                </a:ext>
              </a:extLst>
            </p:cNvPr>
            <p:cNvGrpSpPr/>
            <p:nvPr/>
          </p:nvGrpSpPr>
          <p:grpSpPr>
            <a:xfrm>
              <a:off x="1557376" y="5549073"/>
              <a:ext cx="1500799" cy="1015754"/>
              <a:chOff x="1914523" y="1141047"/>
              <a:chExt cx="1500799" cy="1015754"/>
            </a:xfrm>
          </p:grpSpPr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FAE1A4A2-4CE9-29D2-3FF2-7FB3A2FF6B5B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05" name="그룹 304">
                <a:extLst>
                  <a:ext uri="{FF2B5EF4-FFF2-40B4-BE49-F238E27FC236}">
                    <a16:creationId xmlns:a16="http://schemas.microsoft.com/office/drawing/2014/main" id="{DA87993F-0F84-31D1-B2B6-BA441E9A798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3C086FF-5D53-1710-B5FA-C9C5E5D5ACD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2906B3DD-2D21-402E-D287-F49A4D8914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11" name="직선 연결선 310">
                    <a:extLst>
                      <a:ext uri="{FF2B5EF4-FFF2-40B4-BE49-F238E27FC236}">
                        <a16:creationId xmlns:a16="http://schemas.microsoft.com/office/drawing/2014/main" id="{D933F721-EB92-A09B-047B-42412082BEB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12" name="직선 연결선 311">
                    <a:extLst>
                      <a:ext uri="{FF2B5EF4-FFF2-40B4-BE49-F238E27FC236}">
                        <a16:creationId xmlns:a16="http://schemas.microsoft.com/office/drawing/2014/main" id="{B0E09001-5993-B19A-E7D0-5B51BC9A2E7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1DF48192-CA87-917F-D0F4-EE548AECC020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CB3A57A5-B304-0221-92A5-E7246748169D}"/>
                </a:ext>
              </a:extLst>
            </p:cNvPr>
            <p:cNvGrpSpPr/>
            <p:nvPr/>
          </p:nvGrpSpPr>
          <p:grpSpPr>
            <a:xfrm>
              <a:off x="3175159" y="5549073"/>
              <a:ext cx="1500799" cy="1015754"/>
              <a:chOff x="1914523" y="1141047"/>
              <a:chExt cx="1500799" cy="1015754"/>
            </a:xfrm>
          </p:grpSpPr>
          <p:sp>
            <p:nvSpPr>
              <p:cNvPr id="314" name="직사각형 313">
                <a:extLst>
                  <a:ext uri="{FF2B5EF4-FFF2-40B4-BE49-F238E27FC236}">
                    <a16:creationId xmlns:a16="http://schemas.microsoft.com/office/drawing/2014/main" id="{F0205764-5240-BB6C-1C9F-BCE2CC386A08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15" name="그룹 314">
                <a:extLst>
                  <a:ext uri="{FF2B5EF4-FFF2-40B4-BE49-F238E27FC236}">
                    <a16:creationId xmlns:a16="http://schemas.microsoft.com/office/drawing/2014/main" id="{5B9B7C0C-6C54-5EE8-D4AD-DA7028790736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18" name="그룹 317">
                  <a:extLst>
                    <a:ext uri="{FF2B5EF4-FFF2-40B4-BE49-F238E27FC236}">
                      <a16:creationId xmlns:a16="http://schemas.microsoft.com/office/drawing/2014/main" id="{21D69892-ED8E-9372-9778-C313FECBCFB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20" name="직사각형 319">
                    <a:extLst>
                      <a:ext uri="{FF2B5EF4-FFF2-40B4-BE49-F238E27FC236}">
                        <a16:creationId xmlns:a16="http://schemas.microsoft.com/office/drawing/2014/main" id="{B6954F45-628A-1D79-275C-296D2BF4C6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21" name="직선 연결선 320">
                    <a:extLst>
                      <a:ext uri="{FF2B5EF4-FFF2-40B4-BE49-F238E27FC236}">
                        <a16:creationId xmlns:a16="http://schemas.microsoft.com/office/drawing/2014/main" id="{FEB18F1E-C249-37BD-9ABB-331E2CBEE01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2" name="직선 연결선 321">
                    <a:extLst>
                      <a:ext uri="{FF2B5EF4-FFF2-40B4-BE49-F238E27FC236}">
                        <a16:creationId xmlns:a16="http://schemas.microsoft.com/office/drawing/2014/main" id="{7D46CA44-54D6-689A-FB34-ED46BF7BD665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B207F631-675E-58EC-9938-4A76011592A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82354418-A1B1-B1FC-964F-AAF182793B1A}"/>
                </a:ext>
              </a:extLst>
            </p:cNvPr>
            <p:cNvGrpSpPr/>
            <p:nvPr/>
          </p:nvGrpSpPr>
          <p:grpSpPr>
            <a:xfrm>
              <a:off x="4785127" y="5549071"/>
              <a:ext cx="1500799" cy="1015755"/>
              <a:chOff x="1914523" y="1141046"/>
              <a:chExt cx="1500799" cy="1015755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398651F9-1A20-0402-3E6C-AE35D25E7AD9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01575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F04F253A-5A8B-C8D0-F834-19C9DE52B069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28" name="그룹 327">
                  <a:extLst>
                    <a:ext uri="{FF2B5EF4-FFF2-40B4-BE49-F238E27FC236}">
                      <a16:creationId xmlns:a16="http://schemas.microsoft.com/office/drawing/2014/main" id="{C7D20BB7-2474-44E4-89C4-DE132A5A921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30" name="직사각형 329">
                    <a:extLst>
                      <a:ext uri="{FF2B5EF4-FFF2-40B4-BE49-F238E27FC236}">
                        <a16:creationId xmlns:a16="http://schemas.microsoft.com/office/drawing/2014/main" id="{7F9676A7-2840-A627-A1A7-18118FBB7C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31" name="직선 연결선 330">
                    <a:extLst>
                      <a:ext uri="{FF2B5EF4-FFF2-40B4-BE49-F238E27FC236}">
                        <a16:creationId xmlns:a16="http://schemas.microsoft.com/office/drawing/2014/main" id="{A093F3F0-D78B-29F3-1E8E-49316851E6C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2" name="직선 연결선 331">
                    <a:extLst>
                      <a:ext uri="{FF2B5EF4-FFF2-40B4-BE49-F238E27FC236}">
                        <a16:creationId xmlns:a16="http://schemas.microsoft.com/office/drawing/2014/main" id="{8B117CD4-9F9F-0AE4-1CB3-32BEAF3B5F2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F198C605-915A-540E-D69F-8D0BF773BCE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EDA96140-1CA1-977D-BAAF-63D1ABD09B95}"/>
                </a:ext>
              </a:extLst>
            </p:cNvPr>
            <p:cNvGrpSpPr/>
            <p:nvPr/>
          </p:nvGrpSpPr>
          <p:grpSpPr>
            <a:xfrm>
              <a:off x="6400712" y="5549073"/>
              <a:ext cx="1500799" cy="1015753"/>
              <a:chOff x="1914523" y="1141046"/>
              <a:chExt cx="1500799" cy="1015753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E48EC48-3BE5-1AAC-D6DC-65DE8EAB9394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01575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35" name="그룹 334">
                <a:extLst>
                  <a:ext uri="{FF2B5EF4-FFF2-40B4-BE49-F238E27FC236}">
                    <a16:creationId xmlns:a16="http://schemas.microsoft.com/office/drawing/2014/main" id="{802955AA-71BB-0834-1841-354C062D6D35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38" name="그룹 337">
                  <a:extLst>
                    <a:ext uri="{FF2B5EF4-FFF2-40B4-BE49-F238E27FC236}">
                      <a16:creationId xmlns:a16="http://schemas.microsoft.com/office/drawing/2014/main" id="{47DAA6AB-0F73-C664-724F-7C62A2A63DE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40" name="직사각형 339">
                    <a:extLst>
                      <a:ext uri="{FF2B5EF4-FFF2-40B4-BE49-F238E27FC236}">
                        <a16:creationId xmlns:a16="http://schemas.microsoft.com/office/drawing/2014/main" id="{B4409C6A-453E-AE84-9DF2-0CFEB86DBAE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41" name="직선 연결선 340">
                    <a:extLst>
                      <a:ext uri="{FF2B5EF4-FFF2-40B4-BE49-F238E27FC236}">
                        <a16:creationId xmlns:a16="http://schemas.microsoft.com/office/drawing/2014/main" id="{8C566A1A-5F88-4B11-6193-248CF26E7D4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2" name="직선 연결선 341">
                    <a:extLst>
                      <a:ext uri="{FF2B5EF4-FFF2-40B4-BE49-F238E27FC236}">
                        <a16:creationId xmlns:a16="http://schemas.microsoft.com/office/drawing/2014/main" id="{C1F14CC0-B9B2-CAE2-3FCB-6EFF27467371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02B8C3CB-68C2-B4E7-0EC8-14D692C8434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E4B047F8-4442-1CA9-BF9B-0783F2DDF505}"/>
                </a:ext>
              </a:extLst>
            </p:cNvPr>
            <p:cNvGrpSpPr/>
            <p:nvPr/>
          </p:nvGrpSpPr>
          <p:grpSpPr>
            <a:xfrm>
              <a:off x="8018495" y="5549073"/>
              <a:ext cx="1500799" cy="1015754"/>
              <a:chOff x="1914523" y="1141047"/>
              <a:chExt cx="1500799" cy="1015754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CC8C99C2-62ED-1EE0-C809-5F077C1670EA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45" name="그룹 344">
                <a:extLst>
                  <a:ext uri="{FF2B5EF4-FFF2-40B4-BE49-F238E27FC236}">
                    <a16:creationId xmlns:a16="http://schemas.microsoft.com/office/drawing/2014/main" id="{52C32307-4B76-E7C7-AE9B-3673018A74F1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48" name="그룹 347">
                  <a:extLst>
                    <a:ext uri="{FF2B5EF4-FFF2-40B4-BE49-F238E27FC236}">
                      <a16:creationId xmlns:a16="http://schemas.microsoft.com/office/drawing/2014/main" id="{01810784-1A8A-B403-A45D-1B1BFD1A4B9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50" name="직사각형 349">
                    <a:extLst>
                      <a:ext uri="{FF2B5EF4-FFF2-40B4-BE49-F238E27FC236}">
                        <a16:creationId xmlns:a16="http://schemas.microsoft.com/office/drawing/2014/main" id="{D43654A7-9AF5-3D9B-2812-B945900D86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51" name="직선 연결선 350">
                    <a:extLst>
                      <a:ext uri="{FF2B5EF4-FFF2-40B4-BE49-F238E27FC236}">
                        <a16:creationId xmlns:a16="http://schemas.microsoft.com/office/drawing/2014/main" id="{63B2F655-4AF9-DB21-5181-AE8865664E3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2" name="직선 연결선 351">
                    <a:extLst>
                      <a:ext uri="{FF2B5EF4-FFF2-40B4-BE49-F238E27FC236}">
                        <a16:creationId xmlns:a16="http://schemas.microsoft.com/office/drawing/2014/main" id="{4EADBCA3-9C04-A646-13D0-901115F716C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8B43BB28-18DD-B7CB-B870-9F1B73B82956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39900D01-586B-DE89-7253-A5A1B0628B06}"/>
                </a:ext>
              </a:extLst>
            </p:cNvPr>
            <p:cNvSpPr/>
            <p:nvPr/>
          </p:nvSpPr>
          <p:spPr>
            <a:xfrm>
              <a:off x="1496622" y="6511534"/>
              <a:ext cx="8091878" cy="780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59CB4FCB-DAA9-33D2-CA30-25087E0FB218}"/>
              </a:ext>
            </a:extLst>
          </p:cNvPr>
          <p:cNvSpPr/>
          <p:nvPr/>
        </p:nvSpPr>
        <p:spPr>
          <a:xfrm>
            <a:off x="8247759" y="1381226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전문가 등재 요청</a:t>
            </a:r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204F3D96-7066-D016-B45C-D6BB0A97C116}"/>
              </a:ext>
            </a:extLst>
          </p:cNvPr>
          <p:cNvSpPr/>
          <p:nvPr/>
        </p:nvSpPr>
        <p:spPr>
          <a:xfrm>
            <a:off x="1500733" y="83318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6405252C-09BB-A95E-78A0-E16DD01272C6}"/>
              </a:ext>
            </a:extLst>
          </p:cNvPr>
          <p:cNvSpPr/>
          <p:nvPr/>
        </p:nvSpPr>
        <p:spPr>
          <a:xfrm>
            <a:off x="1510109" y="13629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1C20085A-D2A8-F4AA-D3C2-83A07C3056D8}"/>
              </a:ext>
            </a:extLst>
          </p:cNvPr>
          <p:cNvSpPr/>
          <p:nvPr/>
        </p:nvSpPr>
        <p:spPr>
          <a:xfrm>
            <a:off x="1500732" y="16892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6C3C89F9-B1D3-E05D-62D5-783E5B14FB8A}"/>
              </a:ext>
            </a:extLst>
          </p:cNvPr>
          <p:cNvSpPr/>
          <p:nvPr/>
        </p:nvSpPr>
        <p:spPr>
          <a:xfrm>
            <a:off x="8091219" y="13812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E05BE88E-1921-480D-D0DC-A609802EA214}"/>
              </a:ext>
            </a:extLst>
          </p:cNvPr>
          <p:cNvSpPr/>
          <p:nvPr/>
        </p:nvSpPr>
        <p:spPr>
          <a:xfrm>
            <a:off x="1908808" y="9220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5C8F685C-3E13-E974-AF32-2D8BF2FF8D3A}"/>
              </a:ext>
            </a:extLst>
          </p:cNvPr>
          <p:cNvSpPr/>
          <p:nvPr/>
        </p:nvSpPr>
        <p:spPr>
          <a:xfrm>
            <a:off x="3541598" y="9220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C5644C97-7EDB-B805-C536-5D94EFD0E949}"/>
              </a:ext>
            </a:extLst>
          </p:cNvPr>
          <p:cNvSpPr/>
          <p:nvPr/>
        </p:nvSpPr>
        <p:spPr>
          <a:xfrm>
            <a:off x="6149713" y="9056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5B1EC00D-CF05-CC01-A311-BAFBCFCF3B9C}"/>
              </a:ext>
            </a:extLst>
          </p:cNvPr>
          <p:cNvSpPr/>
          <p:nvPr/>
        </p:nvSpPr>
        <p:spPr>
          <a:xfrm>
            <a:off x="1510109" y="360167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816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234910-DAE3-0687-6DD0-F73C8988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87031D0-F9AB-4EB9-D18F-7A234437B2F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FFAD483-1511-6B4D-634F-CFC830E5456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C080553-AECA-A4A3-E466-B2D809140B0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5CD27CA-3923-EE0D-7F67-0B9A76B58B24}"/>
              </a:ext>
            </a:extLst>
          </p:cNvPr>
          <p:cNvGraphicFramePr/>
          <p:nvPr/>
        </p:nvGraphicFramePr>
        <p:xfrm>
          <a:off x="9655174" y="276226"/>
          <a:ext cx="2532687" cy="392812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1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808575"/>
                  </a:ext>
                </a:extLst>
              </a:tr>
              <a:tr h="279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1100" b="0" i="0" u="none" strike="noStrike" cap="non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21120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058008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8406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0999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670C2DD7-72D4-6A9D-F897-DEFF77E35990}"/>
              </a:ext>
            </a:extLst>
          </p:cNvPr>
          <p:cNvGrpSpPr/>
          <p:nvPr/>
        </p:nvGrpSpPr>
        <p:grpSpPr>
          <a:xfrm>
            <a:off x="1496622" y="446789"/>
            <a:ext cx="8091878" cy="711572"/>
            <a:chOff x="1496622" y="4768702"/>
            <a:chExt cx="8091878" cy="71157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B437B42-DDA7-8F4E-E5E7-17819049F6E5}"/>
                </a:ext>
              </a:extLst>
            </p:cNvPr>
            <p:cNvSpPr/>
            <p:nvPr/>
          </p:nvSpPr>
          <p:spPr>
            <a:xfrm>
              <a:off x="1558925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ACD6EE-01DA-EA58-4E73-7CE83435EC12}"/>
                </a:ext>
              </a:extLst>
            </p:cNvPr>
            <p:cNvSpPr txBox="1"/>
            <p:nvPr/>
          </p:nvSpPr>
          <p:spPr>
            <a:xfrm>
              <a:off x="1651289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7" name="그래픽 16" descr="표식">
              <a:extLst>
                <a:ext uri="{FF2B5EF4-FFF2-40B4-BE49-F238E27FC236}">
                  <a16:creationId xmlns:a16="http://schemas.microsoft.com/office/drawing/2014/main" id="{A9A87E07-745E-2D07-32FD-BF47CA463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7200" y="5228877"/>
              <a:ext cx="184722" cy="184722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C97CC10-4E89-F159-1526-312FBCFB7DE8}"/>
                </a:ext>
              </a:extLst>
            </p:cNvPr>
            <p:cNvSpPr/>
            <p:nvPr/>
          </p:nvSpPr>
          <p:spPr>
            <a:xfrm>
              <a:off x="3176708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E85D45-F030-4E29-79A7-1E38A2DC32A6}"/>
                </a:ext>
              </a:extLst>
            </p:cNvPr>
            <p:cNvSpPr txBox="1"/>
            <p:nvPr/>
          </p:nvSpPr>
          <p:spPr>
            <a:xfrm>
              <a:off x="3269072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52" name="그래픽 51" descr="표식">
              <a:extLst>
                <a:ext uri="{FF2B5EF4-FFF2-40B4-BE49-F238E27FC236}">
                  <a16:creationId xmlns:a16="http://schemas.microsoft.com/office/drawing/2014/main" id="{929B60CE-F897-6036-14BE-8A5527C94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4983" y="5228877"/>
              <a:ext cx="184722" cy="184722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566C77A-9593-2C70-C480-C944737F73C0}"/>
                </a:ext>
              </a:extLst>
            </p:cNvPr>
            <p:cNvSpPr/>
            <p:nvPr/>
          </p:nvSpPr>
          <p:spPr>
            <a:xfrm>
              <a:off x="4786676" y="4821867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A7B61C-FE4F-1EBD-F360-6CFC83636218}"/>
                </a:ext>
              </a:extLst>
            </p:cNvPr>
            <p:cNvSpPr txBox="1"/>
            <p:nvPr/>
          </p:nvSpPr>
          <p:spPr>
            <a:xfrm>
              <a:off x="4879040" y="4831112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62" name="그래픽 61" descr="표식">
              <a:extLst>
                <a:ext uri="{FF2B5EF4-FFF2-40B4-BE49-F238E27FC236}">
                  <a16:creationId xmlns:a16="http://schemas.microsoft.com/office/drawing/2014/main" id="{6C2C688E-6C2F-194D-319E-B85C0BD5D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74951" y="5228876"/>
              <a:ext cx="184722" cy="184722"/>
            </a:xfrm>
            <a:prstGeom prst="rect">
              <a:avLst/>
            </a:prstGeom>
          </p:spPr>
        </p:pic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708DF98-350A-1F66-559C-431035F17F0F}"/>
                </a:ext>
              </a:extLst>
            </p:cNvPr>
            <p:cNvSpPr/>
            <p:nvPr/>
          </p:nvSpPr>
          <p:spPr>
            <a:xfrm>
              <a:off x="6402261" y="4821869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AD711C4-E4E9-CD77-2C44-1718B0EDCCFC}"/>
                </a:ext>
              </a:extLst>
            </p:cNvPr>
            <p:cNvSpPr txBox="1"/>
            <p:nvPr/>
          </p:nvSpPr>
          <p:spPr>
            <a:xfrm>
              <a:off x="6494625" y="4831114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05" name="그래픽 104" descr="표식">
              <a:extLst>
                <a:ext uri="{FF2B5EF4-FFF2-40B4-BE49-F238E27FC236}">
                  <a16:creationId xmlns:a16="http://schemas.microsoft.com/office/drawing/2014/main" id="{DBC8ABDC-4940-BE3C-D8AA-3E081CA8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90536" y="5228878"/>
              <a:ext cx="184722" cy="184722"/>
            </a:xfrm>
            <a:prstGeom prst="rect">
              <a:avLst/>
            </a:prstGeom>
          </p:spPr>
        </p:pic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5CF31F06-96AE-8124-EC66-EA2F5F6120D4}"/>
                </a:ext>
              </a:extLst>
            </p:cNvPr>
            <p:cNvSpPr/>
            <p:nvPr/>
          </p:nvSpPr>
          <p:spPr>
            <a:xfrm>
              <a:off x="8020044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BF2F827-9461-DCB6-032C-33F343F352D8}"/>
                </a:ext>
              </a:extLst>
            </p:cNvPr>
            <p:cNvSpPr txBox="1"/>
            <p:nvPr/>
          </p:nvSpPr>
          <p:spPr>
            <a:xfrm>
              <a:off x="8112408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18" name="그래픽 117" descr="표식">
              <a:extLst>
                <a:ext uri="{FF2B5EF4-FFF2-40B4-BE49-F238E27FC236}">
                  <a16:creationId xmlns:a16="http://schemas.microsoft.com/office/drawing/2014/main" id="{9B1B9C46-6E07-ADAD-4422-F8510031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08319" y="5228877"/>
              <a:ext cx="184722" cy="184722"/>
            </a:xfrm>
            <a:prstGeom prst="rect">
              <a:avLst/>
            </a:prstGeom>
          </p:spPr>
        </p:pic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78066DF7-1363-3CE9-7D0F-BAC7305AAC21}"/>
                </a:ext>
              </a:extLst>
            </p:cNvPr>
            <p:cNvSpPr/>
            <p:nvPr/>
          </p:nvSpPr>
          <p:spPr>
            <a:xfrm>
              <a:off x="1496622" y="4768702"/>
              <a:ext cx="8091878" cy="780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D9E07DB-72D5-FD8F-5826-961BCE1625C2}"/>
              </a:ext>
            </a:extLst>
          </p:cNvPr>
          <p:cNvGrpSpPr/>
          <p:nvPr/>
        </p:nvGrpSpPr>
        <p:grpSpPr>
          <a:xfrm>
            <a:off x="1558925" y="1224549"/>
            <a:ext cx="1500799" cy="1567229"/>
            <a:chOff x="1914523" y="1141046"/>
            <a:chExt cx="1500799" cy="1567229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F7E43D5-C8BD-D0E6-B743-06ACB1413CA8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2FABA2A7-A365-6660-810F-538FA43C2E53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4811FED6-4648-E8E1-775E-ED284CF564F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215AC58A-2BF3-6C82-EF66-2CD0400ADCA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FE338C36-EB85-BB1A-82C7-1C1F5C6A923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5" name="직선 연결선 184">
                  <a:extLst>
                    <a:ext uri="{FF2B5EF4-FFF2-40B4-BE49-F238E27FC236}">
                      <a16:creationId xmlns:a16="http://schemas.microsoft.com/office/drawing/2014/main" id="{75BD27F4-DB9E-E11A-A953-72548B0E6861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380A47A8-2A10-FFB5-D173-840ECCCEDB1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A5E1DCC-3058-7BE6-9F4C-C2E0A59464BF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80" name="그래픽 179" descr="표식">
              <a:extLst>
                <a:ext uri="{FF2B5EF4-FFF2-40B4-BE49-F238E27FC236}">
                  <a16:creationId xmlns:a16="http://schemas.microsoft.com/office/drawing/2014/main" id="{70CBA4CD-2DCC-F4FD-117F-972E5DF7C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4F45FCDD-98FE-3DAD-3D7A-A4D2AB96DDA9}"/>
              </a:ext>
            </a:extLst>
          </p:cNvPr>
          <p:cNvGrpSpPr/>
          <p:nvPr/>
        </p:nvGrpSpPr>
        <p:grpSpPr>
          <a:xfrm>
            <a:off x="3176708" y="1224549"/>
            <a:ext cx="1500799" cy="1567229"/>
            <a:chOff x="1914523" y="1141046"/>
            <a:chExt cx="1500799" cy="1567229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73F5561-AAF7-D42E-826E-CF605E84917F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F96BE2A2-8016-7967-80DC-AAF23C05BD52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D4B918DF-62AF-936D-8ECF-E129F515913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93" name="직사각형 192">
                  <a:extLst>
                    <a:ext uri="{FF2B5EF4-FFF2-40B4-BE49-F238E27FC236}">
                      <a16:creationId xmlns:a16="http://schemas.microsoft.com/office/drawing/2014/main" id="{F23B773B-949B-BDE8-6B2E-BA9F486C6C9E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B1C657FC-56E0-495D-9208-7480ABCB539C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CF804815-1212-9C51-61A9-0F5A829719D2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FC75FF-291C-1CC4-BE3F-B0860427BCB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02D5F23-FBDF-068B-11CB-143B903690F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90" name="그래픽 189" descr="표식">
              <a:extLst>
                <a:ext uri="{FF2B5EF4-FFF2-40B4-BE49-F238E27FC236}">
                  <a16:creationId xmlns:a16="http://schemas.microsoft.com/office/drawing/2014/main" id="{44EA0A57-30EE-4F7B-8344-59399FF5A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4E75AE96-2E58-7397-C247-64D41769D978}"/>
              </a:ext>
            </a:extLst>
          </p:cNvPr>
          <p:cNvGrpSpPr/>
          <p:nvPr/>
        </p:nvGrpSpPr>
        <p:grpSpPr>
          <a:xfrm>
            <a:off x="4786676" y="1224548"/>
            <a:ext cx="1500799" cy="1567229"/>
            <a:chOff x="1914523" y="1141046"/>
            <a:chExt cx="1500799" cy="1567229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5EDF6A70-61B7-6250-694C-D2BB9BB1ACE1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414A8232-93F1-D7E9-233D-3488478E6BDE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97DEE47C-55BD-F074-3797-2AC53B3134C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03" name="직사각형 202">
                  <a:extLst>
                    <a:ext uri="{FF2B5EF4-FFF2-40B4-BE49-F238E27FC236}">
                      <a16:creationId xmlns:a16="http://schemas.microsoft.com/office/drawing/2014/main" id="{371CD89D-065F-DA63-7B50-2E8473036B5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0542967E-1BFB-1DEF-48AE-DAA8D99AA584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1944CB89-279C-C8B3-327D-2FD98DB3080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7929DE24-89E3-5910-7B01-B663164FC67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6CB08CF-783C-AE6A-FF14-AFFC22D88D7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00" name="그래픽 199" descr="표식">
              <a:extLst>
                <a:ext uri="{FF2B5EF4-FFF2-40B4-BE49-F238E27FC236}">
                  <a16:creationId xmlns:a16="http://schemas.microsoft.com/office/drawing/2014/main" id="{D981EC71-ABCA-1629-C1E8-648B725DD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71F0A41A-57C2-F25D-69C5-846C7725A395}"/>
              </a:ext>
            </a:extLst>
          </p:cNvPr>
          <p:cNvGrpSpPr/>
          <p:nvPr/>
        </p:nvGrpSpPr>
        <p:grpSpPr>
          <a:xfrm>
            <a:off x="6402261" y="1224550"/>
            <a:ext cx="1500799" cy="1567229"/>
            <a:chOff x="1914523" y="1141046"/>
            <a:chExt cx="1500799" cy="1567229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A83676B2-6428-A2C1-6931-D9ED7394AB9E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8B09651A-50B5-8CDF-6B09-9230A7408C2F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9BC7C83F-6A35-677E-3BCC-0B956B8C008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3DA13D6-D831-0322-5375-6FD1C58C65E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AAE29048-A11A-F451-574C-4D1A0EECF9C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5" name="직선 연결선 214">
                  <a:extLst>
                    <a:ext uri="{FF2B5EF4-FFF2-40B4-BE49-F238E27FC236}">
                      <a16:creationId xmlns:a16="http://schemas.microsoft.com/office/drawing/2014/main" id="{B3EB921F-89C8-1498-1114-4E0A5B7AADA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A41207B9-3934-01F6-95DA-92E133BA9F1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46C0CD3-B5C8-34E7-E455-4264B0874D5E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10" name="그래픽 209" descr="표식">
              <a:extLst>
                <a:ext uri="{FF2B5EF4-FFF2-40B4-BE49-F238E27FC236}">
                  <a16:creationId xmlns:a16="http://schemas.microsoft.com/office/drawing/2014/main" id="{2DAA3687-E677-98C4-DAA9-4EA4B4DFB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FC488818-C4A9-5CF3-33A3-94B7E054E3A4}"/>
              </a:ext>
            </a:extLst>
          </p:cNvPr>
          <p:cNvGrpSpPr/>
          <p:nvPr/>
        </p:nvGrpSpPr>
        <p:grpSpPr>
          <a:xfrm>
            <a:off x="8020044" y="1224549"/>
            <a:ext cx="1500799" cy="1567229"/>
            <a:chOff x="1914523" y="1141046"/>
            <a:chExt cx="1500799" cy="1567229"/>
          </a:xfrm>
        </p:grpSpPr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7FC754BB-F4CD-BED5-DDE7-2CA6AE52755A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A338B491-7762-86CF-4C5B-1A417AF0F3CE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6170B695-8D04-51D4-0023-CA034CE7397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23" name="직사각형 222">
                  <a:extLst>
                    <a:ext uri="{FF2B5EF4-FFF2-40B4-BE49-F238E27FC236}">
                      <a16:creationId xmlns:a16="http://schemas.microsoft.com/office/drawing/2014/main" id="{C797FE05-9520-5D13-838D-83B4C3E3BF2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24" name="직선 연결선 223">
                  <a:extLst>
                    <a:ext uri="{FF2B5EF4-FFF2-40B4-BE49-F238E27FC236}">
                      <a16:creationId xmlns:a16="http://schemas.microsoft.com/office/drawing/2014/main" id="{802980AA-5DA5-B06A-6B41-38913FD5172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89F25D2A-DE9C-8BFA-DFE7-B90055BFDCF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F76B7E2B-391D-A2E3-A92A-4AAF1AE37D7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0DC87E6-2E79-1D24-6DDB-E46CD11A1F4B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20" name="그래픽 219" descr="표식">
              <a:extLst>
                <a:ext uri="{FF2B5EF4-FFF2-40B4-BE49-F238E27FC236}">
                  <a16:creationId xmlns:a16="http://schemas.microsoft.com/office/drawing/2014/main" id="{83CC4957-691E-2182-D30E-5DC99BD7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C6AEA485-87AA-8D9D-37B9-0CC5B44F423F}"/>
              </a:ext>
            </a:extLst>
          </p:cNvPr>
          <p:cNvGrpSpPr/>
          <p:nvPr/>
        </p:nvGrpSpPr>
        <p:grpSpPr>
          <a:xfrm>
            <a:off x="1555145" y="4731542"/>
            <a:ext cx="1500799" cy="1567229"/>
            <a:chOff x="1914523" y="1141046"/>
            <a:chExt cx="1500799" cy="1567229"/>
          </a:xfrm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CB704F94-1F16-EA12-91DC-1800521A2204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AEB938C0-B521-163F-97D3-423A04306C7C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84BA9027-9C9C-CF66-4E52-969052EBC59E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33" name="직사각형 232">
                  <a:extLst>
                    <a:ext uri="{FF2B5EF4-FFF2-40B4-BE49-F238E27FC236}">
                      <a16:creationId xmlns:a16="http://schemas.microsoft.com/office/drawing/2014/main" id="{0D926109-A1DC-A3E9-88C7-C24DD553576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34" name="직선 연결선 233">
                  <a:extLst>
                    <a:ext uri="{FF2B5EF4-FFF2-40B4-BE49-F238E27FC236}">
                      <a16:creationId xmlns:a16="http://schemas.microsoft.com/office/drawing/2014/main" id="{279F5D47-C3D3-11B3-9C89-86F80B973B05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5" name="직선 연결선 234">
                  <a:extLst>
                    <a:ext uri="{FF2B5EF4-FFF2-40B4-BE49-F238E27FC236}">
                      <a16:creationId xmlns:a16="http://schemas.microsoft.com/office/drawing/2014/main" id="{E24D829F-7338-DBAF-0189-3770F780AD1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A2D4887A-EAAE-2C4A-5A31-40E938B0E00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4B1ABF85-4C1F-1E75-4E26-D78D021DA0E8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30" name="그래픽 229" descr="표식">
              <a:extLst>
                <a:ext uri="{FF2B5EF4-FFF2-40B4-BE49-F238E27FC236}">
                  <a16:creationId xmlns:a16="http://schemas.microsoft.com/office/drawing/2014/main" id="{321F25E4-C6DB-6940-517C-05A138669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FCB33BD3-360F-07D0-F235-CAB5285C8A56}"/>
              </a:ext>
            </a:extLst>
          </p:cNvPr>
          <p:cNvGrpSpPr/>
          <p:nvPr/>
        </p:nvGrpSpPr>
        <p:grpSpPr>
          <a:xfrm>
            <a:off x="3172928" y="4731542"/>
            <a:ext cx="1500799" cy="1567229"/>
            <a:chOff x="1914523" y="1141046"/>
            <a:chExt cx="1500799" cy="1567229"/>
          </a:xfrm>
        </p:grpSpPr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263B82A7-50A8-0D7A-B4F7-D08F3CC70D70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16BF613A-5362-2F39-3C5C-C3FE10DA9DF6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6E9DCC8D-1F49-922A-4877-30FA3ED16A0A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43" name="직사각형 242">
                  <a:extLst>
                    <a:ext uri="{FF2B5EF4-FFF2-40B4-BE49-F238E27FC236}">
                      <a16:creationId xmlns:a16="http://schemas.microsoft.com/office/drawing/2014/main" id="{223B9353-A1D9-EB98-080C-9F41DA6D4DF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44" name="직선 연결선 243">
                  <a:extLst>
                    <a:ext uri="{FF2B5EF4-FFF2-40B4-BE49-F238E27FC236}">
                      <a16:creationId xmlns:a16="http://schemas.microsoft.com/office/drawing/2014/main" id="{40A9075B-305A-4D21-D009-B1F3C4475FB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45" name="직선 연결선 244">
                  <a:extLst>
                    <a:ext uri="{FF2B5EF4-FFF2-40B4-BE49-F238E27FC236}">
                      <a16:creationId xmlns:a16="http://schemas.microsoft.com/office/drawing/2014/main" id="{DBA53A0F-EB68-4E99-4E86-F76211A120A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BAA7602A-7086-22BB-F7C6-371261B14BF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E4311042-DE8B-9343-22E9-AC958EB4853E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40" name="그래픽 239" descr="표식">
              <a:extLst>
                <a:ext uri="{FF2B5EF4-FFF2-40B4-BE49-F238E27FC236}">
                  <a16:creationId xmlns:a16="http://schemas.microsoft.com/office/drawing/2014/main" id="{6A000423-00AD-AADD-D1C3-314505B99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453046F6-0B80-0828-AC53-856E39DAAA86}"/>
              </a:ext>
            </a:extLst>
          </p:cNvPr>
          <p:cNvGrpSpPr/>
          <p:nvPr/>
        </p:nvGrpSpPr>
        <p:grpSpPr>
          <a:xfrm>
            <a:off x="4782896" y="4731541"/>
            <a:ext cx="1500799" cy="1567229"/>
            <a:chOff x="1914523" y="1141046"/>
            <a:chExt cx="1500799" cy="1567229"/>
          </a:xfrm>
        </p:grpSpPr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57CD51AD-C583-DD73-FD5A-4AC3C4BB658B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11AB7719-2A14-ED75-DDB4-3C3CBEC8D57F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51" name="그룹 250">
                <a:extLst>
                  <a:ext uri="{FF2B5EF4-FFF2-40B4-BE49-F238E27FC236}">
                    <a16:creationId xmlns:a16="http://schemas.microsoft.com/office/drawing/2014/main" id="{F92DE5DF-82E4-8F44-853A-9516ED13B8E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17F6D4E7-1B60-66EF-57A9-87C4A714602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4" name="직선 연결선 253">
                  <a:extLst>
                    <a:ext uri="{FF2B5EF4-FFF2-40B4-BE49-F238E27FC236}">
                      <a16:creationId xmlns:a16="http://schemas.microsoft.com/office/drawing/2014/main" id="{E9E5624A-E314-2EFF-3879-E1D7C378650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5" name="직선 연결선 254">
                  <a:extLst>
                    <a:ext uri="{FF2B5EF4-FFF2-40B4-BE49-F238E27FC236}">
                      <a16:creationId xmlns:a16="http://schemas.microsoft.com/office/drawing/2014/main" id="{396CF3F2-8F1D-E45E-EE7E-A96E9B52DD6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61486AA4-3109-3487-43F7-74C8135C9A43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5B19918-25EB-1E2D-F5E8-9FC5F15D3F8B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50" name="그래픽 249" descr="표식">
              <a:extLst>
                <a:ext uri="{FF2B5EF4-FFF2-40B4-BE49-F238E27FC236}">
                  <a16:creationId xmlns:a16="http://schemas.microsoft.com/office/drawing/2014/main" id="{C46F9AB2-D85B-99E8-A03E-9695375FA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F80469AF-D5EC-DCC8-87AD-11171688418E}"/>
              </a:ext>
            </a:extLst>
          </p:cNvPr>
          <p:cNvGrpSpPr/>
          <p:nvPr/>
        </p:nvGrpSpPr>
        <p:grpSpPr>
          <a:xfrm>
            <a:off x="6398481" y="4731543"/>
            <a:ext cx="1500799" cy="1567229"/>
            <a:chOff x="1914523" y="1141046"/>
            <a:chExt cx="1500799" cy="1567229"/>
          </a:xfrm>
        </p:grpSpPr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E50196F4-46E1-F7FC-8225-361821D30CF0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F887AEC7-39C8-EB9A-C173-0A94D54E267B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61" name="그룹 260">
                <a:extLst>
                  <a:ext uri="{FF2B5EF4-FFF2-40B4-BE49-F238E27FC236}">
                    <a16:creationId xmlns:a16="http://schemas.microsoft.com/office/drawing/2014/main" id="{FB4642F1-69F6-6619-9A20-61A023F78925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3" name="직사각형 262">
                  <a:extLst>
                    <a:ext uri="{FF2B5EF4-FFF2-40B4-BE49-F238E27FC236}">
                      <a16:creationId xmlns:a16="http://schemas.microsoft.com/office/drawing/2014/main" id="{6824F824-4EA6-5CAA-4BA8-EE2BB7A7AB6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64" name="직선 연결선 263">
                  <a:extLst>
                    <a:ext uri="{FF2B5EF4-FFF2-40B4-BE49-F238E27FC236}">
                      <a16:creationId xmlns:a16="http://schemas.microsoft.com/office/drawing/2014/main" id="{050E3C65-3DAA-1FE4-50CC-88228AB70B6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5" name="직선 연결선 264">
                  <a:extLst>
                    <a:ext uri="{FF2B5EF4-FFF2-40B4-BE49-F238E27FC236}">
                      <a16:creationId xmlns:a16="http://schemas.microsoft.com/office/drawing/2014/main" id="{43CD0F0E-FCFA-FBC4-78F6-C3888BDC8FBB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608FF2AD-B0DF-4022-9F54-E158F341C835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3A8014A9-821F-1F21-1164-8F949B567136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60" name="그래픽 259" descr="표식">
              <a:extLst>
                <a:ext uri="{FF2B5EF4-FFF2-40B4-BE49-F238E27FC236}">
                  <a16:creationId xmlns:a16="http://schemas.microsoft.com/office/drawing/2014/main" id="{26D35026-7140-E25F-8303-21E0BFC7E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63D08B2B-65D2-FA13-BD95-99F5E18245A6}"/>
              </a:ext>
            </a:extLst>
          </p:cNvPr>
          <p:cNvGrpSpPr/>
          <p:nvPr/>
        </p:nvGrpSpPr>
        <p:grpSpPr>
          <a:xfrm>
            <a:off x="8016264" y="4731542"/>
            <a:ext cx="1500799" cy="1567229"/>
            <a:chOff x="1914523" y="1141046"/>
            <a:chExt cx="1500799" cy="1567229"/>
          </a:xfrm>
        </p:grpSpPr>
        <p:sp>
          <p:nvSpPr>
            <p:cNvPr id="267" name="직사각형 266">
              <a:extLst>
                <a:ext uri="{FF2B5EF4-FFF2-40B4-BE49-F238E27FC236}">
                  <a16:creationId xmlns:a16="http://schemas.microsoft.com/office/drawing/2014/main" id="{6969D9C3-81E6-6F2B-D3D5-5417C19311EA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40AD9129-251C-40DE-7B83-1B7BB46420C2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321583A3-9DDE-6BA5-7676-D6999B34DC7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73" name="직사각형 272">
                  <a:extLst>
                    <a:ext uri="{FF2B5EF4-FFF2-40B4-BE49-F238E27FC236}">
                      <a16:creationId xmlns:a16="http://schemas.microsoft.com/office/drawing/2014/main" id="{107C2BF2-B057-6725-DC59-DC6EB083789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4" name="직선 연결선 273">
                  <a:extLst>
                    <a:ext uri="{FF2B5EF4-FFF2-40B4-BE49-F238E27FC236}">
                      <a16:creationId xmlns:a16="http://schemas.microsoft.com/office/drawing/2014/main" id="{1FB449CD-F489-1E68-8AE7-DB76487FA11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5" name="직선 연결선 274">
                  <a:extLst>
                    <a:ext uri="{FF2B5EF4-FFF2-40B4-BE49-F238E27FC236}">
                      <a16:creationId xmlns:a16="http://schemas.microsoft.com/office/drawing/2014/main" id="{3657F856-615A-C7EC-2452-C56EEE45443C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01172835-DC37-7299-5102-756F5FB0979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02982A52-D5E9-323F-38AE-34292856243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70" name="그래픽 269" descr="표식">
              <a:extLst>
                <a:ext uri="{FF2B5EF4-FFF2-40B4-BE49-F238E27FC236}">
                  <a16:creationId xmlns:a16="http://schemas.microsoft.com/office/drawing/2014/main" id="{43DF7C93-D4B6-A11A-227F-1BAB8A206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pic>
        <p:nvPicPr>
          <p:cNvPr id="276" name="그림 275">
            <a:extLst>
              <a:ext uri="{FF2B5EF4-FFF2-40B4-BE49-F238E27FC236}">
                <a16:creationId xmlns:a16="http://schemas.microsoft.com/office/drawing/2014/main" id="{AFB29C92-F3A9-012B-88F7-853C5F716E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4417790"/>
            <a:ext cx="8091366" cy="279144"/>
          </a:xfrm>
          <a:prstGeom prst="rect">
            <a:avLst/>
          </a:prstGeom>
        </p:spPr>
      </p:pic>
      <p:grpSp>
        <p:nvGrpSpPr>
          <p:cNvPr id="277" name="Pagination">
            <a:extLst>
              <a:ext uri="{FF2B5EF4-FFF2-40B4-BE49-F238E27FC236}">
                <a16:creationId xmlns:a16="http://schemas.microsoft.com/office/drawing/2014/main" id="{21D9EED2-61F2-37D9-7D79-605B26A051C1}"/>
              </a:ext>
            </a:extLst>
          </p:cNvPr>
          <p:cNvGrpSpPr/>
          <p:nvPr/>
        </p:nvGrpSpPr>
        <p:grpSpPr>
          <a:xfrm>
            <a:off x="3707992" y="6497742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78" name="Previous">
              <a:extLst>
                <a:ext uri="{FF2B5EF4-FFF2-40B4-BE49-F238E27FC236}">
                  <a16:creationId xmlns:a16="http://schemas.microsoft.com/office/drawing/2014/main" id="{0B64DC64-5B9D-38E9-0530-029C4495491A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79" name="Page 1">
              <a:extLst>
                <a:ext uri="{FF2B5EF4-FFF2-40B4-BE49-F238E27FC236}">
                  <a16:creationId xmlns:a16="http://schemas.microsoft.com/office/drawing/2014/main" id="{DC13303B-B887-39E4-1BEB-54DAEA52F8F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0" name="Page 2">
              <a:extLst>
                <a:ext uri="{FF2B5EF4-FFF2-40B4-BE49-F238E27FC236}">
                  <a16:creationId xmlns:a16="http://schemas.microsoft.com/office/drawing/2014/main" id="{C0A161B6-D14B-E0E7-4BDF-5368E87332B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1" name="Page 3">
              <a:extLst>
                <a:ext uri="{FF2B5EF4-FFF2-40B4-BE49-F238E27FC236}">
                  <a16:creationId xmlns:a16="http://schemas.microsoft.com/office/drawing/2014/main" id="{BE97C71D-999F-9405-09B5-338937CC8600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2" name="Page 4">
              <a:extLst>
                <a:ext uri="{FF2B5EF4-FFF2-40B4-BE49-F238E27FC236}">
                  <a16:creationId xmlns:a16="http://schemas.microsoft.com/office/drawing/2014/main" id="{A842F722-BF5C-189D-1131-6984736D5CB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3" name="Page 5">
              <a:extLst>
                <a:ext uri="{FF2B5EF4-FFF2-40B4-BE49-F238E27FC236}">
                  <a16:creationId xmlns:a16="http://schemas.microsoft.com/office/drawing/2014/main" id="{93D0098C-2E2B-4B9E-A40B-FE42C6723B0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4" name="Next">
              <a:extLst>
                <a:ext uri="{FF2B5EF4-FFF2-40B4-BE49-F238E27FC236}">
                  <a16:creationId xmlns:a16="http://schemas.microsoft.com/office/drawing/2014/main" id="{20E15766-D764-BBB1-6794-A1E02D278416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85" name="Page 1">
              <a:extLst>
                <a:ext uri="{FF2B5EF4-FFF2-40B4-BE49-F238E27FC236}">
                  <a16:creationId xmlns:a16="http://schemas.microsoft.com/office/drawing/2014/main" id="{05AF88D0-5996-A477-C763-AA2939BD6CD3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86" name="Page 2">
              <a:extLst>
                <a:ext uri="{FF2B5EF4-FFF2-40B4-BE49-F238E27FC236}">
                  <a16:creationId xmlns:a16="http://schemas.microsoft.com/office/drawing/2014/main" id="{8A1CA058-782C-BC2A-5EF2-347F6804850D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87" name="Page 3">
              <a:extLst>
                <a:ext uri="{FF2B5EF4-FFF2-40B4-BE49-F238E27FC236}">
                  <a16:creationId xmlns:a16="http://schemas.microsoft.com/office/drawing/2014/main" id="{1F8D1CF3-49CC-3341-C8AF-04598A3FA9B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88" name="Page 4">
              <a:extLst>
                <a:ext uri="{FF2B5EF4-FFF2-40B4-BE49-F238E27FC236}">
                  <a16:creationId xmlns:a16="http://schemas.microsoft.com/office/drawing/2014/main" id="{8E20A221-E28A-FBC6-4D2B-F0780CA6E915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89" name="Page 5">
              <a:extLst>
                <a:ext uri="{FF2B5EF4-FFF2-40B4-BE49-F238E27FC236}">
                  <a16:creationId xmlns:a16="http://schemas.microsoft.com/office/drawing/2014/main" id="{35046A99-5EB5-E0AC-161C-8EBFD64411E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90" name="Page 5">
              <a:extLst>
                <a:ext uri="{FF2B5EF4-FFF2-40B4-BE49-F238E27FC236}">
                  <a16:creationId xmlns:a16="http://schemas.microsoft.com/office/drawing/2014/main" id="{3A78F0CB-4330-C167-9671-E14B0503C5CC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1" name="Page 2">
              <a:extLst>
                <a:ext uri="{FF2B5EF4-FFF2-40B4-BE49-F238E27FC236}">
                  <a16:creationId xmlns:a16="http://schemas.microsoft.com/office/drawing/2014/main" id="{DD9A56E7-8415-D496-6D47-44D58FDE55AC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236BAE-5272-E788-C566-53CCB83240BF}"/>
              </a:ext>
            </a:extLst>
          </p:cNvPr>
          <p:cNvGrpSpPr/>
          <p:nvPr/>
        </p:nvGrpSpPr>
        <p:grpSpPr>
          <a:xfrm>
            <a:off x="1558925" y="2860871"/>
            <a:ext cx="1500799" cy="1567229"/>
            <a:chOff x="1914523" y="1141046"/>
            <a:chExt cx="1500799" cy="156722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21B0002-D409-AB0B-68D5-500FC7546B18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D0A054E-5F6A-4EE9-B2F0-FA6192C0D48A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E3EFE595-ED0C-60A6-8B22-6326E7A701E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3FF06BC7-A1A0-2FA7-C776-A151A421806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F89D9015-7F02-BA5C-6B07-94D048A1A45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6A04A0E4-7C50-F2EF-52F1-5DEC418733D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6E4B2B-683C-829B-A65B-ED035661A61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5EDED17-1DBD-C43E-E39A-489147290BED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7" name="그래픽 6" descr="표식">
              <a:extLst>
                <a:ext uri="{FF2B5EF4-FFF2-40B4-BE49-F238E27FC236}">
                  <a16:creationId xmlns:a16="http://schemas.microsoft.com/office/drawing/2014/main" id="{12A0F4B8-8270-69B2-6503-8CC7C34BC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142F3B-24D0-537B-8FDD-B64967F22C22}"/>
              </a:ext>
            </a:extLst>
          </p:cNvPr>
          <p:cNvGrpSpPr/>
          <p:nvPr/>
        </p:nvGrpSpPr>
        <p:grpSpPr>
          <a:xfrm>
            <a:off x="3176708" y="2860871"/>
            <a:ext cx="1500799" cy="1567229"/>
            <a:chOff x="1914523" y="1141046"/>
            <a:chExt cx="1500799" cy="1567229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0915C4-F8D8-9880-3DDC-13BE8EA25676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60F0490-9F33-3ED9-F53F-E2B46B9D99A7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9784FB76-65E3-4A67-EE6B-875369A5931A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F3B26E28-F720-C369-1EAF-E843CAB9160E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2B549F21-7E7A-7EBA-8081-FAEABC5973A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97275748-910B-825A-ED92-36CB586CAD8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D96659B-EDE4-1EA1-FD5F-6A2504213F5F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6BDBF0-4B72-A2C1-A88C-072899A80E48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2" name="그래픽 21" descr="표식">
              <a:extLst>
                <a:ext uri="{FF2B5EF4-FFF2-40B4-BE49-F238E27FC236}">
                  <a16:creationId xmlns:a16="http://schemas.microsoft.com/office/drawing/2014/main" id="{1429CE8E-CB47-3573-6373-C2AB0ED14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BDB5906-AD7B-5BA7-E47E-19CE156C350B}"/>
              </a:ext>
            </a:extLst>
          </p:cNvPr>
          <p:cNvGrpSpPr/>
          <p:nvPr/>
        </p:nvGrpSpPr>
        <p:grpSpPr>
          <a:xfrm>
            <a:off x="4786676" y="2860870"/>
            <a:ext cx="1500799" cy="1567229"/>
            <a:chOff x="1914523" y="1141046"/>
            <a:chExt cx="1500799" cy="156722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25A66F0-CBB1-1BF5-FD9E-272AE0D4ADF2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C410C2EC-C083-5F44-4DAE-CBA9C020A656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7670F846-92C1-6727-02B4-7B9CE31049A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3798D60D-26DC-FCD3-182C-E72C9BD4BA7B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17A5F190-123B-5C0F-8622-979327C96BBE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2301502D-DA23-C21B-4066-FB0BC3A79BC4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92A8463-3FB2-736E-9BF5-BA766E262A0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AF53A8-0A8E-71EE-1FFE-9D3F1B361282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33" name="그래픽 32" descr="표식">
              <a:extLst>
                <a:ext uri="{FF2B5EF4-FFF2-40B4-BE49-F238E27FC236}">
                  <a16:creationId xmlns:a16="http://schemas.microsoft.com/office/drawing/2014/main" id="{AD84C1AC-1F7A-4A7E-CB7C-7DF81F0E3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F8C3601-227B-4F7B-ADAC-CF276465BEEA}"/>
              </a:ext>
            </a:extLst>
          </p:cNvPr>
          <p:cNvGrpSpPr/>
          <p:nvPr/>
        </p:nvGrpSpPr>
        <p:grpSpPr>
          <a:xfrm>
            <a:off x="6402261" y="2860872"/>
            <a:ext cx="1500799" cy="1567229"/>
            <a:chOff x="1914523" y="1141046"/>
            <a:chExt cx="1500799" cy="156722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969877F-9D44-0D48-82D0-B6A2F0ECDED2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F14BBCF5-34E7-801F-E1C2-2868788DFE6F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ACAD177A-FB77-E1D7-5C04-C9CB73821D5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1F227CF8-C999-7487-71E5-EC5A3BF4DFB7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6955BBC6-A622-DE54-9CCB-0130264D437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35CDB828-7E93-3ADC-A82B-99C0FBE836B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8CAB98B-0D61-7233-728E-771E3678B0B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4963941-DE56-7DF4-06B4-82E12E7C6728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44" name="그래픽 43" descr="표식">
              <a:extLst>
                <a:ext uri="{FF2B5EF4-FFF2-40B4-BE49-F238E27FC236}">
                  <a16:creationId xmlns:a16="http://schemas.microsoft.com/office/drawing/2014/main" id="{4AE09B71-B021-A016-4B19-E0E28E025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1F75F74-4DA1-C64E-CF16-584E34C38EB4}"/>
              </a:ext>
            </a:extLst>
          </p:cNvPr>
          <p:cNvGrpSpPr/>
          <p:nvPr/>
        </p:nvGrpSpPr>
        <p:grpSpPr>
          <a:xfrm>
            <a:off x="8020044" y="2860871"/>
            <a:ext cx="1500799" cy="1567229"/>
            <a:chOff x="1914523" y="1141046"/>
            <a:chExt cx="1500799" cy="1567229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0480C623-CA96-752D-D692-F8722C886981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3694578-8662-3E57-F185-33D0078C7A1B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DDDAB3D5-1E90-8338-FC9D-AD971C48B97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2D37834D-CDF0-98D6-B834-67344275CC9C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2DF831D-AE23-1974-B16F-91C2FD6DB072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92" name="직선 연결선 291">
                  <a:extLst>
                    <a:ext uri="{FF2B5EF4-FFF2-40B4-BE49-F238E27FC236}">
                      <a16:creationId xmlns:a16="http://schemas.microsoft.com/office/drawing/2014/main" id="{BF505528-F5E7-557A-4C84-0E16000A8B2D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BE32968-5A24-4FB4-F772-C6D297886F5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45554E-7CE7-CDC7-8435-2E180B676643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56" name="그래픽 55" descr="표식">
              <a:extLst>
                <a:ext uri="{FF2B5EF4-FFF2-40B4-BE49-F238E27FC236}">
                  <a16:creationId xmlns:a16="http://schemas.microsoft.com/office/drawing/2014/main" id="{5CDD711D-F102-FCD1-CBE5-46A842822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5F2E4ADE-6BC7-CF01-2AB3-BC2C621B565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10724CA-864F-1169-C422-80C7E5CB96C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목록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BAE7770-5976-2E59-6BA6-F43088A242A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687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4A0997-CE92-3597-20CA-4BA4A61F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F8DF6C2-AA16-0148-D76B-2C221F9368F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B984C28-8E50-6C23-3FF4-9FFFBEDFB6A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33C5520-F9C1-C126-4DCD-9CDCC7C41BB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EE87006-7994-B264-1380-2620AFB4B638}"/>
              </a:ext>
            </a:extLst>
          </p:cNvPr>
          <p:cNvGraphicFramePr/>
          <p:nvPr/>
        </p:nvGraphicFramePr>
        <p:xfrm>
          <a:off x="9655174" y="276226"/>
          <a:ext cx="2532687" cy="373613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회원 기본정보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회원 사진 이미지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별점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코칭 신청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본인이 코칭 신청한 전문가 경우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으로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 버튼 크릭 시 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1-4.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 시 문의하기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해당 전문가가 코칭 신청을 승인한 경우 해당 버튼 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등록된 주요활동 및 학습이력 출력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자기소개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해당 전문가 회원이 등록한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목록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클릭 시 모듈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C1A2AF-2519-EB22-A9A1-5B4A3AB58A7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EA891-6A3B-E8CC-E5AD-8050C708939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0CBA2-AC91-8C41-9D5C-99D670D7AC4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V-HER-02-002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F46D40-BE9B-56DC-190A-0A6632FA30CD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A8DD053-8372-5487-F863-083721C4D90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377E06AA-75D8-A55D-7DE0-576DA5CD88C3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91F36D9B-12E1-9851-875C-99D23BC4D0B3}"/>
              </a:ext>
            </a:extLst>
          </p:cNvPr>
          <p:cNvGrpSpPr/>
          <p:nvPr/>
        </p:nvGrpSpPr>
        <p:grpSpPr>
          <a:xfrm>
            <a:off x="1551991" y="873982"/>
            <a:ext cx="1824256" cy="2011154"/>
            <a:chOff x="3881483" y="978229"/>
            <a:chExt cx="2403430" cy="623266"/>
          </a:xfrm>
        </p:grpSpPr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A8F574DB-549F-E2E9-2D87-BD908946080E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37E03880-58ED-1CBC-556F-46BE8AF557DF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5AA750DF-A6DD-4194-35B9-BC1149F3A6AB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2D76D100-09CF-8BBB-811E-C4EDBE487E17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14A31C60-B342-9D31-686E-9959DDCF14E8}"/>
                </a:ext>
              </a:extLst>
            </p:cNvPr>
            <p:cNvSpPr txBox="1"/>
            <p:nvPr/>
          </p:nvSpPr>
          <p:spPr>
            <a:xfrm>
              <a:off x="3901078" y="1236376"/>
              <a:ext cx="2383835" cy="10663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+mn-ea"/>
                  <a:ea typeface="+mn-ea"/>
                </a:rPr>
                <a:t>전문가 </a:t>
              </a:r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</a:endParaRPr>
            </a:p>
            <a:p>
              <a:pPr algn="ctr"/>
              <a:r>
                <a:rPr lang="en-US" altLang="ko-KR" sz="800" dirty="0">
                  <a:latin typeface="+mn-ea"/>
                  <a:ea typeface="+mn-ea"/>
                </a:rPr>
                <a:t>(</a:t>
              </a:r>
              <a:r>
                <a:rPr lang="ko-KR" altLang="en-US" sz="800" dirty="0">
                  <a:latin typeface="+mn-ea"/>
                  <a:ea typeface="+mn-ea"/>
                </a:rPr>
                <a:t>사진 </a:t>
              </a:r>
              <a:r>
                <a:rPr lang="en-US" altLang="ko-KR" sz="800" dirty="0">
                  <a:latin typeface="+mn-ea"/>
                </a:rPr>
                <a:t>or </a:t>
              </a:r>
              <a:r>
                <a:rPr lang="ko-KR" altLang="en-US" sz="800" dirty="0">
                  <a:latin typeface="+mn-ea"/>
                </a:rPr>
                <a:t>캐릭터</a:t>
              </a:r>
              <a:r>
                <a:rPr lang="en-US" altLang="ko-KR" sz="800" dirty="0">
                  <a:latin typeface="+mn-ea"/>
                </a:rPr>
                <a:t>)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23A446EE-FD20-D5B6-012A-6F6B91728EA4}"/>
              </a:ext>
            </a:extLst>
          </p:cNvPr>
          <p:cNvGrpSpPr/>
          <p:nvPr/>
        </p:nvGrpSpPr>
        <p:grpSpPr>
          <a:xfrm>
            <a:off x="3744796" y="842976"/>
            <a:ext cx="3701225" cy="1527597"/>
            <a:chOff x="3744796" y="1202482"/>
            <a:chExt cx="3701225" cy="1527597"/>
          </a:xfrm>
        </p:grpSpPr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B93BE7DE-C087-1670-AD53-AA4E878597BF}"/>
                </a:ext>
              </a:extLst>
            </p:cNvPr>
            <p:cNvSpPr txBox="1"/>
            <p:nvPr/>
          </p:nvSpPr>
          <p:spPr>
            <a:xfrm>
              <a:off x="3744796" y="1202482"/>
              <a:ext cx="3701225" cy="121674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                                      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수원고등학교 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고등수학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지역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수원 영통구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팔달구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</a:t>
              </a:r>
              <a:r>
                <a:rPr lang="ko-KR" altLang="en-US" sz="10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동탄구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교육과정 설계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수업운영 및 평가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목표달성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2E4C7E43-4E77-2095-27BE-C9A8B07614B5}"/>
                </a:ext>
              </a:extLst>
            </p:cNvPr>
            <p:cNvGrpSpPr/>
            <p:nvPr/>
          </p:nvGrpSpPr>
          <p:grpSpPr>
            <a:xfrm>
              <a:off x="3754098" y="2207849"/>
              <a:ext cx="1227639" cy="226591"/>
              <a:chOff x="3754098" y="1871791"/>
              <a:chExt cx="1227639" cy="226591"/>
            </a:xfrm>
          </p:grpSpPr>
          <p:pic>
            <p:nvPicPr>
              <p:cNvPr id="246" name="그림 245">
                <a:extLst>
                  <a:ext uri="{FF2B5EF4-FFF2-40B4-BE49-F238E27FC236}">
                    <a16:creationId xmlns:a16="http://schemas.microsoft.com/office/drawing/2014/main" id="{77A76871-CD29-36F8-1B5B-F3CE848A6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71" t="9315" r="77438" b="65940"/>
              <a:stretch>
                <a:fillRect/>
              </a:stretch>
            </p:blipFill>
            <p:spPr>
              <a:xfrm>
                <a:off x="3754098" y="1879510"/>
                <a:ext cx="214897" cy="211203"/>
              </a:xfrm>
              <a:prstGeom prst="rect">
                <a:avLst/>
              </a:prstGeom>
            </p:spPr>
          </p:pic>
          <p:sp>
            <p:nvSpPr>
              <p:cNvPr id="247" name="TextBox 107">
                <a:extLst>
                  <a:ext uri="{FF2B5EF4-FFF2-40B4-BE49-F238E27FC236}">
                    <a16:creationId xmlns:a16="http://schemas.microsoft.com/office/drawing/2014/main" id="{F89B9BFE-3242-C21E-F1B3-9E0F48C15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2893" y="1871791"/>
                <a:ext cx="1058844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r>
                  <a:rPr lang="en-US" altLang="ko-KR" dirty="0" err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coaching_kim</a:t>
                </a:r>
                <a:endPara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6274C741-ED50-4F22-2995-9C28B3118673}"/>
                </a:ext>
              </a:extLst>
            </p:cNvPr>
            <p:cNvGrpSpPr/>
            <p:nvPr/>
          </p:nvGrpSpPr>
          <p:grpSpPr>
            <a:xfrm>
              <a:off x="4969235" y="2200130"/>
              <a:ext cx="1281198" cy="226591"/>
              <a:chOff x="3744798" y="2122625"/>
              <a:chExt cx="1281198" cy="226591"/>
            </a:xfrm>
          </p:grpSpPr>
          <p:pic>
            <p:nvPicPr>
              <p:cNvPr id="248" name="그림 247">
                <a:extLst>
                  <a:ext uri="{FF2B5EF4-FFF2-40B4-BE49-F238E27FC236}">
                    <a16:creationId xmlns:a16="http://schemas.microsoft.com/office/drawing/2014/main" id="{3F04D689-C3DF-1A48-DB8E-2D730AF5E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71" t="64192" r="77438" b="11257"/>
              <a:stretch>
                <a:fillRect/>
              </a:stretch>
            </p:blipFill>
            <p:spPr>
              <a:xfrm>
                <a:off x="3744798" y="2134316"/>
                <a:ext cx="214897" cy="209550"/>
              </a:xfrm>
              <a:prstGeom prst="rect">
                <a:avLst/>
              </a:prstGeom>
            </p:spPr>
          </p:pic>
          <p:sp>
            <p:nvSpPr>
              <p:cNvPr id="249" name="TextBox 107">
                <a:extLst>
                  <a:ext uri="{FF2B5EF4-FFF2-40B4-BE49-F238E27FC236}">
                    <a16:creationId xmlns:a16="http://schemas.microsoft.com/office/drawing/2014/main" id="{2A80AAE6-3AE5-5023-BA7C-33CB032AE4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4520" y="2122625"/>
                <a:ext cx="1111476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@coaching_kim</a:t>
                </a:r>
              </a:p>
            </p:txBody>
          </p:sp>
        </p:grp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18564CE-139D-FC73-C354-BFD1ABD673C9}"/>
                </a:ext>
              </a:extLst>
            </p:cNvPr>
            <p:cNvSpPr txBox="1"/>
            <p:nvPr/>
          </p:nvSpPr>
          <p:spPr>
            <a:xfrm>
              <a:off x="3744798" y="2459749"/>
              <a:ext cx="2140179" cy="27033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e-mail: coaching@gmail.com</a:t>
              </a:r>
            </a:p>
          </p:txBody>
        </p:sp>
      </p:grp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905A893-9863-0F38-77F3-871DCE949340}"/>
              </a:ext>
            </a:extLst>
          </p:cNvPr>
          <p:cNvSpPr/>
          <p:nvPr/>
        </p:nvSpPr>
        <p:spPr>
          <a:xfrm>
            <a:off x="1549136" y="5085670"/>
            <a:ext cx="1867011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학습모듈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D884D03C-2D45-20D8-A380-60D850231B2B}"/>
              </a:ext>
            </a:extLst>
          </p:cNvPr>
          <p:cNvGrpSpPr/>
          <p:nvPr/>
        </p:nvGrpSpPr>
        <p:grpSpPr>
          <a:xfrm>
            <a:off x="1547416" y="3039084"/>
            <a:ext cx="3910911" cy="895327"/>
            <a:chOff x="1547416" y="4101975"/>
            <a:chExt cx="3910911" cy="895327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8ADB74FC-9C05-2F87-81F1-F112E0973399}"/>
                </a:ext>
              </a:extLst>
            </p:cNvPr>
            <p:cNvSpPr txBox="1"/>
            <p:nvPr/>
          </p:nvSpPr>
          <p:spPr>
            <a:xfrm>
              <a:off x="1564735" y="4328593"/>
              <a:ext cx="3893592" cy="66870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 교육과정 설계 개념과 방향성 실습 코칭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학습공동체 모임을 통한 학습 역량 획득 사례 연구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교사들의 올바른 학생 생활지도 노하우 공유 모임 활동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0E100B03-E078-2174-8F96-AB18986A2534}"/>
                </a:ext>
              </a:extLst>
            </p:cNvPr>
            <p:cNvSpPr/>
            <p:nvPr/>
          </p:nvSpPr>
          <p:spPr>
            <a:xfrm>
              <a:off x="1547416" y="4101975"/>
              <a:ext cx="1868042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주요활동 및 학습이력</a:t>
              </a:r>
              <a:endPara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6DE72B5C-5101-95E5-814B-BABDBEE316B7}"/>
              </a:ext>
            </a:extLst>
          </p:cNvPr>
          <p:cNvGrpSpPr/>
          <p:nvPr/>
        </p:nvGrpSpPr>
        <p:grpSpPr>
          <a:xfrm>
            <a:off x="1548447" y="4045200"/>
            <a:ext cx="7373361" cy="897058"/>
            <a:chOff x="1540632" y="3154249"/>
            <a:chExt cx="7373361" cy="897058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3D99DF59-6355-7E34-BAFE-2C651C9B5A22}"/>
                </a:ext>
              </a:extLst>
            </p:cNvPr>
            <p:cNvSpPr txBox="1"/>
            <p:nvPr/>
          </p:nvSpPr>
          <p:spPr>
            <a:xfrm>
              <a:off x="1557950" y="3380867"/>
              <a:ext cx="7356043" cy="67044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항상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진심을 다한다는 마음으로 목표를 위해 달려왔습니다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열린 마음으로 소통할 수 있는 준비된 자세로 학교가 원하는 방향에 우리의 가치를 더 발전 시킬 수 있도록  함께 하겠습니다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감사합니다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B7DA4424-FE73-FCD4-FA3E-126C1FC6A7D6}"/>
                </a:ext>
              </a:extLst>
            </p:cNvPr>
            <p:cNvSpPr/>
            <p:nvPr/>
          </p:nvSpPr>
          <p:spPr>
            <a:xfrm>
              <a:off x="1540632" y="3154249"/>
              <a:ext cx="186701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자기소개</a:t>
              </a:r>
              <a:endPara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9" name="모서리가 둥근 직사각형 26">
            <a:extLst>
              <a:ext uri="{FF2B5EF4-FFF2-40B4-BE49-F238E27FC236}">
                <a16:creationId xmlns:a16="http://schemas.microsoft.com/office/drawing/2014/main" id="{D30ABE99-A681-5A65-BB55-D3DA85EC539D}"/>
              </a:ext>
            </a:extLst>
          </p:cNvPr>
          <p:cNvSpPr/>
          <p:nvPr/>
        </p:nvSpPr>
        <p:spPr>
          <a:xfrm>
            <a:off x="3719513" y="2579395"/>
            <a:ext cx="1788330" cy="311473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spc="-90" dirty="0">
                <a:solidFill>
                  <a:schemeClr val="bg1"/>
                </a:solidFill>
                <a:latin typeface="+mn-ea"/>
              </a:rPr>
              <a:t>코칭 신청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083A3F-FFC9-04DF-9266-A5DA61E58B76}"/>
              </a:ext>
            </a:extLst>
          </p:cNvPr>
          <p:cNvGrpSpPr/>
          <p:nvPr/>
        </p:nvGrpSpPr>
        <p:grpSpPr>
          <a:xfrm>
            <a:off x="1560092" y="5459207"/>
            <a:ext cx="1865081" cy="889093"/>
            <a:chOff x="5617382" y="4110731"/>
            <a:chExt cx="1926053" cy="88314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073EADD-D928-6AF4-405B-0914AB5905C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0A2F2BA-C981-0CCF-2620-4593A00A2A85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850D73-DC89-7401-B5B3-36A632E0A209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3285940B-0E62-A3E3-4FD0-756A155C00C1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8FBD5110-DF65-CAC1-F5BB-4F17D8CCF6C6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0B1102F6-6CA1-A637-3B10-3D26F5B75C8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9EBD802-1A2F-8047-2382-153964412445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3B7472A-94DD-B33A-3734-622729A8657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B1A60B-B919-B30E-7041-449E7F3C60DA}"/>
              </a:ext>
            </a:extLst>
          </p:cNvPr>
          <p:cNvGrpSpPr/>
          <p:nvPr/>
        </p:nvGrpSpPr>
        <p:grpSpPr>
          <a:xfrm>
            <a:off x="3548970" y="5461364"/>
            <a:ext cx="1865081" cy="889093"/>
            <a:chOff x="5617382" y="4110731"/>
            <a:chExt cx="1926053" cy="88314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21EDC35-054F-C312-1F97-AB2D1B55B699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E292F70-61F6-F577-08EC-02A2585A717E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F3A4E64B-4684-AD59-0E6B-B7ED79ECE481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30F9A09B-4243-4F98-89FF-634E5281F893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4766F2A9-CE8D-F02D-0671-9CF52B05D777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5C20D453-CAC0-9A6B-E65B-0C663B0991E0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6032AD2-D0F5-B4D8-A6AC-5A589160C69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A25AA741-FA27-B432-494F-FABA34A75F1F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A3CD43F-5D71-0074-BF61-7BF36BE0B104}"/>
              </a:ext>
            </a:extLst>
          </p:cNvPr>
          <p:cNvGrpSpPr/>
          <p:nvPr/>
        </p:nvGrpSpPr>
        <p:grpSpPr>
          <a:xfrm>
            <a:off x="5609201" y="5453114"/>
            <a:ext cx="1865081" cy="889093"/>
            <a:chOff x="5617382" y="4110731"/>
            <a:chExt cx="1926053" cy="883141"/>
          </a:xfrm>
        </p:grpSpPr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9623F7C7-F463-B21F-7E56-4437AF26065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D46A6958-5FE6-D0F7-FC2B-9B0978B71798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DAA30ED3-A209-BA05-EAFA-547C6299471C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E9A21340-CAEA-F48D-A82B-A2C24DB21792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9" name="직선 연결선 228">
                  <a:extLst>
                    <a:ext uri="{FF2B5EF4-FFF2-40B4-BE49-F238E27FC236}">
                      <a16:creationId xmlns:a16="http://schemas.microsoft.com/office/drawing/2014/main" id="{50361E9B-D4AA-A2E4-4029-07120F447F1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ECCD56C8-B97A-9A4B-ADEC-177A109243A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917EA493-8297-C64F-53DE-4AAA64CA89F1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8" name="사각형: 둥근 모서리 227">
                <a:extLst>
                  <a:ext uri="{FF2B5EF4-FFF2-40B4-BE49-F238E27FC236}">
                    <a16:creationId xmlns:a16="http://schemas.microsoft.com/office/drawing/2014/main" id="{EF557BDC-C43D-D568-F33C-ACA5F9EF1D52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5C3FB957-C067-EE13-5EE0-0A639731BC61}"/>
              </a:ext>
            </a:extLst>
          </p:cNvPr>
          <p:cNvGrpSpPr/>
          <p:nvPr/>
        </p:nvGrpSpPr>
        <p:grpSpPr>
          <a:xfrm>
            <a:off x="7598079" y="5455271"/>
            <a:ext cx="1865081" cy="889093"/>
            <a:chOff x="5617382" y="4110731"/>
            <a:chExt cx="1926053" cy="883141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C53F750D-4DB7-C7CB-728B-0DD4C4AA9A66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88BF6F86-0095-EBC0-0488-963A8214C7CA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C6476B19-19DD-75C1-2BDF-287332A20225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CDBBB8F9-4192-23DE-7947-DD0837DDE7DF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26F9B748-D17F-9412-FB41-C4923C932FEA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108DEEC3-2745-C1ED-E11B-551894BD8DF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686E082-55BB-04AB-F562-C42BC8C1BE5D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5" name="사각형: 둥근 모서리 254">
                <a:extLst>
                  <a:ext uri="{FF2B5EF4-FFF2-40B4-BE49-F238E27FC236}">
                    <a16:creationId xmlns:a16="http://schemas.microsoft.com/office/drawing/2014/main" id="{8A3101AA-2C31-1A8B-FDB7-09568906DAB3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8B8F241D-152D-A6DF-1270-0EB0B4843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6332047"/>
            <a:ext cx="8091366" cy="279144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05C5A3-250B-50D3-F6DE-688A926C54BB}"/>
              </a:ext>
            </a:extLst>
          </p:cNvPr>
          <p:cNvSpPr/>
          <p:nvPr/>
        </p:nvSpPr>
        <p:spPr>
          <a:xfrm>
            <a:off x="1487488" y="815103"/>
            <a:ext cx="7972420" cy="2158833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F681025-2AC5-24C6-AF0D-B5CF3D8F54D1}"/>
              </a:ext>
            </a:extLst>
          </p:cNvPr>
          <p:cNvSpPr/>
          <p:nvPr/>
        </p:nvSpPr>
        <p:spPr>
          <a:xfrm>
            <a:off x="1500733" y="79045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2B510FB-27AA-EFAD-8317-35FF66FDAAD6}"/>
              </a:ext>
            </a:extLst>
          </p:cNvPr>
          <p:cNvSpPr/>
          <p:nvPr/>
        </p:nvSpPr>
        <p:spPr>
          <a:xfrm>
            <a:off x="1447673" y="301187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B6326ED-6408-722B-7143-AB76AF33811C}"/>
              </a:ext>
            </a:extLst>
          </p:cNvPr>
          <p:cNvSpPr/>
          <p:nvPr/>
        </p:nvSpPr>
        <p:spPr>
          <a:xfrm>
            <a:off x="1653134" y="8948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3BE0CDC-1162-1B47-6374-AC217F6C5937}"/>
              </a:ext>
            </a:extLst>
          </p:cNvPr>
          <p:cNvSpPr/>
          <p:nvPr/>
        </p:nvSpPr>
        <p:spPr>
          <a:xfrm>
            <a:off x="3590326" y="9168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2A6868C-AF0A-1462-24FE-DE22EA06AE30}"/>
              </a:ext>
            </a:extLst>
          </p:cNvPr>
          <p:cNvSpPr/>
          <p:nvPr/>
        </p:nvSpPr>
        <p:spPr>
          <a:xfrm>
            <a:off x="3632061" y="24717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26B1470-65A4-8D97-BAFC-B37CA5A59B43}"/>
              </a:ext>
            </a:extLst>
          </p:cNvPr>
          <p:cNvSpPr/>
          <p:nvPr/>
        </p:nvSpPr>
        <p:spPr>
          <a:xfrm>
            <a:off x="1447673" y="395157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13204BA-F1BB-E5D9-6889-DA6ABB8A360C}"/>
              </a:ext>
            </a:extLst>
          </p:cNvPr>
          <p:cNvSpPr/>
          <p:nvPr/>
        </p:nvSpPr>
        <p:spPr>
          <a:xfrm>
            <a:off x="1447673" y="49855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FF65584-CEB2-D6C8-AEBB-4E5DF4E8E30E}"/>
              </a:ext>
            </a:extLst>
          </p:cNvPr>
          <p:cNvSpPr/>
          <p:nvPr/>
        </p:nvSpPr>
        <p:spPr>
          <a:xfrm>
            <a:off x="1564453" y="546157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53">
            <a:extLst>
              <a:ext uri="{FF2B5EF4-FFF2-40B4-BE49-F238E27FC236}">
                <a16:creationId xmlns:a16="http://schemas.microsoft.com/office/drawing/2014/main" id="{4A8E6634-6F78-CDF8-3F4D-210E694DA042}"/>
              </a:ext>
            </a:extLst>
          </p:cNvPr>
          <p:cNvSpPr/>
          <p:nvPr/>
        </p:nvSpPr>
        <p:spPr>
          <a:xfrm>
            <a:off x="6527611" y="2579395"/>
            <a:ext cx="720000" cy="31147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문의 하기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414EF8-2E86-1519-1EC9-60EBC97F295B}"/>
              </a:ext>
            </a:extLst>
          </p:cNvPr>
          <p:cNvSpPr/>
          <p:nvPr/>
        </p:nvSpPr>
        <p:spPr>
          <a:xfrm>
            <a:off x="6400217" y="24980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7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9F08F8-4CB4-45DA-63E7-7C1875AD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18195B3-0992-3833-E6FB-2806114CA58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257DE01-65BF-B0AB-DEB2-F3446044BD3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62750F7-78E7-EECD-FBC3-2B5B2414635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79AD2BD-F29B-AE1B-0B89-67F5A09D3EE6}"/>
              </a:ext>
            </a:extLst>
          </p:cNvPr>
          <p:cNvGraphicFramePr/>
          <p:nvPr/>
        </p:nvGraphicFramePr>
        <p:xfrm>
          <a:off x="9655174" y="276226"/>
          <a:ext cx="2532687" cy="324845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회원들이 작성한 전문가 평가 내용 출력 영역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평가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별점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추후정의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DFE95F7-85F2-CAA5-E7C6-CA1A0ED70D2F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C587742-4A1A-5350-F72A-3D002C38DA16}"/>
              </a:ext>
            </a:extLst>
          </p:cNvPr>
          <p:cNvGrpSpPr/>
          <p:nvPr/>
        </p:nvGrpSpPr>
        <p:grpSpPr>
          <a:xfrm>
            <a:off x="1540632" y="3668297"/>
            <a:ext cx="7903406" cy="913721"/>
            <a:chOff x="1540632" y="5487809"/>
            <a:chExt cx="7903406" cy="9137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051ECA2-AE3D-54C8-64FB-FA176794F2F7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6915CA-F12E-F932-1CEC-1F12F28C2E01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★★★★☆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김*동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(kim7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69416FE-C2DF-FE95-E45C-BD4914A659EA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1BAD47CD-3B81-CE0F-C1A3-866BFB3C58BD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17" name="그래픽 16" descr="사용자">
                  <a:extLst>
                    <a:ext uri="{FF2B5EF4-FFF2-40B4-BE49-F238E27FC236}">
                      <a16:creationId xmlns:a16="http://schemas.microsoft.com/office/drawing/2014/main" id="{00C71F86-4C4A-EAF0-CFB1-6BA3D9BFB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825A00-EC28-A553-CBDE-4FA81B8B0D4D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3101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바쁘신 와중에도 항상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신경써주시고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덕분에 목표를 이룰 수 있었네요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정말정말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감사드려요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7A0D96-BE00-A82B-FC7C-4BEFC45132AB}"/>
              </a:ext>
            </a:extLst>
          </p:cNvPr>
          <p:cNvGrpSpPr/>
          <p:nvPr/>
        </p:nvGrpSpPr>
        <p:grpSpPr>
          <a:xfrm>
            <a:off x="5410449" y="3368047"/>
            <a:ext cx="243978" cy="444787"/>
            <a:chOff x="3169920" y="2849880"/>
            <a:chExt cx="243978" cy="4447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9C48CC-7AAB-5E8E-9F69-3ACD7911DDB5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8C2798-4C9A-5FF4-E641-D7CC43A84589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44040C-71BE-D1AF-28E8-378DA5A710A5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EFE16CD8-142B-2D8C-C7D1-3F85F2EA1429}"/>
              </a:ext>
            </a:extLst>
          </p:cNvPr>
          <p:cNvCxnSpPr>
            <a:cxnSpLocks/>
          </p:cNvCxnSpPr>
          <p:nvPr/>
        </p:nvCxnSpPr>
        <p:spPr>
          <a:xfrm>
            <a:off x="1487488" y="2510546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1BE6D663-652D-B243-8316-1285ACD88C2E}"/>
              </a:ext>
            </a:extLst>
          </p:cNvPr>
          <p:cNvSpPr txBox="1"/>
          <p:nvPr/>
        </p:nvSpPr>
        <p:spPr>
          <a:xfrm>
            <a:off x="1487489" y="2259147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0B7AE28B-CA4E-A3A4-8486-0E956F4C67D5}"/>
              </a:ext>
            </a:extLst>
          </p:cNvPr>
          <p:cNvGrpSpPr/>
          <p:nvPr/>
        </p:nvGrpSpPr>
        <p:grpSpPr>
          <a:xfrm>
            <a:off x="1540632" y="2555580"/>
            <a:ext cx="7903406" cy="1093771"/>
            <a:chOff x="1540632" y="5487809"/>
            <a:chExt cx="7903406" cy="1093771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8476F19B-ED14-0151-E154-4845506709F4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B0D84980-BAA4-08E6-E8C3-9358ADE01E7B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윤*습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amer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26818552-A9F6-656E-CAB8-84A53909F32D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272" name="사각형: 둥근 모서리 271">
                  <a:extLst>
                    <a:ext uri="{FF2B5EF4-FFF2-40B4-BE49-F238E27FC236}">
                      <a16:creationId xmlns:a16="http://schemas.microsoft.com/office/drawing/2014/main" id="{7A193372-2819-CE9C-B971-42AA34DB8675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273" name="그래픽 272" descr="사용자">
                  <a:extLst>
                    <a:ext uri="{FF2B5EF4-FFF2-40B4-BE49-F238E27FC236}">
                      <a16:creationId xmlns:a16="http://schemas.microsoft.com/office/drawing/2014/main" id="{D06129C7-2C88-C176-0825-D8910D38D4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A6C9B18B-097F-EF8E-8E78-D1C186AEF058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61106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저의 부족한 교육과정 역량을 보완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키울 수 있도록 많은 도움 주셔서 감사합니다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선생님께서 구성하신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또한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최고에요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어려운 문제에 대해서도 함께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고민해 주시고 적절한 대응방안도 제안해 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멘토가 되어 주셨어요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</a:t>
              </a: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3BCBACF5-EDF5-6FA1-B3D5-7C68B8FDDE02}"/>
              </a:ext>
            </a:extLst>
          </p:cNvPr>
          <p:cNvSpPr txBox="1"/>
          <p:nvPr/>
        </p:nvSpPr>
        <p:spPr>
          <a:xfrm>
            <a:off x="7401169" y="2262373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09EB5-44A2-0F6F-5868-4EA7CE013D99}"/>
              </a:ext>
            </a:extLst>
          </p:cNvPr>
          <p:cNvGrpSpPr/>
          <p:nvPr/>
        </p:nvGrpSpPr>
        <p:grpSpPr>
          <a:xfrm>
            <a:off x="1495701" y="511185"/>
            <a:ext cx="1988878" cy="1572209"/>
            <a:chOff x="3533557" y="1075736"/>
            <a:chExt cx="1988878" cy="15722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917135-4BED-BAFF-E994-0250CD3A695E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EBC38B-0CB4-1C99-BF7F-E840F8D9ED08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3B63411-F48C-3E57-856B-4DD715598F8E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CB570650-C9C5-6031-83AC-C9D31522C93D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43877D04-808C-6528-D880-91D79EB1324E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4FEB4E2E-8F5B-4ACF-2364-4DFC29FBC8B8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29" name="직선 연결선 28">
                    <a:extLst>
                      <a:ext uri="{FF2B5EF4-FFF2-40B4-BE49-F238E27FC236}">
                        <a16:creationId xmlns:a16="http://schemas.microsoft.com/office/drawing/2014/main" id="{9D53C51E-347D-068D-F6CF-198F36CEB2F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0" name="직선 연결선 29">
                    <a:extLst>
                      <a:ext uri="{FF2B5EF4-FFF2-40B4-BE49-F238E27FC236}">
                        <a16:creationId xmlns:a16="http://schemas.microsoft.com/office/drawing/2014/main" id="{3FB10B64-EBF3-96D5-E472-F556EC884B6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3FC6ACB-D678-BD63-DD35-B9349E703B0C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93947EF-0205-2C38-47EE-B20AF5AD0315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B09F378-930F-895B-1626-CA312349EC57}"/>
              </a:ext>
            </a:extLst>
          </p:cNvPr>
          <p:cNvGrpSpPr/>
          <p:nvPr/>
        </p:nvGrpSpPr>
        <p:grpSpPr>
          <a:xfrm>
            <a:off x="3484579" y="513342"/>
            <a:ext cx="1988878" cy="1572209"/>
            <a:chOff x="3533557" y="1075736"/>
            <a:chExt cx="1988878" cy="157220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797AB5-6AEF-DB51-EAAD-5125DAE588AB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423BD67-0DF4-9462-1CB2-1C2D4D912B78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FAF6083-61AD-0A21-FEFC-D532FD4DA77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71B67AF-8901-9A61-6AFE-DB8597D4BD22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475A9B13-5EEF-202B-3041-1F7584A8578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D0FA85E6-041F-5C6C-3704-D85C4B6B2AD9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3AC85EF5-3858-FF3E-6946-EC7864D8C10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BFB7C481-0D27-A2E5-34BB-C480D93CF6A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E08473C-2C1F-55C5-6EF2-CFCEF6378D1E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8F801C53-5877-7A45-31C8-825CC4014F49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291B660-D0D6-2A1E-93C5-D9518E78B38D}"/>
              </a:ext>
            </a:extLst>
          </p:cNvPr>
          <p:cNvGrpSpPr/>
          <p:nvPr/>
        </p:nvGrpSpPr>
        <p:grpSpPr>
          <a:xfrm>
            <a:off x="5544810" y="505092"/>
            <a:ext cx="1988878" cy="1572209"/>
            <a:chOff x="3533557" y="1075736"/>
            <a:chExt cx="1988878" cy="15722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E3B4AE-8908-5604-93A2-0923865CD30A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623361B-C001-EEF0-2803-4F3644AA1461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4D15C814-6DF6-6280-8569-AC4AFDAD844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E14C8496-3308-A250-94EC-80BF58B0100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564CA307-D379-6177-82AB-38C6EBECDB0C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6B64DDF8-97BF-6269-9F6E-9CCF772D5E6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52" name="직선 연결선 51">
                    <a:extLst>
                      <a:ext uri="{FF2B5EF4-FFF2-40B4-BE49-F238E27FC236}">
                        <a16:creationId xmlns:a16="http://schemas.microsoft.com/office/drawing/2014/main" id="{8978A312-3561-73AF-9C86-25EBC1D4DA1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3" name="직선 연결선 52">
                    <a:extLst>
                      <a:ext uri="{FF2B5EF4-FFF2-40B4-BE49-F238E27FC236}">
                        <a16:creationId xmlns:a16="http://schemas.microsoft.com/office/drawing/2014/main" id="{DCE89414-BFD9-C0C3-D481-FF035EB276F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91539CD0-889B-EE3F-4996-03B0F96E0A0D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1" name="사각형: 둥근 모서리 50">
                  <a:extLst>
                    <a:ext uri="{FF2B5EF4-FFF2-40B4-BE49-F238E27FC236}">
                      <a16:creationId xmlns:a16="http://schemas.microsoft.com/office/drawing/2014/main" id="{9354D444-6168-489E-3567-BABEA6C94488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39D6D66-B9C4-2303-ABC8-3D02AA37B365}"/>
              </a:ext>
            </a:extLst>
          </p:cNvPr>
          <p:cNvGrpSpPr/>
          <p:nvPr/>
        </p:nvGrpSpPr>
        <p:grpSpPr>
          <a:xfrm>
            <a:off x="7533688" y="507249"/>
            <a:ext cx="1988878" cy="1572209"/>
            <a:chOff x="3533557" y="1075736"/>
            <a:chExt cx="1988878" cy="157220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F61D89B-3125-AC97-69DC-67A928E5361E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A728EB4-D213-1466-28CF-B54E71779D10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22482512-4C61-539B-5733-47F530583B59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CE55DEDB-95F3-8B19-375E-5BAB27492E19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4283D1F-8096-A0E4-2C67-501392FD001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64FA80DA-B2D6-9ABA-3D85-AA6AB19B8FE9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63" name="직선 연결선 62">
                    <a:extLst>
                      <a:ext uri="{FF2B5EF4-FFF2-40B4-BE49-F238E27FC236}">
                        <a16:creationId xmlns:a16="http://schemas.microsoft.com/office/drawing/2014/main" id="{6C33E26E-5AD3-D526-7A6E-6FE7E6987BC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6" name="직선 연결선 255">
                    <a:extLst>
                      <a:ext uri="{FF2B5EF4-FFF2-40B4-BE49-F238E27FC236}">
                        <a16:creationId xmlns:a16="http://schemas.microsoft.com/office/drawing/2014/main" id="{3EA0C393-4CDE-87AF-6956-41B13A8C7AD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2927F5BD-89C1-AECC-3737-07C149FD9C4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3D58AE66-00C8-E399-C7F5-D077FCB1DCEC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E787536C-816B-9970-B28C-FCB78FE203E1}"/>
              </a:ext>
            </a:extLst>
          </p:cNvPr>
          <p:cNvSpPr/>
          <p:nvPr/>
        </p:nvSpPr>
        <p:spPr>
          <a:xfrm>
            <a:off x="4388253" y="6006536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78E2D3D-73D3-FD92-B74D-D13836E97E39}"/>
              </a:ext>
            </a:extLst>
          </p:cNvPr>
          <p:cNvSpPr txBox="1"/>
          <p:nvPr/>
        </p:nvSpPr>
        <p:spPr>
          <a:xfrm>
            <a:off x="8374063" y="5025856"/>
            <a:ext cx="1143000" cy="291683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★★★★☆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66D785DF-EC09-1DE0-9598-430E607FE427}"/>
              </a:ext>
            </a:extLst>
          </p:cNvPr>
          <p:cNvSpPr/>
          <p:nvPr/>
        </p:nvSpPr>
        <p:spPr>
          <a:xfrm>
            <a:off x="1556263" y="5314069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3D06C01-E9A1-4AB6-DF3D-7C4D8DF60198}"/>
              </a:ext>
            </a:extLst>
          </p:cNvPr>
          <p:cNvSpPr txBox="1"/>
          <p:nvPr/>
        </p:nvSpPr>
        <p:spPr>
          <a:xfrm>
            <a:off x="1487489" y="5064345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</a:t>
            </a: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40308A96-6EF3-C4F3-0B2F-3F2CC94EA3C5}"/>
              </a:ext>
            </a:extLst>
          </p:cNvPr>
          <p:cNvGrpSpPr/>
          <p:nvPr/>
        </p:nvGrpSpPr>
        <p:grpSpPr>
          <a:xfrm>
            <a:off x="9462621" y="5340353"/>
            <a:ext cx="18001" cy="504000"/>
            <a:chOff x="9231725" y="2171522"/>
            <a:chExt cx="36001" cy="792000"/>
          </a:xfrm>
        </p:grpSpPr>
        <p:sp>
          <p:nvSpPr>
            <p:cNvPr id="267" name="Track">
              <a:extLst>
                <a:ext uri="{FF2B5EF4-FFF2-40B4-BE49-F238E27FC236}">
                  <a16:creationId xmlns:a16="http://schemas.microsoft.com/office/drawing/2014/main" id="{3E362D32-A3F3-D6F5-5702-FF372D4DE49E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8" name="Track">
              <a:extLst>
                <a:ext uri="{FF2B5EF4-FFF2-40B4-BE49-F238E27FC236}">
                  <a16:creationId xmlns:a16="http://schemas.microsoft.com/office/drawing/2014/main" id="{01664815-E879-0945-7210-430FAD62AE59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9" name="모서리가 둥근 직사각형 53">
            <a:extLst>
              <a:ext uri="{FF2B5EF4-FFF2-40B4-BE49-F238E27FC236}">
                <a16:creationId xmlns:a16="http://schemas.microsoft.com/office/drawing/2014/main" id="{97036FAF-FC2C-62F5-24BC-29023E613E59}"/>
              </a:ext>
            </a:extLst>
          </p:cNvPr>
          <p:cNvSpPr/>
          <p:nvPr/>
        </p:nvSpPr>
        <p:spPr>
          <a:xfrm>
            <a:off x="8802406" y="6006536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279" name="Pagination">
            <a:extLst>
              <a:ext uri="{FF2B5EF4-FFF2-40B4-BE49-F238E27FC236}">
                <a16:creationId xmlns:a16="http://schemas.microsoft.com/office/drawing/2014/main" id="{0938C2B9-DAB8-B4C0-1E26-58A67C775BA5}"/>
              </a:ext>
            </a:extLst>
          </p:cNvPr>
          <p:cNvGrpSpPr/>
          <p:nvPr/>
        </p:nvGrpSpPr>
        <p:grpSpPr>
          <a:xfrm>
            <a:off x="3701409" y="477645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80" name="Previous">
              <a:extLst>
                <a:ext uri="{FF2B5EF4-FFF2-40B4-BE49-F238E27FC236}">
                  <a16:creationId xmlns:a16="http://schemas.microsoft.com/office/drawing/2014/main" id="{01752C40-53F7-246D-70A8-5AC26650ABD9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81" name="Page 1">
              <a:extLst>
                <a:ext uri="{FF2B5EF4-FFF2-40B4-BE49-F238E27FC236}">
                  <a16:creationId xmlns:a16="http://schemas.microsoft.com/office/drawing/2014/main" id="{36B1D424-D2DD-A860-C2FC-CA5D089D78A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2" name="Page 2">
              <a:extLst>
                <a:ext uri="{FF2B5EF4-FFF2-40B4-BE49-F238E27FC236}">
                  <a16:creationId xmlns:a16="http://schemas.microsoft.com/office/drawing/2014/main" id="{FFE6DE60-6E18-5A98-E973-86B0AB3B8E0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3" name="Page 3">
              <a:extLst>
                <a:ext uri="{FF2B5EF4-FFF2-40B4-BE49-F238E27FC236}">
                  <a16:creationId xmlns:a16="http://schemas.microsoft.com/office/drawing/2014/main" id="{58034C13-DFDC-83BB-CC0D-7737D3678718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4" name="Page 4">
              <a:extLst>
                <a:ext uri="{FF2B5EF4-FFF2-40B4-BE49-F238E27FC236}">
                  <a16:creationId xmlns:a16="http://schemas.microsoft.com/office/drawing/2014/main" id="{1DA8EF15-2383-6477-EECC-87A73F2675A8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5" name="Page 5">
              <a:extLst>
                <a:ext uri="{FF2B5EF4-FFF2-40B4-BE49-F238E27FC236}">
                  <a16:creationId xmlns:a16="http://schemas.microsoft.com/office/drawing/2014/main" id="{9AB48DF1-6634-98DB-4011-B48177A61CB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7" name="Next">
              <a:extLst>
                <a:ext uri="{FF2B5EF4-FFF2-40B4-BE49-F238E27FC236}">
                  <a16:creationId xmlns:a16="http://schemas.microsoft.com/office/drawing/2014/main" id="{7018A20D-ACFD-C06F-131B-AED4241844D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97" name="Page 1">
              <a:extLst>
                <a:ext uri="{FF2B5EF4-FFF2-40B4-BE49-F238E27FC236}">
                  <a16:creationId xmlns:a16="http://schemas.microsoft.com/office/drawing/2014/main" id="{25BCEE06-7320-12DA-C494-1D37AB43A9D6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98" name="Page 2">
              <a:extLst>
                <a:ext uri="{FF2B5EF4-FFF2-40B4-BE49-F238E27FC236}">
                  <a16:creationId xmlns:a16="http://schemas.microsoft.com/office/drawing/2014/main" id="{6D54029A-730E-34D3-B9F3-2CE53EA632B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99" name="Page 3">
              <a:extLst>
                <a:ext uri="{FF2B5EF4-FFF2-40B4-BE49-F238E27FC236}">
                  <a16:creationId xmlns:a16="http://schemas.microsoft.com/office/drawing/2014/main" id="{C5D1B374-5BE6-DFA6-C584-05F49776279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0" name="Page 4">
              <a:extLst>
                <a:ext uri="{FF2B5EF4-FFF2-40B4-BE49-F238E27FC236}">
                  <a16:creationId xmlns:a16="http://schemas.microsoft.com/office/drawing/2014/main" id="{96688B78-6E7D-8AE3-A993-7BAE93B82F3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1" name="Page 5">
              <a:extLst>
                <a:ext uri="{FF2B5EF4-FFF2-40B4-BE49-F238E27FC236}">
                  <a16:creationId xmlns:a16="http://schemas.microsoft.com/office/drawing/2014/main" id="{1441B7A2-1BF6-E12C-31EF-E824F2F0DBA9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2" name="Page 5">
              <a:extLst>
                <a:ext uri="{FF2B5EF4-FFF2-40B4-BE49-F238E27FC236}">
                  <a16:creationId xmlns:a16="http://schemas.microsoft.com/office/drawing/2014/main" id="{4F6BBC74-4E53-802A-A276-583738FE50B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3" name="Page 2">
              <a:extLst>
                <a:ext uri="{FF2B5EF4-FFF2-40B4-BE49-F238E27FC236}">
                  <a16:creationId xmlns:a16="http://schemas.microsoft.com/office/drawing/2014/main" id="{BC817E7D-D3C2-8707-D0D1-546DBA823F1A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4" name="타원 103">
            <a:extLst>
              <a:ext uri="{FF2B5EF4-FFF2-40B4-BE49-F238E27FC236}">
                <a16:creationId xmlns:a16="http://schemas.microsoft.com/office/drawing/2014/main" id="{012D3ED7-2136-68C8-F6B7-55C0C4CF48F4}"/>
              </a:ext>
            </a:extLst>
          </p:cNvPr>
          <p:cNvSpPr/>
          <p:nvPr/>
        </p:nvSpPr>
        <p:spPr>
          <a:xfrm>
            <a:off x="1475095" y="223469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A7190681-E13B-8235-4417-5B3C72ABFBFE}"/>
              </a:ext>
            </a:extLst>
          </p:cNvPr>
          <p:cNvSpPr/>
          <p:nvPr/>
        </p:nvSpPr>
        <p:spPr>
          <a:xfrm>
            <a:off x="7335714" y="22623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E71101A-E675-7EF1-9204-7EDD1FB8AD7C}"/>
              </a:ext>
            </a:extLst>
          </p:cNvPr>
          <p:cNvSpPr/>
          <p:nvPr/>
        </p:nvSpPr>
        <p:spPr>
          <a:xfrm>
            <a:off x="1475094" y="2566741"/>
            <a:ext cx="8115675" cy="2492426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1A97CE1F-ACF1-9F64-9728-A1F7D6E4D302}"/>
              </a:ext>
            </a:extLst>
          </p:cNvPr>
          <p:cNvSpPr/>
          <p:nvPr/>
        </p:nvSpPr>
        <p:spPr>
          <a:xfrm>
            <a:off x="1464431" y="50320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EF592FD5-F47E-E8FB-6934-1DB6CB94C234}"/>
              </a:ext>
            </a:extLst>
          </p:cNvPr>
          <p:cNvSpPr/>
          <p:nvPr/>
        </p:nvSpPr>
        <p:spPr>
          <a:xfrm>
            <a:off x="8356852" y="507441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B8471623-CCEA-71D5-B492-6B51BC2D15BB}"/>
              </a:ext>
            </a:extLst>
          </p:cNvPr>
          <p:cNvSpPr/>
          <p:nvPr/>
        </p:nvSpPr>
        <p:spPr>
          <a:xfrm>
            <a:off x="1515327" y="528694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FE3D63DC-987F-15B3-6A15-C41C191B1110}"/>
              </a:ext>
            </a:extLst>
          </p:cNvPr>
          <p:cNvSpPr/>
          <p:nvPr/>
        </p:nvSpPr>
        <p:spPr>
          <a:xfrm>
            <a:off x="4237861" y="599542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56D5EA6-52F0-5C0B-5936-408B166BB982}"/>
              </a:ext>
            </a:extLst>
          </p:cNvPr>
          <p:cNvSpPr/>
          <p:nvPr/>
        </p:nvSpPr>
        <p:spPr>
          <a:xfrm>
            <a:off x="8650005" y="59897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42AEDC14-EB53-2B6A-D259-E3A2EA758B2B}"/>
              </a:ext>
            </a:extLst>
          </p:cNvPr>
          <p:cNvSpPr/>
          <p:nvPr/>
        </p:nvSpPr>
        <p:spPr>
          <a:xfrm>
            <a:off x="1375241" y="256891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092A44-2AAB-16D9-F5A9-C4D9C40C856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0B3A9-E12D-B200-6E64-FAA8785BD4E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5A6F3-56DD-4D4C-40F2-8C26F072A44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V-HER-02-002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20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F7F928-19F2-7A38-3D79-42F693A6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E4F0746-952D-CCCA-B63C-F3499923EB4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2D03EE5-2898-00CE-A35E-274C5C007D9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FF232A7A-F701-F2BE-9401-A1C4F3523A5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42926F6-7154-97C3-306C-3C845FC2B695}"/>
              </a:ext>
            </a:extLst>
          </p:cNvPr>
          <p:cNvGraphicFramePr/>
          <p:nvPr/>
        </p:nvGraphicFramePr>
        <p:xfrm>
          <a:off x="9655174" y="276226"/>
          <a:ext cx="2532687" cy="358642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회원 사진 이미지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핸드폰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신청정보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 선택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경기도내 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동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주소 기준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지역선택 영역이 하단에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줄 추가 생성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첫번째 지역 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동은 선택 필수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분야 선택 영역</a:t>
                      </a:r>
                      <a:endParaRPr lang="en-US" altLang="ko-KR" sz="800" b="0" u="none" strike="noStrike" cap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r>
                        <a:rPr lang="en-US" altLang="ko-KR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변경 예정</a:t>
                      </a:r>
                      <a:r>
                        <a:rPr lang="en-US" altLang="ko-KR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주요활동 및 학습이력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자기소개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요청 여부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전문가 등재 신청 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등재 요청 진행사항은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마이코칭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메뉴에서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305237B4-19AA-3134-A2D3-0D14D8BB967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8200EA-E35E-59E5-7BEF-7002159F061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8581BB8F-ACD2-C709-35E0-D6780EA73369}"/>
              </a:ext>
            </a:extLst>
          </p:cNvPr>
          <p:cNvGrpSpPr/>
          <p:nvPr/>
        </p:nvGrpSpPr>
        <p:grpSpPr>
          <a:xfrm>
            <a:off x="1486100" y="526885"/>
            <a:ext cx="8106001" cy="6062691"/>
            <a:chOff x="1486100" y="526885"/>
            <a:chExt cx="8106001" cy="606269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9FAAA8-8269-3707-E115-990FE3897805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8C06CFF-E1F6-22D0-C1EC-1630B795A441}"/>
                </a:ext>
              </a:extLst>
            </p:cNvPr>
            <p:cNvGrpSpPr/>
            <p:nvPr/>
          </p:nvGrpSpPr>
          <p:grpSpPr>
            <a:xfrm>
              <a:off x="1558925" y="1716918"/>
              <a:ext cx="1500799" cy="1864803"/>
              <a:chOff x="1914523" y="1141046"/>
              <a:chExt cx="1500799" cy="186480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8A14BCE6-D742-44C2-3B00-9D38B305964D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F3DC4BA3-C526-6DBC-D862-04E2627AB82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EC62DC73-79C4-A737-9569-08760DBD15F8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45050EE3-2933-0C48-AD34-AE2455664F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3" name="직선 연결선 12">
                    <a:extLst>
                      <a:ext uri="{FF2B5EF4-FFF2-40B4-BE49-F238E27FC236}">
                        <a16:creationId xmlns:a16="http://schemas.microsoft.com/office/drawing/2014/main" id="{6A44335D-5AC8-B0AF-C514-AFB342D56BD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" name="직선 연결선 13">
                    <a:extLst>
                      <a:ext uri="{FF2B5EF4-FFF2-40B4-BE49-F238E27FC236}">
                        <a16:creationId xmlns:a16="http://schemas.microsoft.com/office/drawing/2014/main" id="{0323FF65-4B69-F39B-C627-B43C5CC8D90F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E0FE3C-56D3-E99F-FE39-E22404578DF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5D1D8-9A4B-D83F-F867-CD221E075ED5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6" name="그래픽 15" descr="표식">
                <a:extLst>
                  <a:ext uri="{FF2B5EF4-FFF2-40B4-BE49-F238E27FC236}">
                    <a16:creationId xmlns:a16="http://schemas.microsoft.com/office/drawing/2014/main" id="{0C8A40F7-5058-A6FC-520E-0F36D4AAB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107FA77-DE25-2176-3565-395DBCA4051A}"/>
                </a:ext>
              </a:extLst>
            </p:cNvPr>
            <p:cNvGrpSpPr/>
            <p:nvPr/>
          </p:nvGrpSpPr>
          <p:grpSpPr>
            <a:xfrm>
              <a:off x="3176708" y="1716918"/>
              <a:ext cx="1500799" cy="1864803"/>
              <a:chOff x="1914523" y="1141046"/>
              <a:chExt cx="1500799" cy="1864803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888735E-8EF4-851B-BD0A-89C7F88E5932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1602A2CB-95DE-E356-854E-722C5CFB3EEA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DD1BAF64-9344-20CB-6713-E8B2FEE0D241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52C0FFBC-2A89-06B1-1736-A7FCFBC774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7" name="직선 연결선 26">
                    <a:extLst>
                      <a:ext uri="{FF2B5EF4-FFF2-40B4-BE49-F238E27FC236}">
                        <a16:creationId xmlns:a16="http://schemas.microsoft.com/office/drawing/2014/main" id="{5F7F386F-795C-E06B-7289-0A4BA85D7BE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8" name="직선 연결선 27">
                    <a:extLst>
                      <a:ext uri="{FF2B5EF4-FFF2-40B4-BE49-F238E27FC236}">
                        <a16:creationId xmlns:a16="http://schemas.microsoft.com/office/drawing/2014/main" id="{5D6E90F6-F632-361C-882B-D7D94DBF106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9AAB2A0-DBAA-3EA0-2C61-4F00F04C980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F8901E-8478-7914-550B-ED013DACC4D1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3" name="그래픽 22" descr="표식">
                <a:extLst>
                  <a:ext uri="{FF2B5EF4-FFF2-40B4-BE49-F238E27FC236}">
                    <a16:creationId xmlns:a16="http://schemas.microsoft.com/office/drawing/2014/main" id="{F02DA036-E75F-8B9B-7D9D-D5E9158EE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1B4D7AF-25D1-85E9-8BE7-7129A0199881}"/>
                </a:ext>
              </a:extLst>
            </p:cNvPr>
            <p:cNvGrpSpPr/>
            <p:nvPr/>
          </p:nvGrpSpPr>
          <p:grpSpPr>
            <a:xfrm>
              <a:off x="4786676" y="1716917"/>
              <a:ext cx="1500799" cy="1864803"/>
              <a:chOff x="1914523" y="1141046"/>
              <a:chExt cx="1500799" cy="1864803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9CF41897-B29C-B898-1BC7-A5C751A74D58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C0D87813-BAFB-A5F3-9B05-B3FFCA586E30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E1B4B6EC-D4F5-C21E-5016-F8457AAFBFDE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4ACA7046-9AA4-9275-6348-37E7ABE05B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2C95DEE-6038-3046-B4B4-793C8C8FF89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B59E7840-0760-675A-8036-6FB2A4BC2FA5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FBCBD5D-DC47-43AA-BD3E-4729C6758DE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5D3D2A-EEF8-491B-6449-00E911E1E8B3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33" name="그래픽 32" descr="표식">
                <a:extLst>
                  <a:ext uri="{FF2B5EF4-FFF2-40B4-BE49-F238E27FC236}">
                    <a16:creationId xmlns:a16="http://schemas.microsoft.com/office/drawing/2014/main" id="{1243F35F-43C1-13B2-E126-3BF0077B1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1C734E-FE14-E966-465D-96C764A6BB09}"/>
                </a:ext>
              </a:extLst>
            </p:cNvPr>
            <p:cNvGrpSpPr/>
            <p:nvPr/>
          </p:nvGrpSpPr>
          <p:grpSpPr>
            <a:xfrm>
              <a:off x="6402261" y="1716919"/>
              <a:ext cx="1500799" cy="1864803"/>
              <a:chOff x="1914523" y="1141046"/>
              <a:chExt cx="1500799" cy="1864803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D7BEEB0-6787-22F9-E2EB-55C8C9CF2D9B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2C35DF63-59F1-6B5A-9F90-4091C25D451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AFEF1EE7-9852-0E2C-BD83-83E1B310284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0C30E15C-65B4-91FF-84A4-4B181D5E330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75D686C3-6452-2E5B-66C6-0D7E11E0A3C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9" name="직선 연결선 48">
                    <a:extLst>
                      <a:ext uri="{FF2B5EF4-FFF2-40B4-BE49-F238E27FC236}">
                        <a16:creationId xmlns:a16="http://schemas.microsoft.com/office/drawing/2014/main" id="{2DE6288E-2E93-5837-FD6D-8EDF6771BF0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EA06ED2-5010-0E47-6A87-10341F02EB3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D5EC34-2495-721E-AE0E-4B02A2D601EA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44" name="그래픽 43" descr="표식">
                <a:extLst>
                  <a:ext uri="{FF2B5EF4-FFF2-40B4-BE49-F238E27FC236}">
                    <a16:creationId xmlns:a16="http://schemas.microsoft.com/office/drawing/2014/main" id="{A5A1C671-7D31-9C7A-D17B-6E0A9D66E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8E15997-7996-8768-4FF7-A22A2710A93F}"/>
                </a:ext>
              </a:extLst>
            </p:cNvPr>
            <p:cNvGrpSpPr/>
            <p:nvPr/>
          </p:nvGrpSpPr>
          <p:grpSpPr>
            <a:xfrm>
              <a:off x="8020044" y="1716918"/>
              <a:ext cx="1500799" cy="1864803"/>
              <a:chOff x="1914523" y="1141046"/>
              <a:chExt cx="1500799" cy="1864803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7BFDFA73-D2ED-D0D4-1889-805FB4D5C59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556C1BB9-85E1-11EB-0B82-2F0C099D6CA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A2D7F4F9-49F4-F3BC-C51B-B03688BCB3F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D02C4208-73C7-80C0-DB6A-94029DDAF5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58" name="직선 연결선 57">
                    <a:extLst>
                      <a:ext uri="{FF2B5EF4-FFF2-40B4-BE49-F238E27FC236}">
                        <a16:creationId xmlns:a16="http://schemas.microsoft.com/office/drawing/2014/main" id="{06778F24-E712-2F5A-E1D2-971451D9976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9" name="직선 연결선 58">
                    <a:extLst>
                      <a:ext uri="{FF2B5EF4-FFF2-40B4-BE49-F238E27FC236}">
                        <a16:creationId xmlns:a16="http://schemas.microsoft.com/office/drawing/2014/main" id="{DB153412-CB86-6233-B9E7-AA9A37625986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FEA5818-85BC-326C-43D1-4A65562E768A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A0EB5A-65CD-7B06-D691-43720E818089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54" name="그래픽 53" descr="표식">
                <a:extLst>
                  <a:ext uri="{FF2B5EF4-FFF2-40B4-BE49-F238E27FC236}">
                    <a16:creationId xmlns:a16="http://schemas.microsoft.com/office/drawing/2014/main" id="{7AB89891-BB5A-A54A-9960-1C48F1A95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4910C7-888D-7306-A949-B1D29C364329}"/>
                </a:ext>
              </a:extLst>
            </p:cNvPr>
            <p:cNvSpPr txBox="1"/>
            <p:nvPr/>
          </p:nvSpPr>
          <p:spPr>
            <a:xfrm>
              <a:off x="1487489" y="1393212"/>
              <a:ext cx="3327400" cy="261610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</a:t>
              </a:r>
              <a:r>
                <a:rPr lang="ko-KR" altLang="en-US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추천 전문가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DF9C93C8-8264-E796-FF60-71461E7724ED}"/>
                </a:ext>
              </a:extLst>
            </p:cNvPr>
            <p:cNvGrpSpPr/>
            <p:nvPr/>
          </p:nvGrpSpPr>
          <p:grpSpPr>
            <a:xfrm>
              <a:off x="1558925" y="3913044"/>
              <a:ext cx="1500799" cy="1864803"/>
              <a:chOff x="1914523" y="1141046"/>
              <a:chExt cx="1500799" cy="1864803"/>
            </a:xfrm>
          </p:grpSpPr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BC07CECC-F324-0769-6C7F-91D9EA9851C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D1C102E2-FC93-DD37-F5DA-F2700165CD16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0788EA81-D9A4-1312-2147-92498693D312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03" name="직사각형 102">
                    <a:extLst>
                      <a:ext uri="{FF2B5EF4-FFF2-40B4-BE49-F238E27FC236}">
                        <a16:creationId xmlns:a16="http://schemas.microsoft.com/office/drawing/2014/main" id="{0F6AA22C-B7B3-AEB1-62E3-1EFBE88A1C3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04" name="직선 연결선 103">
                    <a:extLst>
                      <a:ext uri="{FF2B5EF4-FFF2-40B4-BE49-F238E27FC236}">
                        <a16:creationId xmlns:a16="http://schemas.microsoft.com/office/drawing/2014/main" id="{0BCB3F7E-9EFB-F116-030C-8FC58FBBC13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5" name="직선 연결선 104">
                    <a:extLst>
                      <a:ext uri="{FF2B5EF4-FFF2-40B4-BE49-F238E27FC236}">
                        <a16:creationId xmlns:a16="http://schemas.microsoft.com/office/drawing/2014/main" id="{0B0CB3CF-5EC0-F04B-9BA1-44453FE10D0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CFB6A9E-158F-1034-DAAF-661A7BEAE0A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7793483-5B94-1948-09C6-FA0F24C16DB6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00" name="그래픽 99" descr="표식">
                <a:extLst>
                  <a:ext uri="{FF2B5EF4-FFF2-40B4-BE49-F238E27FC236}">
                    <a16:creationId xmlns:a16="http://schemas.microsoft.com/office/drawing/2014/main" id="{90F9BD45-84D7-CBC9-9A93-1B3FF86ED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5B76AB5-9FC3-0EAF-71F1-DBA49AB72251}"/>
                </a:ext>
              </a:extLst>
            </p:cNvPr>
            <p:cNvGrpSpPr/>
            <p:nvPr/>
          </p:nvGrpSpPr>
          <p:grpSpPr>
            <a:xfrm>
              <a:off x="3176708" y="3913044"/>
              <a:ext cx="1500799" cy="1864803"/>
              <a:chOff x="1914523" y="1141046"/>
              <a:chExt cx="1500799" cy="1864803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F68CCF72-14C4-639F-B2ED-EF16A38775F1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09D78F94-52BE-ED2F-6655-7DE82C254798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3EB2363-B300-F545-0AD1-CF4880D12B82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C6DAF4B3-33FB-77FD-CCCA-66477CE0C1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17" name="직선 연결선 116">
                    <a:extLst>
                      <a:ext uri="{FF2B5EF4-FFF2-40B4-BE49-F238E27FC236}">
                        <a16:creationId xmlns:a16="http://schemas.microsoft.com/office/drawing/2014/main" id="{43B044C9-7435-D42F-88F6-509202AF5CA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8" name="직선 연결선 117">
                    <a:extLst>
                      <a:ext uri="{FF2B5EF4-FFF2-40B4-BE49-F238E27FC236}">
                        <a16:creationId xmlns:a16="http://schemas.microsoft.com/office/drawing/2014/main" id="{F68A730E-541F-8FBD-463E-1C7BEA7C848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7321438-B558-ABE6-B4D6-9C1A4E28D3F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9C82B7A-DEDC-15ED-61C1-893DE2A9F044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13" name="그래픽 112" descr="표식">
                <a:extLst>
                  <a:ext uri="{FF2B5EF4-FFF2-40B4-BE49-F238E27FC236}">
                    <a16:creationId xmlns:a16="http://schemas.microsoft.com/office/drawing/2014/main" id="{6E445481-CBA2-EB1B-DCE3-3DF9F35EE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84E54C3E-9BF1-9D27-B4D5-F90F900E133A}"/>
                </a:ext>
              </a:extLst>
            </p:cNvPr>
            <p:cNvGrpSpPr/>
            <p:nvPr/>
          </p:nvGrpSpPr>
          <p:grpSpPr>
            <a:xfrm>
              <a:off x="4786676" y="3913043"/>
              <a:ext cx="1500799" cy="1864803"/>
              <a:chOff x="1914523" y="1141046"/>
              <a:chExt cx="1500799" cy="1864803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7125D03E-6B34-33EE-758E-18DE950D1C42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F4520395-34BB-85EA-09B6-905F500C1310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24" name="그룹 123">
                  <a:extLst>
                    <a:ext uri="{FF2B5EF4-FFF2-40B4-BE49-F238E27FC236}">
                      <a16:creationId xmlns:a16="http://schemas.microsoft.com/office/drawing/2014/main" id="{9EA1BA1A-1487-AD61-BDC4-B9504F8AF39E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31AA8881-35E5-248D-7DAA-BEECD74AAF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27" name="직선 연결선 126">
                    <a:extLst>
                      <a:ext uri="{FF2B5EF4-FFF2-40B4-BE49-F238E27FC236}">
                        <a16:creationId xmlns:a16="http://schemas.microsoft.com/office/drawing/2014/main" id="{AA9F4431-DA51-263F-0523-435F390472A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28" name="직선 연결선 127">
                    <a:extLst>
                      <a:ext uri="{FF2B5EF4-FFF2-40B4-BE49-F238E27FC236}">
                        <a16:creationId xmlns:a16="http://schemas.microsoft.com/office/drawing/2014/main" id="{9539A709-D0CB-15CC-18A5-7DDEDAA02AD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B82C81C-8CF7-7F65-7D29-4F55BDF175BA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20711F2-605C-5CB7-1B48-5FA0C4C5551C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23" name="그래픽 122" descr="표식">
                <a:extLst>
                  <a:ext uri="{FF2B5EF4-FFF2-40B4-BE49-F238E27FC236}">
                    <a16:creationId xmlns:a16="http://schemas.microsoft.com/office/drawing/2014/main" id="{9E05508A-1666-639B-76FC-866E87C64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03EC1ED-BCDB-756D-A04F-024A160F75C3}"/>
                </a:ext>
              </a:extLst>
            </p:cNvPr>
            <p:cNvGrpSpPr/>
            <p:nvPr/>
          </p:nvGrpSpPr>
          <p:grpSpPr>
            <a:xfrm>
              <a:off x="6402261" y="3913045"/>
              <a:ext cx="1500799" cy="1864803"/>
              <a:chOff x="1914523" y="1141046"/>
              <a:chExt cx="1500799" cy="1864803"/>
            </a:xfrm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D62D1970-0629-76D3-2941-C6DF49C97D8E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F997C0B7-CF1C-19B1-0838-86D7B525D60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7AB5430B-6290-FDF0-F01E-0D9A4956C503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9934D753-F00A-48B1-47CB-130A65C53D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37" name="직선 연결선 136">
                    <a:extLst>
                      <a:ext uri="{FF2B5EF4-FFF2-40B4-BE49-F238E27FC236}">
                        <a16:creationId xmlns:a16="http://schemas.microsoft.com/office/drawing/2014/main" id="{A1B99F0B-0813-948F-665D-25196212EEC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38" name="직선 연결선 137">
                    <a:extLst>
                      <a:ext uri="{FF2B5EF4-FFF2-40B4-BE49-F238E27FC236}">
                        <a16:creationId xmlns:a16="http://schemas.microsoft.com/office/drawing/2014/main" id="{14B2D0AB-930A-77D3-0075-739E494C281E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0148A48-08BE-8CF8-BD1C-15D6A8C6DD8F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C86C210-6AC9-2A24-CAF2-B26811C9D1DA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33" name="그래픽 132" descr="표식">
                <a:extLst>
                  <a:ext uri="{FF2B5EF4-FFF2-40B4-BE49-F238E27FC236}">
                    <a16:creationId xmlns:a16="http://schemas.microsoft.com/office/drawing/2014/main" id="{BE66685F-34A1-2351-4A6D-9BB183B98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1748549E-13B8-4477-D727-63EB7140D5AF}"/>
                </a:ext>
              </a:extLst>
            </p:cNvPr>
            <p:cNvGrpSpPr/>
            <p:nvPr/>
          </p:nvGrpSpPr>
          <p:grpSpPr>
            <a:xfrm>
              <a:off x="8020044" y="3913044"/>
              <a:ext cx="1500799" cy="1864803"/>
              <a:chOff x="1914523" y="1141046"/>
              <a:chExt cx="1500799" cy="1864803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6CA8E90-D638-DAA9-D8A7-71B5B3FDE251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F8EC6A32-8AF1-2828-ACBE-CE74EF5D6F7A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CC7CEC94-4EAA-A656-AA00-D8D7BA2BCDEA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46" name="직사각형 145">
                    <a:extLst>
                      <a:ext uri="{FF2B5EF4-FFF2-40B4-BE49-F238E27FC236}">
                        <a16:creationId xmlns:a16="http://schemas.microsoft.com/office/drawing/2014/main" id="{35921EB2-F683-5DA9-37ED-9C79BABE7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47" name="직선 연결선 146">
                    <a:extLst>
                      <a:ext uri="{FF2B5EF4-FFF2-40B4-BE49-F238E27FC236}">
                        <a16:creationId xmlns:a16="http://schemas.microsoft.com/office/drawing/2014/main" id="{9F1F614C-C005-5082-3A85-E31AEC0F632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8" name="직선 연결선 147">
                    <a:extLst>
                      <a:ext uri="{FF2B5EF4-FFF2-40B4-BE49-F238E27FC236}">
                        <a16:creationId xmlns:a16="http://schemas.microsoft.com/office/drawing/2014/main" id="{4BE042BE-3495-4C83-D2ED-EACB57F8703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F313E4F-66C6-CCCF-AC9A-B65ADC6997C0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3530-0CDF-629E-7DE8-0D5B0D00310B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43" name="그래픽 142" descr="표식">
                <a:extLst>
                  <a:ext uri="{FF2B5EF4-FFF2-40B4-BE49-F238E27FC236}">
                    <a16:creationId xmlns:a16="http://schemas.microsoft.com/office/drawing/2014/main" id="{1151ABE4-ED71-C441-F3B5-BEF8C751C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88" name="그룹 287">
              <a:extLst>
                <a:ext uri="{FF2B5EF4-FFF2-40B4-BE49-F238E27FC236}">
                  <a16:creationId xmlns:a16="http://schemas.microsoft.com/office/drawing/2014/main" id="{0F396788-1EDA-9096-0206-45BF2F6CDA59}"/>
                </a:ext>
              </a:extLst>
            </p:cNvPr>
            <p:cNvGrpSpPr/>
            <p:nvPr/>
          </p:nvGrpSpPr>
          <p:grpSpPr>
            <a:xfrm>
              <a:off x="1553796" y="866062"/>
              <a:ext cx="8034704" cy="462553"/>
              <a:chOff x="1553796" y="866062"/>
              <a:chExt cx="8034704" cy="462553"/>
            </a:xfrm>
          </p:grpSpPr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CAC8A693-7AEF-A6BE-02B9-CDC8FBA81920}"/>
                  </a:ext>
                </a:extLst>
              </p:cNvPr>
              <p:cNvSpPr/>
              <p:nvPr/>
            </p:nvSpPr>
            <p:spPr>
              <a:xfrm>
                <a:off x="1558925" y="866062"/>
                <a:ext cx="8029575" cy="4625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C013FDC1-2555-CF15-098C-0B5BF692475E}"/>
                  </a:ext>
                </a:extLst>
              </p:cNvPr>
              <p:cNvGrpSpPr/>
              <p:nvPr/>
            </p:nvGrpSpPr>
            <p:grpSpPr>
              <a:xfrm>
                <a:off x="1553796" y="974703"/>
                <a:ext cx="2617218" cy="263699"/>
                <a:chOff x="1678840" y="951989"/>
                <a:chExt cx="2617218" cy="263699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C795AB03-13F3-9C6F-5F0D-EA786B427A74}"/>
                    </a:ext>
                  </a:extLst>
                </p:cNvPr>
                <p:cNvSpPr txBox="1"/>
                <p:nvPr/>
              </p:nvSpPr>
              <p:spPr>
                <a:xfrm>
                  <a:off x="1678840" y="969467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지역</a:t>
                  </a:r>
                  <a:endParaRPr lang="en-US" altLang="ko-KR" sz="1200" b="1" dirty="0"/>
                </a:p>
              </p:txBody>
            </p:sp>
            <p:grpSp>
              <p:nvGrpSpPr>
                <p:cNvPr id="156" name="그룹 155">
                  <a:extLst>
                    <a:ext uri="{FF2B5EF4-FFF2-40B4-BE49-F238E27FC236}">
                      <a16:creationId xmlns:a16="http://schemas.microsoft.com/office/drawing/2014/main" id="{044A3FEE-331C-10F2-B5C2-68D1DD1898F9}"/>
                    </a:ext>
                  </a:extLst>
                </p:cNvPr>
                <p:cNvGrpSpPr/>
                <p:nvPr/>
              </p:nvGrpSpPr>
              <p:grpSpPr>
                <a:xfrm>
                  <a:off x="2126471" y="951989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57" name="Input">
                    <a:extLst>
                      <a:ext uri="{FF2B5EF4-FFF2-40B4-BE49-F238E27FC236}">
                        <a16:creationId xmlns:a16="http://schemas.microsoft.com/office/drawing/2014/main" id="{4E61F35D-65AB-620D-8666-8FFFC27B3A32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58" name="Chevron Right">
                    <a:extLst>
                      <a:ext uri="{FF2B5EF4-FFF2-40B4-BE49-F238E27FC236}">
                        <a16:creationId xmlns:a16="http://schemas.microsoft.com/office/drawing/2014/main" id="{16F4D963-D406-122E-E29F-15A6022BFF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159" name="그룹 158">
                  <a:extLst>
                    <a:ext uri="{FF2B5EF4-FFF2-40B4-BE49-F238E27FC236}">
                      <a16:creationId xmlns:a16="http://schemas.microsoft.com/office/drawing/2014/main" id="{BB3727DE-9D48-F1A3-1C1D-909E41A9B183}"/>
                    </a:ext>
                  </a:extLst>
                </p:cNvPr>
                <p:cNvGrpSpPr/>
                <p:nvPr/>
              </p:nvGrpSpPr>
              <p:grpSpPr>
                <a:xfrm>
                  <a:off x="3236885" y="951989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0" name="Input">
                    <a:extLst>
                      <a:ext uri="{FF2B5EF4-FFF2-40B4-BE49-F238E27FC236}">
                        <a16:creationId xmlns:a16="http://schemas.microsoft.com/office/drawing/2014/main" id="{0FD7B093-9939-D685-018B-BF69CB58F6F1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1" name="Chevron Right">
                    <a:extLst>
                      <a:ext uri="{FF2B5EF4-FFF2-40B4-BE49-F238E27FC236}">
                        <a16:creationId xmlns:a16="http://schemas.microsoft.com/office/drawing/2014/main" id="{83C1E5A3-AA56-F77D-E4FA-9374D5C556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B5DB9F5-205C-A0CF-BF3A-97A35C1B598C}"/>
                  </a:ext>
                </a:extLst>
              </p:cNvPr>
              <p:cNvGrpSpPr/>
              <p:nvPr/>
            </p:nvGrpSpPr>
            <p:grpSpPr>
              <a:xfrm>
                <a:off x="4245254" y="976642"/>
                <a:ext cx="1506804" cy="261442"/>
                <a:chOff x="4555166" y="945382"/>
                <a:chExt cx="1506804" cy="261442"/>
              </a:xfrm>
            </p:grpSpPr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4A5A3CC-438D-D709-B974-9456D23905D4}"/>
                    </a:ext>
                  </a:extLst>
                </p:cNvPr>
                <p:cNvSpPr txBox="1"/>
                <p:nvPr/>
              </p:nvSpPr>
              <p:spPr>
                <a:xfrm>
                  <a:off x="4555166" y="960603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분야</a:t>
                  </a:r>
                  <a:endParaRPr lang="en-US" altLang="ko-KR" sz="1200" b="1" dirty="0"/>
                </a:p>
              </p:txBody>
            </p:sp>
            <p:grpSp>
              <p:nvGrpSpPr>
                <p:cNvPr id="162" name="그룹 161">
                  <a:extLst>
                    <a:ext uri="{FF2B5EF4-FFF2-40B4-BE49-F238E27FC236}">
                      <a16:creationId xmlns:a16="http://schemas.microsoft.com/office/drawing/2014/main" id="{1D3505B4-6EE8-C6BA-31C5-1F3FB5EEBF93}"/>
                    </a:ext>
                  </a:extLst>
                </p:cNvPr>
                <p:cNvGrpSpPr/>
                <p:nvPr/>
              </p:nvGrpSpPr>
              <p:grpSpPr>
                <a:xfrm>
                  <a:off x="5002797" y="945382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3" name="Input">
                    <a:extLst>
                      <a:ext uri="{FF2B5EF4-FFF2-40B4-BE49-F238E27FC236}">
                        <a16:creationId xmlns:a16="http://schemas.microsoft.com/office/drawing/2014/main" id="{AE1CE441-3E87-5570-C917-F61CCCAF07A9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4" name="Chevron Right">
                    <a:extLst>
                      <a:ext uri="{FF2B5EF4-FFF2-40B4-BE49-F238E27FC236}">
                        <a16:creationId xmlns:a16="http://schemas.microsoft.com/office/drawing/2014/main" id="{E7A14BA3-2F40-B543-441F-7D91FFBFBA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69A8269-1712-1B4E-6B48-98EAD65E1E8F}"/>
                  </a:ext>
                </a:extLst>
              </p:cNvPr>
              <p:cNvGrpSpPr/>
              <p:nvPr/>
            </p:nvGrpSpPr>
            <p:grpSpPr>
              <a:xfrm>
                <a:off x="5820911" y="969383"/>
                <a:ext cx="1498989" cy="259239"/>
                <a:chOff x="4562981" y="1236503"/>
                <a:chExt cx="1498989" cy="259239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8FB8A1D-C214-BB16-505C-DBF161B50CF3}"/>
                    </a:ext>
                  </a:extLst>
                </p:cNvPr>
                <p:cNvSpPr txBox="1"/>
                <p:nvPr/>
              </p:nvSpPr>
              <p:spPr>
                <a:xfrm>
                  <a:off x="4562981" y="1241891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성별</a:t>
                  </a:r>
                  <a:endParaRPr lang="en-US" altLang="ko-KR" sz="1200" b="1" dirty="0"/>
                </a:p>
              </p:txBody>
            </p:sp>
            <p:grpSp>
              <p:nvGrpSpPr>
                <p:cNvPr id="165" name="그룹 164">
                  <a:extLst>
                    <a:ext uri="{FF2B5EF4-FFF2-40B4-BE49-F238E27FC236}">
                      <a16:creationId xmlns:a16="http://schemas.microsoft.com/office/drawing/2014/main" id="{79F0A3DE-00C6-592F-CA2A-49E25836C4D5}"/>
                    </a:ext>
                  </a:extLst>
                </p:cNvPr>
                <p:cNvGrpSpPr/>
                <p:nvPr/>
              </p:nvGrpSpPr>
              <p:grpSpPr>
                <a:xfrm>
                  <a:off x="5002797" y="1236503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6" name="Input">
                    <a:extLst>
                      <a:ext uri="{FF2B5EF4-FFF2-40B4-BE49-F238E27FC236}">
                        <a16:creationId xmlns:a16="http://schemas.microsoft.com/office/drawing/2014/main" id="{DF2D0A58-450D-A86F-C950-8F1E10F90C23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무관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7" name="Chevron Right">
                    <a:extLst>
                      <a:ext uri="{FF2B5EF4-FFF2-40B4-BE49-F238E27FC236}">
                        <a16:creationId xmlns:a16="http://schemas.microsoft.com/office/drawing/2014/main" id="{6EDBF002-F4EE-0351-E3DD-A3917AD6F7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0FC99DF3-577D-CF06-D2CC-EA5905B4205D}"/>
                </a:ext>
              </a:extLst>
            </p:cNvPr>
            <p:cNvGrpSpPr/>
            <p:nvPr/>
          </p:nvGrpSpPr>
          <p:grpSpPr>
            <a:xfrm>
              <a:off x="1555479" y="3413079"/>
              <a:ext cx="7956000" cy="308244"/>
              <a:chOff x="1409337" y="3497166"/>
              <a:chExt cx="7452000" cy="308244"/>
            </a:xfrm>
          </p:grpSpPr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95ED5704-B614-35EE-6FFB-C6FC52BEE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9337" y="3620733"/>
                <a:ext cx="74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8" name="사각형: 둥근 모서리 297">
                <a:extLst>
                  <a:ext uri="{FF2B5EF4-FFF2-40B4-BE49-F238E27FC236}">
                    <a16:creationId xmlns:a16="http://schemas.microsoft.com/office/drawing/2014/main" id="{2850A5A6-2899-7401-9DE0-2DF446A79016}"/>
                  </a:ext>
                </a:extLst>
              </p:cNvPr>
              <p:cNvSpPr/>
              <p:nvPr/>
            </p:nvSpPr>
            <p:spPr>
              <a:xfrm>
                <a:off x="4228736" y="3497166"/>
                <a:ext cx="1415444" cy="2471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더보기</a:t>
                </a:r>
                <a:endPara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24570067-DD48-6493-FE51-AAC473802DBC}"/>
                  </a:ext>
                </a:extLst>
              </p:cNvPr>
              <p:cNvSpPr txBox="1"/>
              <p:nvPr/>
            </p:nvSpPr>
            <p:spPr>
              <a:xfrm>
                <a:off x="5252268" y="3543800"/>
                <a:ext cx="382588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﹀</a:t>
                </a:r>
                <a:endParaRPr lang="ko-KR" altLang="en-US" dirty="0"/>
              </a:p>
            </p:txBody>
          </p:sp>
        </p:grp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197B02D-E05B-AF29-2ADB-48F80CAAB533}"/>
                </a:ext>
              </a:extLst>
            </p:cNvPr>
            <p:cNvSpPr txBox="1"/>
            <p:nvPr/>
          </p:nvSpPr>
          <p:spPr>
            <a:xfrm>
              <a:off x="1486100" y="3639454"/>
              <a:ext cx="3327400" cy="261610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1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하이코칭</a:t>
              </a:r>
              <a:r>
                <a:rPr lang="ko-KR" altLang="en-US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전문가</a:t>
              </a:r>
            </a:p>
          </p:txBody>
        </p:sp>
        <p:grpSp>
          <p:nvGrpSpPr>
            <p:cNvPr id="354" name="그룹 353">
              <a:extLst>
                <a:ext uri="{FF2B5EF4-FFF2-40B4-BE49-F238E27FC236}">
                  <a16:creationId xmlns:a16="http://schemas.microsoft.com/office/drawing/2014/main" id="{CED6299A-C52F-1522-CD77-9303F159C248}"/>
                </a:ext>
              </a:extLst>
            </p:cNvPr>
            <p:cNvGrpSpPr/>
            <p:nvPr/>
          </p:nvGrpSpPr>
          <p:grpSpPr>
            <a:xfrm>
              <a:off x="1496622" y="5549071"/>
              <a:ext cx="8091878" cy="1040505"/>
              <a:chOff x="1496622" y="5549071"/>
              <a:chExt cx="8091878" cy="1040505"/>
            </a:xfrm>
          </p:grpSpPr>
          <p:grpSp>
            <p:nvGrpSpPr>
              <p:cNvPr id="303" name="그룹 302">
                <a:extLst>
                  <a:ext uri="{FF2B5EF4-FFF2-40B4-BE49-F238E27FC236}">
                    <a16:creationId xmlns:a16="http://schemas.microsoft.com/office/drawing/2014/main" id="{B0736CFF-905F-F9D7-FCBB-D6AB36EA1A6D}"/>
                  </a:ext>
                </a:extLst>
              </p:cNvPr>
              <p:cNvGrpSpPr/>
              <p:nvPr/>
            </p:nvGrpSpPr>
            <p:grpSpPr>
              <a:xfrm>
                <a:off x="1557376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04" name="직사각형 303">
                  <a:extLst>
                    <a:ext uri="{FF2B5EF4-FFF2-40B4-BE49-F238E27FC236}">
                      <a16:creationId xmlns:a16="http://schemas.microsoft.com/office/drawing/2014/main" id="{240FA4FC-560C-5EC3-F9C1-CDA7108B0440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05" name="그룹 304">
                  <a:extLst>
                    <a:ext uri="{FF2B5EF4-FFF2-40B4-BE49-F238E27FC236}">
                      <a16:creationId xmlns:a16="http://schemas.microsoft.com/office/drawing/2014/main" id="{77263AF9-12A8-F3CB-0E82-E7B3F294AAAB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08" name="그룹 307">
                    <a:extLst>
                      <a:ext uri="{FF2B5EF4-FFF2-40B4-BE49-F238E27FC236}">
                        <a16:creationId xmlns:a16="http://schemas.microsoft.com/office/drawing/2014/main" id="{B62F9F8E-F523-5D73-18B2-95DFB3121F4E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10" name="직사각형 309">
                      <a:extLst>
                        <a:ext uri="{FF2B5EF4-FFF2-40B4-BE49-F238E27FC236}">
                          <a16:creationId xmlns:a16="http://schemas.microsoft.com/office/drawing/2014/main" id="{CD6C5830-85B6-8432-1450-1E698909D14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11" name="직선 연결선 310">
                      <a:extLst>
                        <a:ext uri="{FF2B5EF4-FFF2-40B4-BE49-F238E27FC236}">
                          <a16:creationId xmlns:a16="http://schemas.microsoft.com/office/drawing/2014/main" id="{442F59CE-3A42-BEAF-E46E-D8AC4831E4CD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12" name="직선 연결선 311">
                      <a:extLst>
                        <a:ext uri="{FF2B5EF4-FFF2-40B4-BE49-F238E27FC236}">
                          <a16:creationId xmlns:a16="http://schemas.microsoft.com/office/drawing/2014/main" id="{F2063F5F-81D3-CA91-6899-2D558FB0B62B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F61D0D60-15C9-4105-069B-8EB8156F0750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13" name="그룹 312">
                <a:extLst>
                  <a:ext uri="{FF2B5EF4-FFF2-40B4-BE49-F238E27FC236}">
                    <a16:creationId xmlns:a16="http://schemas.microsoft.com/office/drawing/2014/main" id="{35E9342E-C0D4-14A7-6F54-890620CDD607}"/>
                  </a:ext>
                </a:extLst>
              </p:cNvPr>
              <p:cNvGrpSpPr/>
              <p:nvPr/>
            </p:nvGrpSpPr>
            <p:grpSpPr>
              <a:xfrm>
                <a:off x="3175159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14" name="직사각형 313">
                  <a:extLst>
                    <a:ext uri="{FF2B5EF4-FFF2-40B4-BE49-F238E27FC236}">
                      <a16:creationId xmlns:a16="http://schemas.microsoft.com/office/drawing/2014/main" id="{CA80A8D7-1E38-E237-2BD4-6569810C146E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DA5B0CFC-5DB3-0D48-4D4C-72F01545E55E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18" name="그룹 317">
                    <a:extLst>
                      <a:ext uri="{FF2B5EF4-FFF2-40B4-BE49-F238E27FC236}">
                        <a16:creationId xmlns:a16="http://schemas.microsoft.com/office/drawing/2014/main" id="{E1B5CD0E-8362-1655-82E0-CDB3A971B8B9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EE1EB8AC-697E-DD61-7C3C-3248A86DB8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21" name="직선 연결선 320">
                      <a:extLst>
                        <a:ext uri="{FF2B5EF4-FFF2-40B4-BE49-F238E27FC236}">
                          <a16:creationId xmlns:a16="http://schemas.microsoft.com/office/drawing/2014/main" id="{05274AD7-D0E0-6D97-AD0D-356641D81A8B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22" name="직선 연결선 321">
                      <a:extLst>
                        <a:ext uri="{FF2B5EF4-FFF2-40B4-BE49-F238E27FC236}">
                          <a16:creationId xmlns:a16="http://schemas.microsoft.com/office/drawing/2014/main" id="{2B474CEF-455C-8058-77F2-BB7CCF2833E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D80A966A-1278-708B-F342-F16B03F9866C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23" name="그룹 322">
                <a:extLst>
                  <a:ext uri="{FF2B5EF4-FFF2-40B4-BE49-F238E27FC236}">
                    <a16:creationId xmlns:a16="http://schemas.microsoft.com/office/drawing/2014/main" id="{037D5034-E80B-79EF-0B9A-2371CC860F10}"/>
                  </a:ext>
                </a:extLst>
              </p:cNvPr>
              <p:cNvGrpSpPr/>
              <p:nvPr/>
            </p:nvGrpSpPr>
            <p:grpSpPr>
              <a:xfrm>
                <a:off x="4785127" y="5549071"/>
                <a:ext cx="1500799" cy="1015755"/>
                <a:chOff x="1914523" y="1141046"/>
                <a:chExt cx="1500799" cy="1015755"/>
              </a:xfrm>
            </p:grpSpPr>
            <p:sp>
              <p:nvSpPr>
                <p:cNvPr id="324" name="직사각형 323">
                  <a:extLst>
                    <a:ext uri="{FF2B5EF4-FFF2-40B4-BE49-F238E27FC236}">
                      <a16:creationId xmlns:a16="http://schemas.microsoft.com/office/drawing/2014/main" id="{D624D5B8-7708-8CB0-49E3-12ABF74E6722}"/>
                    </a:ext>
                  </a:extLst>
                </p:cNvPr>
                <p:cNvSpPr/>
                <p:nvPr/>
              </p:nvSpPr>
              <p:spPr>
                <a:xfrm>
                  <a:off x="1914523" y="1141046"/>
                  <a:ext cx="1500799" cy="101575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25" name="그룹 324">
                  <a:extLst>
                    <a:ext uri="{FF2B5EF4-FFF2-40B4-BE49-F238E27FC236}">
                      <a16:creationId xmlns:a16="http://schemas.microsoft.com/office/drawing/2014/main" id="{1669A458-6CF5-AFDA-19B0-87EC4A27FDBD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28" name="그룹 327">
                    <a:extLst>
                      <a:ext uri="{FF2B5EF4-FFF2-40B4-BE49-F238E27FC236}">
                        <a16:creationId xmlns:a16="http://schemas.microsoft.com/office/drawing/2014/main" id="{FF3AD805-33FA-324E-4AAD-586D02624BA7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30" name="직사각형 329">
                      <a:extLst>
                        <a:ext uri="{FF2B5EF4-FFF2-40B4-BE49-F238E27FC236}">
                          <a16:creationId xmlns:a16="http://schemas.microsoft.com/office/drawing/2014/main" id="{69CF5F91-2169-F106-E94A-D5075492D77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31" name="직선 연결선 330">
                      <a:extLst>
                        <a:ext uri="{FF2B5EF4-FFF2-40B4-BE49-F238E27FC236}">
                          <a16:creationId xmlns:a16="http://schemas.microsoft.com/office/drawing/2014/main" id="{C3E190EC-7F47-4E7C-45F1-0D4FD0DCB0D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32" name="직선 연결선 331">
                      <a:extLst>
                        <a:ext uri="{FF2B5EF4-FFF2-40B4-BE49-F238E27FC236}">
                          <a16:creationId xmlns:a16="http://schemas.microsoft.com/office/drawing/2014/main" id="{9941CABF-047E-3D8E-4A42-080DF110AF7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29" name="TextBox 328">
                    <a:extLst>
                      <a:ext uri="{FF2B5EF4-FFF2-40B4-BE49-F238E27FC236}">
                        <a16:creationId xmlns:a16="http://schemas.microsoft.com/office/drawing/2014/main" id="{AFE970C3-EAD6-2D1E-216B-21CDC110E644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33" name="그룹 332">
                <a:extLst>
                  <a:ext uri="{FF2B5EF4-FFF2-40B4-BE49-F238E27FC236}">
                    <a16:creationId xmlns:a16="http://schemas.microsoft.com/office/drawing/2014/main" id="{0B4779FD-3AD3-B58C-82A2-C7B498AF25EC}"/>
                  </a:ext>
                </a:extLst>
              </p:cNvPr>
              <p:cNvGrpSpPr/>
              <p:nvPr/>
            </p:nvGrpSpPr>
            <p:grpSpPr>
              <a:xfrm>
                <a:off x="6400712" y="5549073"/>
                <a:ext cx="1500799" cy="1015753"/>
                <a:chOff x="1914523" y="1141046"/>
                <a:chExt cx="1500799" cy="1015753"/>
              </a:xfrm>
            </p:grpSpPr>
            <p:sp>
              <p:nvSpPr>
                <p:cNvPr id="334" name="직사각형 333">
                  <a:extLst>
                    <a:ext uri="{FF2B5EF4-FFF2-40B4-BE49-F238E27FC236}">
                      <a16:creationId xmlns:a16="http://schemas.microsoft.com/office/drawing/2014/main" id="{04AC6EF3-1C16-FB53-5846-053B41309D3F}"/>
                    </a:ext>
                  </a:extLst>
                </p:cNvPr>
                <p:cNvSpPr/>
                <p:nvPr/>
              </p:nvSpPr>
              <p:spPr>
                <a:xfrm>
                  <a:off x="1914523" y="1141046"/>
                  <a:ext cx="1500799" cy="101575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35" name="그룹 334">
                  <a:extLst>
                    <a:ext uri="{FF2B5EF4-FFF2-40B4-BE49-F238E27FC236}">
                      <a16:creationId xmlns:a16="http://schemas.microsoft.com/office/drawing/2014/main" id="{0A441C52-93E0-5470-8494-19D5118AD881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38" name="그룹 337">
                    <a:extLst>
                      <a:ext uri="{FF2B5EF4-FFF2-40B4-BE49-F238E27FC236}">
                        <a16:creationId xmlns:a16="http://schemas.microsoft.com/office/drawing/2014/main" id="{DEF62718-38B6-BA03-E596-7D8696A3F59B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40" name="직사각형 339">
                      <a:extLst>
                        <a:ext uri="{FF2B5EF4-FFF2-40B4-BE49-F238E27FC236}">
                          <a16:creationId xmlns:a16="http://schemas.microsoft.com/office/drawing/2014/main" id="{EC57C2C8-9A7E-DDCD-2851-8340B0AF938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41" name="직선 연결선 340">
                      <a:extLst>
                        <a:ext uri="{FF2B5EF4-FFF2-40B4-BE49-F238E27FC236}">
                          <a16:creationId xmlns:a16="http://schemas.microsoft.com/office/drawing/2014/main" id="{561D6DDC-06E5-E53D-7DC9-E7E43D2010C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42" name="직선 연결선 341">
                      <a:extLst>
                        <a:ext uri="{FF2B5EF4-FFF2-40B4-BE49-F238E27FC236}">
                          <a16:creationId xmlns:a16="http://schemas.microsoft.com/office/drawing/2014/main" id="{046C1659-EF7F-490C-25A9-CF81B83EDCF4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14E03716-A9AE-085A-CEC5-2AF81FAFB352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43" name="그룹 342">
                <a:extLst>
                  <a:ext uri="{FF2B5EF4-FFF2-40B4-BE49-F238E27FC236}">
                    <a16:creationId xmlns:a16="http://schemas.microsoft.com/office/drawing/2014/main" id="{1D275CDD-F5D7-D111-AB07-883F6FAC90EE}"/>
                  </a:ext>
                </a:extLst>
              </p:cNvPr>
              <p:cNvGrpSpPr/>
              <p:nvPr/>
            </p:nvGrpSpPr>
            <p:grpSpPr>
              <a:xfrm>
                <a:off x="8018495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44" name="직사각형 343">
                  <a:extLst>
                    <a:ext uri="{FF2B5EF4-FFF2-40B4-BE49-F238E27FC236}">
                      <a16:creationId xmlns:a16="http://schemas.microsoft.com/office/drawing/2014/main" id="{18DCA76E-925D-2403-C08B-D6833645D7C8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45" name="그룹 344">
                  <a:extLst>
                    <a:ext uri="{FF2B5EF4-FFF2-40B4-BE49-F238E27FC236}">
                      <a16:creationId xmlns:a16="http://schemas.microsoft.com/office/drawing/2014/main" id="{57DDB138-63FE-39AA-5E9D-C4F1D5CCD1AB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48" name="그룹 347">
                    <a:extLst>
                      <a:ext uri="{FF2B5EF4-FFF2-40B4-BE49-F238E27FC236}">
                        <a16:creationId xmlns:a16="http://schemas.microsoft.com/office/drawing/2014/main" id="{614ECA3D-3E83-6191-9F57-8AE2520609A1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50" name="직사각형 349">
                      <a:extLst>
                        <a:ext uri="{FF2B5EF4-FFF2-40B4-BE49-F238E27FC236}">
                          <a16:creationId xmlns:a16="http://schemas.microsoft.com/office/drawing/2014/main" id="{8B6676E8-A81C-E4B0-DED3-B03E9559878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51" name="직선 연결선 350">
                      <a:extLst>
                        <a:ext uri="{FF2B5EF4-FFF2-40B4-BE49-F238E27FC236}">
                          <a16:creationId xmlns:a16="http://schemas.microsoft.com/office/drawing/2014/main" id="{2C1F0AB6-344B-6F61-DA31-28BF2194728E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52" name="직선 연결선 351">
                      <a:extLst>
                        <a:ext uri="{FF2B5EF4-FFF2-40B4-BE49-F238E27FC236}">
                          <a16:creationId xmlns:a16="http://schemas.microsoft.com/office/drawing/2014/main" id="{1038ACA8-D269-CDC2-5FC5-99902233C9F3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49" name="TextBox 348">
                    <a:extLst>
                      <a:ext uri="{FF2B5EF4-FFF2-40B4-BE49-F238E27FC236}">
                        <a16:creationId xmlns:a16="http://schemas.microsoft.com/office/drawing/2014/main" id="{FD24C46E-F330-CD8F-CF1C-9CF244BD78F3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4C322C75-8458-2298-84DE-221B9EEBAEDF}"/>
                  </a:ext>
                </a:extLst>
              </p:cNvPr>
              <p:cNvSpPr/>
              <p:nvPr/>
            </p:nvSpPr>
            <p:spPr>
              <a:xfrm>
                <a:off x="1496622" y="6511534"/>
                <a:ext cx="8091878" cy="7804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A50F0B58-6FA5-7F34-B73A-D3B71FCBD6D9}"/>
                </a:ext>
              </a:extLst>
            </p:cNvPr>
            <p:cNvSpPr/>
            <p:nvPr/>
          </p:nvSpPr>
          <p:spPr>
            <a:xfrm>
              <a:off x="8247759" y="1381226"/>
              <a:ext cx="1344342" cy="276999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72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spc="-90" dirty="0">
                  <a:solidFill>
                    <a:schemeClr val="bg1"/>
                  </a:solidFill>
                  <a:latin typeface="+mn-ea"/>
                </a:rPr>
                <a:t>전문가 등재 요청</a:t>
              </a:r>
            </a:p>
          </p:txBody>
        </p:sp>
      </p:grp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14212FFD-5FD8-7ACF-2214-DB0A1B8F88D6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A006F630-701D-EDE8-DBA8-7E591D8A48A4}"/>
              </a:ext>
            </a:extLst>
          </p:cNvPr>
          <p:cNvGrpSpPr/>
          <p:nvPr/>
        </p:nvGrpSpPr>
        <p:grpSpPr>
          <a:xfrm>
            <a:off x="2624737" y="867903"/>
            <a:ext cx="5807164" cy="5440822"/>
            <a:chOff x="2624737" y="867903"/>
            <a:chExt cx="5807164" cy="5440822"/>
          </a:xfrm>
        </p:grpSpPr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983754CB-A294-5717-75FA-D2895961AF90}"/>
                </a:ext>
              </a:extLst>
            </p:cNvPr>
            <p:cNvGrpSpPr/>
            <p:nvPr/>
          </p:nvGrpSpPr>
          <p:grpSpPr>
            <a:xfrm>
              <a:off x="2624737" y="867903"/>
              <a:ext cx="5807164" cy="5440822"/>
              <a:chOff x="2640583" y="871347"/>
              <a:chExt cx="5807164" cy="5440822"/>
            </a:xfrm>
          </p:grpSpPr>
          <p:sp>
            <p:nvSpPr>
              <p:cNvPr id="317" name="모서리가 둥근 직사각형 25">
                <a:extLst>
                  <a:ext uri="{FF2B5EF4-FFF2-40B4-BE49-F238E27FC236}">
                    <a16:creationId xmlns:a16="http://schemas.microsoft.com/office/drawing/2014/main" id="{5097BBA3-7D41-50ED-404A-8444B39F2608}"/>
                  </a:ext>
                </a:extLst>
              </p:cNvPr>
              <p:cNvSpPr/>
              <p:nvPr/>
            </p:nvSpPr>
            <p:spPr>
              <a:xfrm>
                <a:off x="2640583" y="871347"/>
                <a:ext cx="5807164" cy="5440822"/>
              </a:xfrm>
              <a:prstGeom prst="roundRect">
                <a:avLst>
                  <a:gd name="adj" fmla="val 367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 anchorCtr="0"/>
              <a:lstStyle/>
              <a:p>
                <a:pPr>
                  <a:lnSpc>
                    <a:spcPct val="150000"/>
                  </a:lnSpc>
                </a:pPr>
                <a:endParaRPr lang="ko-KR" altLang="en-US" sz="800" spc="-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619E5DCF-7529-6173-9BF5-13440A24F880}"/>
                  </a:ext>
                </a:extLst>
              </p:cNvPr>
              <p:cNvSpPr txBox="1"/>
              <p:nvPr/>
            </p:nvSpPr>
            <p:spPr>
              <a:xfrm>
                <a:off x="2644834" y="1200525"/>
                <a:ext cx="5801996" cy="2939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90000" tIns="36000" bIns="36000" rtlCol="0" anchor="ctr" anchorCtr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전문가 등재 요청</a:t>
                </a:r>
              </a:p>
            </p:txBody>
          </p:sp>
          <p:pic>
            <p:nvPicPr>
              <p:cNvPr id="327" name="그림 326">
                <a:extLst>
                  <a:ext uri="{FF2B5EF4-FFF2-40B4-BE49-F238E27FC236}">
                    <a16:creationId xmlns:a16="http://schemas.microsoft.com/office/drawing/2014/main" id="{29557A15-D25E-82B7-E3AB-AF481D218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73596" y="995802"/>
                <a:ext cx="144000" cy="144000"/>
              </a:xfrm>
              <a:prstGeom prst="rect">
                <a:avLst/>
              </a:prstGeom>
            </p:spPr>
          </p:pic>
          <p:sp>
            <p:nvSpPr>
              <p:cNvPr id="336" name="모서리가 둥근 직사각형 26">
                <a:extLst>
                  <a:ext uri="{FF2B5EF4-FFF2-40B4-BE49-F238E27FC236}">
                    <a16:creationId xmlns:a16="http://schemas.microsoft.com/office/drawing/2014/main" id="{C534541B-1995-70B9-7704-674BDE018589}"/>
                  </a:ext>
                </a:extLst>
              </p:cNvPr>
              <p:cNvSpPr/>
              <p:nvPr/>
            </p:nvSpPr>
            <p:spPr>
              <a:xfrm>
                <a:off x="4544877" y="5770106"/>
                <a:ext cx="2005526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7200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900" b="1" spc="-90" dirty="0">
                    <a:solidFill>
                      <a:schemeClr val="bg1"/>
                    </a:solidFill>
                    <a:latin typeface="+mn-ea"/>
                  </a:rPr>
                  <a:t>등재 요청</a:t>
                </a:r>
              </a:p>
            </p:txBody>
          </p:sp>
        </p:grp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B5041FA4-C76F-B482-808F-ECDC5D4F36E3}"/>
                </a:ext>
              </a:extLst>
            </p:cNvPr>
            <p:cNvSpPr txBox="1"/>
            <p:nvPr/>
          </p:nvSpPr>
          <p:spPr>
            <a:xfrm>
              <a:off x="2731582" y="2949748"/>
              <a:ext cx="5616832" cy="75507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신청정보</a:t>
              </a:r>
              <a:endPara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지역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*:                                                    /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*:                          /                          /                          /</a:t>
              </a:r>
            </a:p>
          </p:txBody>
        </p: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7F57071A-D3A4-BFD6-BA2C-B573F4F8BEF5}"/>
                </a:ext>
              </a:extLst>
            </p:cNvPr>
            <p:cNvGrpSpPr/>
            <p:nvPr/>
          </p:nvGrpSpPr>
          <p:grpSpPr>
            <a:xfrm>
              <a:off x="2751292" y="4029627"/>
              <a:ext cx="5546353" cy="640845"/>
              <a:chOff x="1720375" y="5324268"/>
              <a:chExt cx="5527526" cy="640845"/>
            </a:xfrm>
          </p:grpSpPr>
          <p:sp>
            <p:nvSpPr>
              <p:cNvPr id="301" name="직사각형 300">
                <a:extLst>
                  <a:ext uri="{FF2B5EF4-FFF2-40B4-BE49-F238E27FC236}">
                    <a16:creationId xmlns:a16="http://schemas.microsoft.com/office/drawing/2014/main" id="{FADCC05A-C353-9D97-9B26-ED7B65D76D04}"/>
                  </a:ext>
                </a:extLst>
              </p:cNvPr>
              <p:cNvSpPr/>
              <p:nvPr/>
            </p:nvSpPr>
            <p:spPr>
              <a:xfrm>
                <a:off x="1720375" y="5324268"/>
                <a:ext cx="5527526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06" name="그룹 305">
                <a:extLst>
                  <a:ext uri="{FF2B5EF4-FFF2-40B4-BE49-F238E27FC236}">
                    <a16:creationId xmlns:a16="http://schemas.microsoft.com/office/drawing/2014/main" id="{B2842EFC-CB8A-04D1-FBD6-24DD5A1428B9}"/>
                  </a:ext>
                </a:extLst>
              </p:cNvPr>
              <p:cNvGrpSpPr/>
              <p:nvPr/>
            </p:nvGrpSpPr>
            <p:grpSpPr>
              <a:xfrm>
                <a:off x="7192924" y="5357921"/>
                <a:ext cx="18001" cy="576000"/>
                <a:chOff x="9231725" y="4385706"/>
                <a:chExt cx="36002" cy="792000"/>
              </a:xfrm>
            </p:grpSpPr>
            <p:sp>
              <p:nvSpPr>
                <p:cNvPr id="307" name="Track">
                  <a:extLst>
                    <a:ext uri="{FF2B5EF4-FFF2-40B4-BE49-F238E27FC236}">
                      <a16:creationId xmlns:a16="http://schemas.microsoft.com/office/drawing/2014/main" id="{AD2FEE71-AD6C-49D1-3BB9-6329F558F270}"/>
                    </a:ext>
                  </a:extLst>
                </p:cNvPr>
                <p:cNvSpPr/>
                <p:nvPr/>
              </p:nvSpPr>
              <p:spPr>
                <a:xfrm rot="5400000">
                  <a:off x="8853727" y="4763706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6" name="Track">
                  <a:extLst>
                    <a:ext uri="{FF2B5EF4-FFF2-40B4-BE49-F238E27FC236}">
                      <a16:creationId xmlns:a16="http://schemas.microsoft.com/office/drawing/2014/main" id="{DF9F985A-65A9-DA0F-0CFB-F6DC57F3A489}"/>
                    </a:ext>
                  </a:extLst>
                </p:cNvPr>
                <p:cNvSpPr/>
                <p:nvPr/>
              </p:nvSpPr>
              <p:spPr>
                <a:xfrm rot="5400000">
                  <a:off x="9087725" y="4532821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69696CA3-49DD-3A29-5356-CF178B8503B8}"/>
                </a:ext>
              </a:extLst>
            </p:cNvPr>
            <p:cNvGrpSpPr/>
            <p:nvPr/>
          </p:nvGrpSpPr>
          <p:grpSpPr>
            <a:xfrm>
              <a:off x="3096571" y="3250516"/>
              <a:ext cx="1040896" cy="214247"/>
              <a:chOff x="4011039" y="2184637"/>
              <a:chExt cx="1059173" cy="313679"/>
            </a:xfrm>
          </p:grpSpPr>
          <p:sp>
            <p:nvSpPr>
              <p:cNvPr id="368" name="Input">
                <a:extLst>
                  <a:ext uri="{FF2B5EF4-FFF2-40B4-BE49-F238E27FC236}">
                    <a16:creationId xmlns:a16="http://schemas.microsoft.com/office/drawing/2014/main" id="{6A296EBF-8C31-7C5D-ECBA-9FFCE8C2D868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9" name="Chevron Right">
                <a:extLst>
                  <a:ext uri="{FF2B5EF4-FFF2-40B4-BE49-F238E27FC236}">
                    <a16:creationId xmlns:a16="http://schemas.microsoft.com/office/drawing/2014/main" id="{92E1F116-D455-F012-64C1-3E13C08DD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B02C9DBF-26BE-07BE-BBC1-7613E43A4361}"/>
                </a:ext>
              </a:extLst>
            </p:cNvPr>
            <p:cNvGrpSpPr/>
            <p:nvPr/>
          </p:nvGrpSpPr>
          <p:grpSpPr>
            <a:xfrm>
              <a:off x="4205964" y="3250516"/>
              <a:ext cx="1040896" cy="214247"/>
              <a:chOff x="4011039" y="2184637"/>
              <a:chExt cx="1059173" cy="313679"/>
            </a:xfrm>
          </p:grpSpPr>
          <p:sp>
            <p:nvSpPr>
              <p:cNvPr id="366" name="Input">
                <a:extLst>
                  <a:ext uri="{FF2B5EF4-FFF2-40B4-BE49-F238E27FC236}">
                    <a16:creationId xmlns:a16="http://schemas.microsoft.com/office/drawing/2014/main" id="{F472A672-4E0E-3B7C-5D8D-3210E98FFE95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7" name="Chevron Right">
                <a:extLst>
                  <a:ext uri="{FF2B5EF4-FFF2-40B4-BE49-F238E27FC236}">
                    <a16:creationId xmlns:a16="http://schemas.microsoft.com/office/drawing/2014/main" id="{B31402B9-4F7D-A9E1-87C5-7E5C95F1F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0" name="모서리가 둥근 직사각형 53">
              <a:extLst>
                <a:ext uri="{FF2B5EF4-FFF2-40B4-BE49-F238E27FC236}">
                  <a16:creationId xmlns:a16="http://schemas.microsoft.com/office/drawing/2014/main" id="{6EE94161-6E0D-71AB-338F-0F65D3B70349}"/>
                </a:ext>
              </a:extLst>
            </p:cNvPr>
            <p:cNvSpPr/>
            <p:nvPr/>
          </p:nvSpPr>
          <p:spPr>
            <a:xfrm>
              <a:off x="7804354" y="3237121"/>
              <a:ext cx="459633" cy="207024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추가</a:t>
              </a:r>
            </a:p>
          </p:txBody>
        </p: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60C38AF0-04F0-35ED-4179-008256F39618}"/>
                </a:ext>
              </a:extLst>
            </p:cNvPr>
            <p:cNvGrpSpPr/>
            <p:nvPr/>
          </p:nvGrpSpPr>
          <p:grpSpPr>
            <a:xfrm>
              <a:off x="3097653" y="3476558"/>
              <a:ext cx="1040896" cy="214247"/>
              <a:chOff x="4011039" y="2184637"/>
              <a:chExt cx="1059173" cy="313679"/>
            </a:xfrm>
          </p:grpSpPr>
          <p:sp>
            <p:nvSpPr>
              <p:cNvPr id="376" name="Input">
                <a:extLst>
                  <a:ext uri="{FF2B5EF4-FFF2-40B4-BE49-F238E27FC236}">
                    <a16:creationId xmlns:a16="http://schemas.microsoft.com/office/drawing/2014/main" id="{A6E4BBE9-EBBD-C372-7B79-1217BC12B80C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77" name="Chevron Right">
                <a:extLst>
                  <a:ext uri="{FF2B5EF4-FFF2-40B4-BE49-F238E27FC236}">
                    <a16:creationId xmlns:a16="http://schemas.microsoft.com/office/drawing/2014/main" id="{E8107F58-A225-6532-AFD4-6937644AF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BD1BC714-480D-538A-BDA9-C9C14250C5DA}"/>
                </a:ext>
              </a:extLst>
            </p:cNvPr>
            <p:cNvGrpSpPr/>
            <p:nvPr/>
          </p:nvGrpSpPr>
          <p:grpSpPr>
            <a:xfrm>
              <a:off x="4283255" y="3476558"/>
              <a:ext cx="1040896" cy="214247"/>
              <a:chOff x="4011039" y="2184637"/>
              <a:chExt cx="1059173" cy="313679"/>
            </a:xfrm>
          </p:grpSpPr>
          <p:sp>
            <p:nvSpPr>
              <p:cNvPr id="374" name="Input">
                <a:extLst>
                  <a:ext uri="{FF2B5EF4-FFF2-40B4-BE49-F238E27FC236}">
                    <a16:creationId xmlns:a16="http://schemas.microsoft.com/office/drawing/2014/main" id="{7F125F58-6F8F-7489-3BA1-FD00A564CB52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75" name="Chevron Right">
                <a:extLst>
                  <a:ext uri="{FF2B5EF4-FFF2-40B4-BE49-F238E27FC236}">
                    <a16:creationId xmlns:a16="http://schemas.microsoft.com/office/drawing/2014/main" id="{5BCB0C2F-9353-8018-4BA4-011C75AA97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C8A83A29-FB7F-614C-D884-6801EFF3F6BE}"/>
                </a:ext>
              </a:extLst>
            </p:cNvPr>
            <p:cNvGrpSpPr/>
            <p:nvPr/>
          </p:nvGrpSpPr>
          <p:grpSpPr>
            <a:xfrm>
              <a:off x="5492286" y="3250692"/>
              <a:ext cx="1040896" cy="214247"/>
              <a:chOff x="4011039" y="2184637"/>
              <a:chExt cx="1059173" cy="313679"/>
            </a:xfrm>
          </p:grpSpPr>
          <p:sp>
            <p:nvSpPr>
              <p:cNvPr id="168" name="Input">
                <a:extLst>
                  <a:ext uri="{FF2B5EF4-FFF2-40B4-BE49-F238E27FC236}">
                    <a16:creationId xmlns:a16="http://schemas.microsoft.com/office/drawing/2014/main" id="{9D0895F9-6310-0791-EF92-31E9059743FF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9" name="Chevron Right">
                <a:extLst>
                  <a:ext uri="{FF2B5EF4-FFF2-40B4-BE49-F238E27FC236}">
                    <a16:creationId xmlns:a16="http://schemas.microsoft.com/office/drawing/2014/main" id="{A529E0BF-7C34-CD2C-8972-72CBE6F866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694F0337-12E2-A360-B42D-B690CBF6A33A}"/>
                </a:ext>
              </a:extLst>
            </p:cNvPr>
            <p:cNvGrpSpPr/>
            <p:nvPr/>
          </p:nvGrpSpPr>
          <p:grpSpPr>
            <a:xfrm>
              <a:off x="6624539" y="3250692"/>
              <a:ext cx="1040896" cy="214247"/>
              <a:chOff x="4011039" y="2184637"/>
              <a:chExt cx="1059173" cy="313679"/>
            </a:xfrm>
          </p:grpSpPr>
          <p:sp>
            <p:nvSpPr>
              <p:cNvPr id="382" name="Input">
                <a:extLst>
                  <a:ext uri="{FF2B5EF4-FFF2-40B4-BE49-F238E27FC236}">
                    <a16:creationId xmlns:a16="http://schemas.microsoft.com/office/drawing/2014/main" id="{8E304270-0BC8-85DC-BDF0-27803C29F6B0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3" name="Chevron Right">
                <a:extLst>
                  <a:ext uri="{FF2B5EF4-FFF2-40B4-BE49-F238E27FC236}">
                    <a16:creationId xmlns:a16="http://schemas.microsoft.com/office/drawing/2014/main" id="{13D6AC0C-6711-C4AF-A6B8-2BBE3CBD9C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176523DC-6D50-37D5-2EB2-1C3EE361B4F5}"/>
                </a:ext>
              </a:extLst>
            </p:cNvPr>
            <p:cNvGrpSpPr/>
            <p:nvPr/>
          </p:nvGrpSpPr>
          <p:grpSpPr>
            <a:xfrm>
              <a:off x="5492867" y="3476543"/>
              <a:ext cx="1040896" cy="214247"/>
              <a:chOff x="4011039" y="2184637"/>
              <a:chExt cx="1059173" cy="313679"/>
            </a:xfrm>
          </p:grpSpPr>
          <p:sp>
            <p:nvSpPr>
              <p:cNvPr id="171" name="Input">
                <a:extLst>
                  <a:ext uri="{FF2B5EF4-FFF2-40B4-BE49-F238E27FC236}">
                    <a16:creationId xmlns:a16="http://schemas.microsoft.com/office/drawing/2014/main" id="{771270E1-08BA-2E22-394E-E8AD2132C022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2" name="Chevron Right">
                <a:extLst>
                  <a:ext uri="{FF2B5EF4-FFF2-40B4-BE49-F238E27FC236}">
                    <a16:creationId xmlns:a16="http://schemas.microsoft.com/office/drawing/2014/main" id="{1D90F61C-909A-95C5-F6C8-2AE3CB89C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28F2E12-93E1-DF20-4636-FF922B368C40}"/>
                </a:ext>
              </a:extLst>
            </p:cNvPr>
            <p:cNvGrpSpPr/>
            <p:nvPr/>
          </p:nvGrpSpPr>
          <p:grpSpPr>
            <a:xfrm>
              <a:off x="6700385" y="3476543"/>
              <a:ext cx="1040896" cy="214247"/>
              <a:chOff x="4011039" y="2184637"/>
              <a:chExt cx="1059173" cy="313679"/>
            </a:xfrm>
          </p:grpSpPr>
          <p:sp>
            <p:nvSpPr>
              <p:cNvPr id="174" name="Input">
                <a:extLst>
                  <a:ext uri="{FF2B5EF4-FFF2-40B4-BE49-F238E27FC236}">
                    <a16:creationId xmlns:a16="http://schemas.microsoft.com/office/drawing/2014/main" id="{AFD9D1E6-FBE1-29D1-F9C3-5A8E4118F70D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Chevron Right">
                <a:extLst>
                  <a:ext uri="{FF2B5EF4-FFF2-40B4-BE49-F238E27FC236}">
                    <a16:creationId xmlns:a16="http://schemas.microsoft.com/office/drawing/2014/main" id="{6952F436-A62F-7E9A-DB21-1D3C74AFE7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368345A-3AD6-CF0D-38D5-63D4BEDE61F1}"/>
                </a:ext>
              </a:extLst>
            </p:cNvPr>
            <p:cNvSpPr txBox="1"/>
            <p:nvPr/>
          </p:nvSpPr>
          <p:spPr>
            <a:xfrm>
              <a:off x="2731582" y="3727802"/>
              <a:ext cx="1672343" cy="29168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주요활동 및 학습이력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DEE399E6-9D55-FBD8-4D98-6314A033A8C7}"/>
                </a:ext>
              </a:extLst>
            </p:cNvPr>
            <p:cNvGrpSpPr/>
            <p:nvPr/>
          </p:nvGrpSpPr>
          <p:grpSpPr>
            <a:xfrm>
              <a:off x="2751293" y="4983812"/>
              <a:ext cx="5546353" cy="640845"/>
              <a:chOff x="1697975" y="5324268"/>
              <a:chExt cx="5549926" cy="640845"/>
            </a:xfrm>
          </p:grpSpPr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4E6498D4-F072-7702-13CD-B44B65788259}"/>
                  </a:ext>
                </a:extLst>
              </p:cNvPr>
              <p:cNvSpPr/>
              <p:nvPr/>
            </p:nvSpPr>
            <p:spPr>
              <a:xfrm>
                <a:off x="1697975" y="5324268"/>
                <a:ext cx="5549926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0934537A-779F-649B-89D8-D7DF32DEC20B}"/>
                  </a:ext>
                </a:extLst>
              </p:cNvPr>
              <p:cNvGrpSpPr/>
              <p:nvPr/>
            </p:nvGrpSpPr>
            <p:grpSpPr>
              <a:xfrm>
                <a:off x="7192924" y="5357921"/>
                <a:ext cx="18001" cy="576000"/>
                <a:chOff x="9231725" y="4385706"/>
                <a:chExt cx="36002" cy="792000"/>
              </a:xfrm>
            </p:grpSpPr>
            <p:sp>
              <p:nvSpPr>
                <p:cNvPr id="180" name="Track">
                  <a:extLst>
                    <a:ext uri="{FF2B5EF4-FFF2-40B4-BE49-F238E27FC236}">
                      <a16:creationId xmlns:a16="http://schemas.microsoft.com/office/drawing/2014/main" id="{1E1C7FFA-426B-F749-4113-57864471BD3F}"/>
                    </a:ext>
                  </a:extLst>
                </p:cNvPr>
                <p:cNvSpPr/>
                <p:nvPr/>
              </p:nvSpPr>
              <p:spPr>
                <a:xfrm rot="5400000">
                  <a:off x="8853727" y="4763706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1" name="Track">
                  <a:extLst>
                    <a:ext uri="{FF2B5EF4-FFF2-40B4-BE49-F238E27FC236}">
                      <a16:creationId xmlns:a16="http://schemas.microsoft.com/office/drawing/2014/main" id="{C7C799FE-5308-61C2-2B53-764197E9F3AA}"/>
                    </a:ext>
                  </a:extLst>
                </p:cNvPr>
                <p:cNvSpPr/>
                <p:nvPr/>
              </p:nvSpPr>
              <p:spPr>
                <a:xfrm rot="5400000">
                  <a:off x="9087725" y="4532821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4F63A99-3C60-FB53-1EF6-8F39F06A4649}"/>
                </a:ext>
              </a:extLst>
            </p:cNvPr>
            <p:cNvSpPr txBox="1"/>
            <p:nvPr/>
          </p:nvSpPr>
          <p:spPr>
            <a:xfrm>
              <a:off x="2731582" y="4681987"/>
              <a:ext cx="1656159" cy="29168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자기소개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0E84559-AC06-CF65-797B-C5E4EF84CCD2}"/>
                </a:ext>
              </a:extLst>
            </p:cNvPr>
            <p:cNvGrpSpPr/>
            <p:nvPr/>
          </p:nvGrpSpPr>
          <p:grpSpPr>
            <a:xfrm>
              <a:off x="2773678" y="1573660"/>
              <a:ext cx="1362771" cy="1376088"/>
              <a:chOff x="3881483" y="978229"/>
              <a:chExt cx="2403430" cy="623266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DF224C1A-9114-C078-6BF7-DB0A231A5B0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59C0A056-CF36-FD41-C279-E439480D258A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2EF41F26-93ED-1503-E010-7CFD8813C37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EDF9A501-B825-6003-73EF-3522A728A6A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F4BE9D85-961F-4498-CD73-013556F77C67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B8B17588-3156-6502-5CAD-C4ADED352AE5}"/>
                </a:ext>
              </a:extLst>
            </p:cNvPr>
            <p:cNvSpPr txBox="1"/>
            <p:nvPr/>
          </p:nvSpPr>
          <p:spPr>
            <a:xfrm>
              <a:off x="4267070" y="1557746"/>
              <a:ext cx="4065159" cy="144757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기본정보</a:t>
              </a:r>
              <a:endPara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윤학습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(americano87)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수원고등학교 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고등 수학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010-9876-5432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  <a:hlinkClick r:id="rId6"/>
                </a:rPr>
                <a:t>americano78@gmail.com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5" name="그림 354">
              <a:extLst>
                <a:ext uri="{FF2B5EF4-FFF2-40B4-BE49-F238E27FC236}">
                  <a16:creationId xmlns:a16="http://schemas.microsoft.com/office/drawing/2014/main" id="{727227CB-2059-9FEA-5A9C-65EF79480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71" t="9315" r="77438" b="65940"/>
            <a:stretch>
              <a:fillRect/>
            </a:stretch>
          </p:blipFill>
          <p:spPr>
            <a:xfrm>
              <a:off x="4292486" y="2522635"/>
              <a:ext cx="214897" cy="211203"/>
            </a:xfrm>
            <a:prstGeom prst="rect">
              <a:avLst/>
            </a:prstGeom>
          </p:spPr>
        </p:pic>
        <p:sp>
          <p:nvSpPr>
            <p:cNvPr id="356" name="TextBox 107">
              <a:extLst>
                <a:ext uri="{FF2B5EF4-FFF2-40B4-BE49-F238E27FC236}">
                  <a16:creationId xmlns:a16="http://schemas.microsoft.com/office/drawing/2014/main" id="{A3A22488-AB4C-4E34-066E-86A5A8984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281" y="2514916"/>
              <a:ext cx="1058844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r>
                <a:rPr lang="en-US" altLang="ko-KR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coaching_kim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ACD37587-5D43-2FD8-9B35-51BD8F058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71" t="64192" r="77438" b="11257"/>
            <a:stretch>
              <a:fillRect/>
            </a:stretch>
          </p:blipFill>
          <p:spPr>
            <a:xfrm>
              <a:off x="5507623" y="2518888"/>
              <a:ext cx="214897" cy="209550"/>
            </a:xfrm>
            <a:prstGeom prst="rect">
              <a:avLst/>
            </a:prstGeom>
          </p:spPr>
        </p:pic>
        <p:sp>
          <p:nvSpPr>
            <p:cNvPr id="358" name="TextBox 107">
              <a:extLst>
                <a:ext uri="{FF2B5EF4-FFF2-40B4-BE49-F238E27FC236}">
                  <a16:creationId xmlns:a16="http://schemas.microsoft.com/office/drawing/2014/main" id="{6DAA2926-AA1C-3944-4743-387DD8FFC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7345" y="2507197"/>
              <a:ext cx="1111476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@coaching_kim</a:t>
              </a:r>
            </a:p>
          </p:txBody>
        </p:sp>
      </p:grpSp>
      <p:sp>
        <p:nvSpPr>
          <p:cNvPr id="360" name="타원 359">
            <a:extLst>
              <a:ext uri="{FF2B5EF4-FFF2-40B4-BE49-F238E27FC236}">
                <a16:creationId xmlns:a16="http://schemas.microsoft.com/office/drawing/2014/main" id="{6A8C6CEB-436A-47F3-8042-E40CF8FC60D3}"/>
              </a:ext>
            </a:extLst>
          </p:cNvPr>
          <p:cNvSpPr/>
          <p:nvPr/>
        </p:nvSpPr>
        <p:spPr>
          <a:xfrm>
            <a:off x="2648368" y="15010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3D135ABD-DE6E-FD78-3E5E-4B5348E63C78}"/>
              </a:ext>
            </a:extLst>
          </p:cNvPr>
          <p:cNvSpPr/>
          <p:nvPr/>
        </p:nvSpPr>
        <p:spPr>
          <a:xfrm>
            <a:off x="2785510" y="16037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3328A72C-62E4-2462-0B95-F4E6E7C1AF2B}"/>
              </a:ext>
            </a:extLst>
          </p:cNvPr>
          <p:cNvSpPr/>
          <p:nvPr/>
        </p:nvSpPr>
        <p:spPr>
          <a:xfrm>
            <a:off x="4200396" y="16037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363639A4-F28B-8354-F3BD-1D70310204A7}"/>
              </a:ext>
            </a:extLst>
          </p:cNvPr>
          <p:cNvSpPr/>
          <p:nvPr/>
        </p:nvSpPr>
        <p:spPr>
          <a:xfrm>
            <a:off x="2648368" y="29711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1" name="타원 370">
            <a:extLst>
              <a:ext uri="{FF2B5EF4-FFF2-40B4-BE49-F238E27FC236}">
                <a16:creationId xmlns:a16="http://schemas.microsoft.com/office/drawing/2014/main" id="{E048617D-8D51-7DC7-AFEC-C71B610B6353}"/>
              </a:ext>
            </a:extLst>
          </p:cNvPr>
          <p:cNvSpPr/>
          <p:nvPr/>
        </p:nvSpPr>
        <p:spPr>
          <a:xfrm>
            <a:off x="2664908" y="31924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" name="타원 377">
            <a:extLst>
              <a:ext uri="{FF2B5EF4-FFF2-40B4-BE49-F238E27FC236}">
                <a16:creationId xmlns:a16="http://schemas.microsoft.com/office/drawing/2014/main" id="{8F970CF4-CC80-14BE-C763-99D1754CCE38}"/>
              </a:ext>
            </a:extLst>
          </p:cNvPr>
          <p:cNvSpPr/>
          <p:nvPr/>
        </p:nvSpPr>
        <p:spPr>
          <a:xfrm>
            <a:off x="2664908" y="344315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3" name="타원 432">
            <a:extLst>
              <a:ext uri="{FF2B5EF4-FFF2-40B4-BE49-F238E27FC236}">
                <a16:creationId xmlns:a16="http://schemas.microsoft.com/office/drawing/2014/main" id="{FE85458D-AB00-C415-7197-635F39C086EF}"/>
              </a:ext>
            </a:extLst>
          </p:cNvPr>
          <p:cNvSpPr/>
          <p:nvPr/>
        </p:nvSpPr>
        <p:spPr>
          <a:xfrm>
            <a:off x="7737680" y="31953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4" name="타원 433">
            <a:extLst>
              <a:ext uri="{FF2B5EF4-FFF2-40B4-BE49-F238E27FC236}">
                <a16:creationId xmlns:a16="http://schemas.microsoft.com/office/drawing/2014/main" id="{7E67E0D4-F47C-2A19-6E81-116B35B75620}"/>
              </a:ext>
            </a:extLst>
          </p:cNvPr>
          <p:cNvSpPr/>
          <p:nvPr/>
        </p:nvSpPr>
        <p:spPr>
          <a:xfrm>
            <a:off x="2664908" y="395536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5" name="타원 434">
            <a:extLst>
              <a:ext uri="{FF2B5EF4-FFF2-40B4-BE49-F238E27FC236}">
                <a16:creationId xmlns:a16="http://schemas.microsoft.com/office/drawing/2014/main" id="{A819E327-2352-0B25-91CE-B6C5DECB8FD6}"/>
              </a:ext>
            </a:extLst>
          </p:cNvPr>
          <p:cNvSpPr/>
          <p:nvPr/>
        </p:nvSpPr>
        <p:spPr>
          <a:xfrm>
            <a:off x="2664908" y="487788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6" name="타원 435">
            <a:extLst>
              <a:ext uri="{FF2B5EF4-FFF2-40B4-BE49-F238E27FC236}">
                <a16:creationId xmlns:a16="http://schemas.microsoft.com/office/drawing/2014/main" id="{8B5C1BBE-F8E6-9678-EEEE-1B2AE77DFE00}"/>
              </a:ext>
            </a:extLst>
          </p:cNvPr>
          <p:cNvSpPr/>
          <p:nvPr/>
        </p:nvSpPr>
        <p:spPr>
          <a:xfrm>
            <a:off x="4385080" y="57407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F8E69C9-FB34-941A-80CD-2D4AEC12670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C6A1F3F-F218-B780-D923-C345F185AEC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전문가등재요청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팝업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2699757E-BD30-8849-3FDE-7D36BB022DD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V-HER-02-003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39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F8C79A-364F-00B2-87FB-1DAFB150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824F1FD-7370-8D8B-C74F-D07B684F3EC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5697AA4-4C57-CEE0-8E99-91EFEDAF11B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2900E00-51B4-E420-7E86-00CC83497DD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23E789-2B04-9EBD-06D9-64FE3C2E9D0E}"/>
              </a:ext>
            </a:extLst>
          </p:cNvPr>
          <p:cNvGraphicFramePr/>
          <p:nvPr/>
        </p:nvGraphicFramePr>
        <p:xfrm>
          <a:off x="9655174" y="276226"/>
          <a:ext cx="2532687" cy="202925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회원 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핸드폰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신청내용 입력 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alert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전문가 코칭 신청 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CEE1851-9955-921E-FA18-C93624683E0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780144-777E-924A-6FBB-4658B82C231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411AC2D-9C51-C573-9369-813D0E34A9A4}"/>
              </a:ext>
            </a:extLst>
          </p:cNvPr>
          <p:cNvGrpSpPr/>
          <p:nvPr/>
        </p:nvGrpSpPr>
        <p:grpSpPr>
          <a:xfrm>
            <a:off x="1487488" y="526885"/>
            <a:ext cx="8101012" cy="6054695"/>
            <a:chOff x="1487488" y="526885"/>
            <a:chExt cx="8101012" cy="605469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5C08C3-685F-7F8F-06B4-80BB266B125F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CC69C40C-0A9B-E2AE-7A5C-4EC4332BADD7}"/>
                </a:ext>
              </a:extLst>
            </p:cNvPr>
            <p:cNvGrpSpPr/>
            <p:nvPr/>
          </p:nvGrpSpPr>
          <p:grpSpPr>
            <a:xfrm>
              <a:off x="1551991" y="873982"/>
              <a:ext cx="1824256" cy="1864100"/>
              <a:chOff x="3881483" y="978229"/>
              <a:chExt cx="2403430" cy="623266"/>
            </a:xfrm>
          </p:grpSpPr>
          <p:grpSp>
            <p:nvGrpSpPr>
              <p:cNvPr id="250" name="그룹 249">
                <a:extLst>
                  <a:ext uri="{FF2B5EF4-FFF2-40B4-BE49-F238E27FC236}">
                    <a16:creationId xmlns:a16="http://schemas.microsoft.com/office/drawing/2014/main" id="{6361E705-7FFC-4014-613A-B8CB4CEDD4E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2" name="직사각형 251">
                  <a:extLst>
                    <a:ext uri="{FF2B5EF4-FFF2-40B4-BE49-F238E27FC236}">
                      <a16:creationId xmlns:a16="http://schemas.microsoft.com/office/drawing/2014/main" id="{58F7114B-4802-0557-FB3E-B1A76CF7A89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3" name="직선 연결선 252">
                  <a:extLst>
                    <a:ext uri="{FF2B5EF4-FFF2-40B4-BE49-F238E27FC236}">
                      <a16:creationId xmlns:a16="http://schemas.microsoft.com/office/drawing/2014/main" id="{813FF225-13E5-B105-9246-DB76CA61B71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4" name="직선 연결선 253">
                  <a:extLst>
                    <a:ext uri="{FF2B5EF4-FFF2-40B4-BE49-F238E27FC236}">
                      <a16:creationId xmlns:a16="http://schemas.microsoft.com/office/drawing/2014/main" id="{84B7F733-78C0-9041-F90D-21873AB6298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BF583A5F-361C-F4BB-D3D8-17C77BF7825C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E782CD46-6249-988E-9A15-D455474C0DF2}"/>
                </a:ext>
              </a:extLst>
            </p:cNvPr>
            <p:cNvGrpSpPr/>
            <p:nvPr/>
          </p:nvGrpSpPr>
          <p:grpSpPr>
            <a:xfrm>
              <a:off x="3744797" y="842976"/>
              <a:ext cx="3656372" cy="1510504"/>
              <a:chOff x="3744797" y="1202482"/>
              <a:chExt cx="3656372" cy="1510504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2D42735F-3F09-457E-89FC-75306F0B6C5F}"/>
                  </a:ext>
                </a:extLst>
              </p:cNvPr>
              <p:cNvSpPr txBox="1"/>
              <p:nvPr/>
            </p:nvSpPr>
            <p:spPr>
              <a:xfrm>
                <a:off x="3744797" y="1202482"/>
                <a:ext cx="3656372" cy="120648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  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팔달구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</a:t>
                </a:r>
                <a:r>
                  <a:rPr lang="ko-KR" altLang="en-US" sz="10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동탄구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258" name="그룹 257">
                <a:extLst>
                  <a:ext uri="{FF2B5EF4-FFF2-40B4-BE49-F238E27FC236}">
                    <a16:creationId xmlns:a16="http://schemas.microsoft.com/office/drawing/2014/main" id="{29815488-327F-D0BB-4327-945118FC6522}"/>
                  </a:ext>
                </a:extLst>
              </p:cNvPr>
              <p:cNvGrpSpPr/>
              <p:nvPr/>
            </p:nvGrpSpPr>
            <p:grpSpPr>
              <a:xfrm>
                <a:off x="3754098" y="2242030"/>
                <a:ext cx="1227639" cy="226591"/>
                <a:chOff x="3754098" y="1905972"/>
                <a:chExt cx="1227639" cy="226591"/>
              </a:xfrm>
            </p:grpSpPr>
            <p:pic>
              <p:nvPicPr>
                <p:cNvPr id="246" name="그림 245">
                  <a:extLst>
                    <a:ext uri="{FF2B5EF4-FFF2-40B4-BE49-F238E27FC236}">
                      <a16:creationId xmlns:a16="http://schemas.microsoft.com/office/drawing/2014/main" id="{9729674C-AB9F-41F1-604F-C6961EDEE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9315" r="77438" b="65940"/>
                <a:stretch>
                  <a:fillRect/>
                </a:stretch>
              </p:blipFill>
              <p:spPr>
                <a:xfrm>
                  <a:off x="3754098" y="1913691"/>
                  <a:ext cx="214897" cy="211203"/>
                </a:xfrm>
                <a:prstGeom prst="rect">
                  <a:avLst/>
                </a:prstGeom>
              </p:spPr>
            </p:pic>
            <p:sp>
              <p:nvSpPr>
                <p:cNvPr id="247" name="TextBox 107">
                  <a:extLst>
                    <a:ext uri="{FF2B5EF4-FFF2-40B4-BE49-F238E27FC236}">
                      <a16:creationId xmlns:a16="http://schemas.microsoft.com/office/drawing/2014/main" id="{178E407E-2817-D675-4A97-7AFA0E7C62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2893" y="1905972"/>
                  <a:ext cx="1058844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>
                    <a:defRPr/>
                  </a:pPr>
                  <a:r>
                    <a:rPr lang="en-US" altLang="ko-KR" dirty="0" err="1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coaching_kim</a:t>
                  </a:r>
                  <a:endPara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91CE3C02-944E-2237-2E38-155D01996C09}"/>
                  </a:ext>
                </a:extLst>
              </p:cNvPr>
              <p:cNvGrpSpPr/>
              <p:nvPr/>
            </p:nvGrpSpPr>
            <p:grpSpPr>
              <a:xfrm>
                <a:off x="4969235" y="2234311"/>
                <a:ext cx="1281198" cy="226591"/>
                <a:chOff x="3744798" y="2156806"/>
                <a:chExt cx="1281198" cy="226591"/>
              </a:xfrm>
            </p:grpSpPr>
            <p:pic>
              <p:nvPicPr>
                <p:cNvPr id="248" name="그림 247">
                  <a:extLst>
                    <a:ext uri="{FF2B5EF4-FFF2-40B4-BE49-F238E27FC236}">
                      <a16:creationId xmlns:a16="http://schemas.microsoft.com/office/drawing/2014/main" id="{57D313AF-C55A-52BD-26AE-4BB0C291CD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64192" r="77438" b="11257"/>
                <a:stretch>
                  <a:fillRect/>
                </a:stretch>
              </p:blipFill>
              <p:spPr>
                <a:xfrm>
                  <a:off x="3744798" y="2168497"/>
                  <a:ext cx="214897" cy="209550"/>
                </a:xfrm>
                <a:prstGeom prst="rect">
                  <a:avLst/>
                </a:prstGeom>
              </p:spPr>
            </p:pic>
            <p:sp>
              <p:nvSpPr>
                <p:cNvPr id="249" name="TextBox 107">
                  <a:extLst>
                    <a:ext uri="{FF2B5EF4-FFF2-40B4-BE49-F238E27FC236}">
                      <a16:creationId xmlns:a16="http://schemas.microsoft.com/office/drawing/2014/main" id="{B6A206DB-91D0-7CBB-8958-36F58AC107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4520" y="2156806"/>
                  <a:ext cx="1111476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@coaching_kim</a:t>
                  </a:r>
                </a:p>
              </p:txBody>
            </p:sp>
          </p:grp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57A6D94-4723-CED7-8B0A-646FF7748E20}"/>
                  </a:ext>
                </a:extLst>
              </p:cNvPr>
              <p:cNvSpPr txBox="1"/>
              <p:nvPr/>
            </p:nvSpPr>
            <p:spPr>
              <a:xfrm>
                <a:off x="3744798" y="2442656"/>
                <a:ext cx="2140179" cy="2703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e-mail: coaching@gmail.com</a:t>
                </a:r>
              </a:p>
            </p:txBody>
          </p: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E25DD190-380A-A405-3CCD-B36659644003}"/>
                </a:ext>
              </a:extLst>
            </p:cNvPr>
            <p:cNvGrpSpPr/>
            <p:nvPr/>
          </p:nvGrpSpPr>
          <p:grpSpPr>
            <a:xfrm>
              <a:off x="1541321" y="4058197"/>
              <a:ext cx="7902717" cy="895327"/>
              <a:chOff x="1541321" y="4183243"/>
              <a:chExt cx="7902717" cy="895327"/>
            </a:xfrm>
          </p:grpSpPr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D780442C-9300-BB69-F95D-2569683B1C66}"/>
                  </a:ext>
                </a:extLst>
              </p:cNvPr>
              <p:cNvSpPr txBox="1"/>
              <p:nvPr/>
            </p:nvSpPr>
            <p:spPr>
              <a:xfrm>
                <a:off x="1558641" y="4409861"/>
                <a:ext cx="3893592" cy="26860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EB6DFAFE-6CB0-D218-0A73-768CFD939C1B}"/>
                  </a:ext>
                </a:extLst>
              </p:cNvPr>
              <p:cNvSpPr/>
              <p:nvPr/>
            </p:nvSpPr>
            <p:spPr>
              <a:xfrm>
                <a:off x="1541321" y="4183243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등록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FA4CE3D-788E-C607-2A61-5710E0B73BC7}"/>
                  </a:ext>
                </a:extLst>
              </p:cNvPr>
              <p:cNvSpPr txBox="1"/>
              <p:nvPr/>
            </p:nvSpPr>
            <p:spPr>
              <a:xfrm>
                <a:off x="5550446" y="4409861"/>
                <a:ext cx="3893592" cy="66870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 교육과정 설계 개념과 방향성 실습 코칭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학습공동체 모임을 통한 학습 역량 획득 사례 연구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교사들의 올바른 학생 생활지도 노하우 공유 모임 활동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57BE9D2D-9F00-7646-E1AB-4FEBB5410BD3}"/>
                  </a:ext>
                </a:extLst>
              </p:cNvPr>
              <p:cNvSpPr/>
              <p:nvPr/>
            </p:nvSpPr>
            <p:spPr>
              <a:xfrm>
                <a:off x="5533127" y="4183243"/>
                <a:ext cx="186804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주요활동 및 학습이력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CBBB65FF-6F38-7E37-4E81-EB7603D56024}"/>
                </a:ext>
              </a:extLst>
            </p:cNvPr>
            <p:cNvGrpSpPr/>
            <p:nvPr/>
          </p:nvGrpSpPr>
          <p:grpSpPr>
            <a:xfrm>
              <a:off x="1540632" y="3029203"/>
              <a:ext cx="6884353" cy="1095382"/>
              <a:chOff x="1540632" y="3154249"/>
              <a:chExt cx="6884353" cy="1095382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6979AAC5-6146-9B83-9F52-4B4E0345ED77}"/>
                  </a:ext>
                </a:extLst>
              </p:cNvPr>
              <p:cNvSpPr txBox="1"/>
              <p:nvPr/>
            </p:nvSpPr>
            <p:spPr>
              <a:xfrm>
                <a:off x="1557951" y="3380867"/>
                <a:ext cx="6867034" cy="86876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항상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진심을 다한다는 마음으로 목표를 위해 달려왔습니다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열린 마음으로 소통할 수 있는 준비된 자세로 학교가 원하는 방향에 우리의 가치를 더 발전 시킬 수 있도록  함께 하겠습니다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감사합니다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76A727B5-9233-F894-5C3F-D3C9E3DEB0D6}"/>
                  </a:ext>
                </a:extLst>
              </p:cNvPr>
              <p:cNvSpPr/>
              <p:nvPr/>
            </p:nvSpPr>
            <p:spPr>
              <a:xfrm>
                <a:off x="1540632" y="3154249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자기소개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69" name="모서리가 둥근 직사각형 26">
              <a:extLst>
                <a:ext uri="{FF2B5EF4-FFF2-40B4-BE49-F238E27FC236}">
                  <a16:creationId xmlns:a16="http://schemas.microsoft.com/office/drawing/2014/main" id="{B04A2A2D-D607-3710-D913-24084FAE1739}"/>
                </a:ext>
              </a:extLst>
            </p:cNvPr>
            <p:cNvSpPr/>
            <p:nvPr/>
          </p:nvSpPr>
          <p:spPr>
            <a:xfrm>
              <a:off x="3744797" y="2434335"/>
              <a:ext cx="1788330" cy="311473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9882173F-1F17-742F-7A07-AFFF9DCBD99C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544277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6636437A-C806-E7AB-0265-E6B5BEE88E47}"/>
                </a:ext>
              </a:extLst>
            </p:cNvPr>
            <p:cNvSpPr txBox="1"/>
            <p:nvPr/>
          </p:nvSpPr>
          <p:spPr>
            <a:xfrm>
              <a:off x="1487489" y="519137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9AE0CE5B-A591-3492-D1EA-44A8586F1F01}"/>
                </a:ext>
              </a:extLst>
            </p:cNvPr>
            <p:cNvGrpSpPr/>
            <p:nvPr/>
          </p:nvGrpSpPr>
          <p:grpSpPr>
            <a:xfrm>
              <a:off x="1540632" y="5487809"/>
              <a:ext cx="7903406" cy="1093771"/>
              <a:chOff x="1540632" y="5487809"/>
              <a:chExt cx="7903406" cy="1093771"/>
            </a:xfrm>
          </p:grpSpPr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6B085C28-30D4-4B01-2CBA-43395384F76D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9490"/>
                <a:chOff x="1551721" y="5276792"/>
                <a:chExt cx="2340215" cy="479490"/>
              </a:xfrm>
            </p:grpSpPr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53DE7A83-74F7-80A9-680C-459A41D4A577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949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★★★★★ 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유*습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(</a:t>
                  </a:r>
                  <a:r>
                    <a:rPr lang="en-US" altLang="ko-KR" sz="9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amer</a:t>
                  </a: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*****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) 2026-03-16  </a:t>
                  </a: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D4BAC397-AC6B-2E6D-33AB-D9647E1F1596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272" name="사각형: 둥근 모서리 271">
                    <a:extLst>
                      <a:ext uri="{FF2B5EF4-FFF2-40B4-BE49-F238E27FC236}">
                        <a16:creationId xmlns:a16="http://schemas.microsoft.com/office/drawing/2014/main" id="{A19CB67A-EEE4-FD3A-83F9-7BE5DECAE720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273" name="그래픽 272" descr="사용자">
                    <a:extLst>
                      <a:ext uri="{FF2B5EF4-FFF2-40B4-BE49-F238E27FC236}">
                        <a16:creationId xmlns:a16="http://schemas.microsoft.com/office/drawing/2014/main" id="{ABBFF1BE-F87B-70E1-8512-AAB9242E1E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DA73AD-4F1F-03C1-E898-2635E180A1E4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611065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저의 부족한 교육과정 역량을 보완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키울 수 있도록 많은 도움 주셔서 감사합니다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선생님께서 구성하신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최고에요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^^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어려운 문제에 대해서도 함께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고민해 주시고 적절한 대응방안도 제안해 주시고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...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최고의 멘토가 되어 주셨어요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</a:t>
                </a: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6289CD6-00E0-FBB1-0EA5-8610BBBC2AC7}"/>
                </a:ext>
              </a:extLst>
            </p:cNvPr>
            <p:cNvSpPr txBox="1"/>
            <p:nvPr/>
          </p:nvSpPr>
          <p:spPr>
            <a:xfrm>
              <a:off x="5652257" y="5194602"/>
              <a:ext cx="3936243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평점 </a:t>
              </a:r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높은순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평점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낮은순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최신순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140E50-F647-00F6-E121-9405A28AC353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CA78B6F7-8E6F-D985-FB2B-BFA3128C1A13}"/>
              </a:ext>
            </a:extLst>
          </p:cNvPr>
          <p:cNvGrpSpPr/>
          <p:nvPr/>
        </p:nvGrpSpPr>
        <p:grpSpPr>
          <a:xfrm>
            <a:off x="3670734" y="871348"/>
            <a:ext cx="3746862" cy="4104566"/>
            <a:chOff x="3670734" y="871348"/>
            <a:chExt cx="3746862" cy="4104566"/>
          </a:xfrm>
        </p:grpSpPr>
        <p:sp>
          <p:nvSpPr>
            <p:cNvPr id="10" name="모서리가 둥근 직사각형 25">
              <a:extLst>
                <a:ext uri="{FF2B5EF4-FFF2-40B4-BE49-F238E27FC236}">
                  <a16:creationId xmlns:a16="http://schemas.microsoft.com/office/drawing/2014/main" id="{AA88B055-9AFB-488A-1F25-D1A95913E6E1}"/>
                </a:ext>
              </a:extLst>
            </p:cNvPr>
            <p:cNvSpPr/>
            <p:nvPr/>
          </p:nvSpPr>
          <p:spPr>
            <a:xfrm>
              <a:off x="3670734" y="871348"/>
              <a:ext cx="3746862" cy="4104566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7A11F8-359B-A30A-24B2-E81CA3207F0A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코칭 신청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1BF54C6-4EC3-CD4A-79DC-74B11661E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21" name="모서리가 둥근 직사각형 26">
              <a:extLst>
                <a:ext uri="{FF2B5EF4-FFF2-40B4-BE49-F238E27FC236}">
                  <a16:creationId xmlns:a16="http://schemas.microsoft.com/office/drawing/2014/main" id="{5A218170-0DA9-17E7-248B-493C4FAEE1FC}"/>
                </a:ext>
              </a:extLst>
            </p:cNvPr>
            <p:cNvSpPr/>
            <p:nvPr/>
          </p:nvSpPr>
          <p:spPr>
            <a:xfrm>
              <a:off x="4537257" y="4391480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DC1D16-BF7E-A8B6-23A7-2F090E79BE71}"/>
              </a:ext>
            </a:extLst>
          </p:cNvPr>
          <p:cNvGrpSpPr/>
          <p:nvPr/>
        </p:nvGrpSpPr>
        <p:grpSpPr>
          <a:xfrm>
            <a:off x="3807480" y="1549644"/>
            <a:ext cx="3456268" cy="2681203"/>
            <a:chOff x="3807480" y="1549644"/>
            <a:chExt cx="3456268" cy="2681203"/>
          </a:xfrm>
        </p:grpSpPr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013774CF-9482-5233-01BD-2EC60C1A58CB}"/>
                </a:ext>
              </a:extLst>
            </p:cNvPr>
            <p:cNvGrpSpPr/>
            <p:nvPr/>
          </p:nvGrpSpPr>
          <p:grpSpPr>
            <a:xfrm>
              <a:off x="3807480" y="1549644"/>
              <a:ext cx="3456268" cy="2681203"/>
              <a:chOff x="3807480" y="1549644"/>
              <a:chExt cx="3456268" cy="2681203"/>
            </a:xfrm>
          </p:grpSpPr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2F746353-D378-2B3A-4DCD-C96C12A7BE39}"/>
                  </a:ext>
                </a:extLst>
              </p:cNvPr>
              <p:cNvSpPr/>
              <p:nvPr/>
            </p:nvSpPr>
            <p:spPr>
              <a:xfrm>
                <a:off x="3807480" y="3590002"/>
                <a:ext cx="3456268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C8D483EE-ED86-2C7D-C538-D652C58292E4}"/>
                  </a:ext>
                </a:extLst>
              </p:cNvPr>
              <p:cNvSpPr txBox="1"/>
              <p:nvPr/>
            </p:nvSpPr>
            <p:spPr>
              <a:xfrm>
                <a:off x="3807480" y="1549644"/>
                <a:ext cx="3456268" cy="204774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윤학습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(americano87)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핸드폰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010-9876-5432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이메일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  <a:hlinkClick r:id="rId7"/>
                  </a:rPr>
                  <a:t>americano78@gmail.com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신청내용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D4496621-BDFA-9284-8F3C-9C10539822B7}"/>
                  </a:ext>
                </a:extLst>
              </p:cNvPr>
              <p:cNvGrpSpPr/>
              <p:nvPr/>
            </p:nvGrpSpPr>
            <p:grpSpPr>
              <a:xfrm>
                <a:off x="7208770" y="3623655"/>
                <a:ext cx="18001" cy="576000"/>
                <a:chOff x="9231725" y="2488791"/>
                <a:chExt cx="36002" cy="792000"/>
              </a:xfrm>
            </p:grpSpPr>
            <p:sp>
              <p:nvSpPr>
                <p:cNvPr id="228" name="Track">
                  <a:extLst>
                    <a:ext uri="{FF2B5EF4-FFF2-40B4-BE49-F238E27FC236}">
                      <a16:creationId xmlns:a16="http://schemas.microsoft.com/office/drawing/2014/main" id="{A1E28652-1C31-A8BF-CD56-D5E4EFE8D85F}"/>
                    </a:ext>
                  </a:extLst>
                </p:cNvPr>
                <p:cNvSpPr/>
                <p:nvPr/>
              </p:nvSpPr>
              <p:spPr>
                <a:xfrm rot="5400000">
                  <a:off x="8853727" y="2866791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9" name="Track">
                  <a:extLst>
                    <a:ext uri="{FF2B5EF4-FFF2-40B4-BE49-F238E27FC236}">
                      <a16:creationId xmlns:a16="http://schemas.microsoft.com/office/drawing/2014/main" id="{1066F319-0747-58F6-5C58-A62064582FF5}"/>
                    </a:ext>
                  </a:extLst>
                </p:cNvPr>
                <p:cNvSpPr/>
                <p:nvPr/>
              </p:nvSpPr>
              <p:spPr>
                <a:xfrm rot="5400000">
                  <a:off x="9087725" y="2635905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1AE0A4B-68E4-9AEA-4FB0-895448758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71" t="9315" r="77438" b="65940"/>
            <a:stretch>
              <a:fillRect/>
            </a:stretch>
          </p:blipFill>
          <p:spPr>
            <a:xfrm>
              <a:off x="3822465" y="2753377"/>
              <a:ext cx="214897" cy="211203"/>
            </a:xfrm>
            <a:prstGeom prst="rect">
              <a:avLst/>
            </a:prstGeom>
          </p:spPr>
        </p:pic>
        <p:sp>
          <p:nvSpPr>
            <p:cNvPr id="13" name="TextBox 107">
              <a:extLst>
                <a:ext uri="{FF2B5EF4-FFF2-40B4-BE49-F238E27FC236}">
                  <a16:creationId xmlns:a16="http://schemas.microsoft.com/office/drawing/2014/main" id="{82F20040-96C5-5C92-6B46-CB958E9C8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260" y="2745658"/>
              <a:ext cx="1058844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r>
                <a:rPr lang="en-US" altLang="ko-KR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coaching_kim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DAF772C-D239-33C7-1C38-55D0F0199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71" t="64192" r="77438" b="11257"/>
            <a:stretch>
              <a:fillRect/>
            </a:stretch>
          </p:blipFill>
          <p:spPr>
            <a:xfrm>
              <a:off x="5037602" y="2749630"/>
              <a:ext cx="214897" cy="209550"/>
            </a:xfrm>
            <a:prstGeom prst="rect">
              <a:avLst/>
            </a:prstGeom>
          </p:spPr>
        </p:pic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F3BDD442-06FA-5B7C-CD4C-B3CC8C6EF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324" y="2737939"/>
              <a:ext cx="1111476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@coaching_kim</a:t>
              </a: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6CBD6855-1713-F952-5775-0957B1D021DE}"/>
              </a:ext>
            </a:extLst>
          </p:cNvPr>
          <p:cNvSpPr/>
          <p:nvPr/>
        </p:nvSpPr>
        <p:spPr>
          <a:xfrm>
            <a:off x="3714852" y="15692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D53142-C2E5-EE1C-483C-0E3C839D00B0}"/>
              </a:ext>
            </a:extLst>
          </p:cNvPr>
          <p:cNvSpPr/>
          <p:nvPr/>
        </p:nvSpPr>
        <p:spPr>
          <a:xfrm>
            <a:off x="3740806" y="351985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5DE00E1-2B7A-0DCF-C51D-9535D3904CAA}"/>
              </a:ext>
            </a:extLst>
          </p:cNvPr>
          <p:cNvSpPr/>
          <p:nvPr/>
        </p:nvSpPr>
        <p:spPr>
          <a:xfrm>
            <a:off x="4390656" y="436598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DF8B1F-5EEF-9B85-0022-0CC570248C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2F5054-1CF1-874D-F486-6D3583CB2F2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코칭신청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팝업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B5486-1409-28F6-F0C7-7AD351FF2CC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V-HER-02-004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41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0DD1BE1-E506-470C-2FE5-ACE4C421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A457604-1C91-9071-A081-678BD9570EF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32EFB33-27E6-DE08-569C-A6118A62553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2675F1F-1B04-0C44-F043-6C70A147504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CC82601-E10C-4BA9-90C3-ED083AC6639E}"/>
              </a:ext>
            </a:extLst>
          </p:cNvPr>
          <p:cNvGraphicFramePr/>
          <p:nvPr/>
        </p:nvGraphicFramePr>
        <p:xfrm>
          <a:off x="9655174" y="276226"/>
          <a:ext cx="2532687" cy="1813203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문의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AD5650C-61A5-6646-20D4-6997EAF264F8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CE8324-3829-6B4F-B811-96BBEDBE8FA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1DA48CF-BC18-1ACB-7105-BB61C84D3E13}"/>
              </a:ext>
            </a:extLst>
          </p:cNvPr>
          <p:cNvGrpSpPr/>
          <p:nvPr/>
        </p:nvGrpSpPr>
        <p:grpSpPr>
          <a:xfrm>
            <a:off x="1487488" y="526885"/>
            <a:ext cx="8101012" cy="6054695"/>
            <a:chOff x="1487488" y="526885"/>
            <a:chExt cx="8101012" cy="605469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A0D630-15BD-E2D3-26FF-8BA62C24CC26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0639588D-9272-7E0D-A6E1-8C10B9B81BE6}"/>
                </a:ext>
              </a:extLst>
            </p:cNvPr>
            <p:cNvGrpSpPr/>
            <p:nvPr/>
          </p:nvGrpSpPr>
          <p:grpSpPr>
            <a:xfrm>
              <a:off x="1551991" y="873982"/>
              <a:ext cx="1824256" cy="1864100"/>
              <a:chOff x="3881483" y="978229"/>
              <a:chExt cx="2403430" cy="623266"/>
            </a:xfrm>
          </p:grpSpPr>
          <p:grpSp>
            <p:nvGrpSpPr>
              <p:cNvPr id="250" name="그룹 249">
                <a:extLst>
                  <a:ext uri="{FF2B5EF4-FFF2-40B4-BE49-F238E27FC236}">
                    <a16:creationId xmlns:a16="http://schemas.microsoft.com/office/drawing/2014/main" id="{E6C568CA-E545-10FE-3ACC-966F74C31FD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2" name="직사각형 251">
                  <a:extLst>
                    <a:ext uri="{FF2B5EF4-FFF2-40B4-BE49-F238E27FC236}">
                      <a16:creationId xmlns:a16="http://schemas.microsoft.com/office/drawing/2014/main" id="{1414B7C5-792F-32DF-4CA3-054B68D8D5D7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3" name="직선 연결선 252">
                  <a:extLst>
                    <a:ext uri="{FF2B5EF4-FFF2-40B4-BE49-F238E27FC236}">
                      <a16:creationId xmlns:a16="http://schemas.microsoft.com/office/drawing/2014/main" id="{5F5B42EA-8360-1879-AF47-6F6A2BD09D3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4" name="직선 연결선 253">
                  <a:extLst>
                    <a:ext uri="{FF2B5EF4-FFF2-40B4-BE49-F238E27FC236}">
                      <a16:creationId xmlns:a16="http://schemas.microsoft.com/office/drawing/2014/main" id="{C87DA0D5-E3AA-0974-3F2A-211B67716082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9ED34E94-C56C-F236-7D47-EE2B1EAB71E2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A967A59F-1D8D-367F-D94E-29AE36717923}"/>
                </a:ext>
              </a:extLst>
            </p:cNvPr>
            <p:cNvGrpSpPr/>
            <p:nvPr/>
          </p:nvGrpSpPr>
          <p:grpSpPr>
            <a:xfrm>
              <a:off x="3744797" y="842976"/>
              <a:ext cx="3656372" cy="1510504"/>
              <a:chOff x="3744797" y="1202482"/>
              <a:chExt cx="3656372" cy="1510504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13D236C-2E46-FB38-822F-178031CDA5DB}"/>
                  </a:ext>
                </a:extLst>
              </p:cNvPr>
              <p:cNvSpPr txBox="1"/>
              <p:nvPr/>
            </p:nvSpPr>
            <p:spPr>
              <a:xfrm>
                <a:off x="3744797" y="1202482"/>
                <a:ext cx="3656372" cy="120648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  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팔달구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</a:t>
                </a:r>
                <a:r>
                  <a:rPr lang="ko-KR" altLang="en-US" sz="10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동탄구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258" name="그룹 257">
                <a:extLst>
                  <a:ext uri="{FF2B5EF4-FFF2-40B4-BE49-F238E27FC236}">
                    <a16:creationId xmlns:a16="http://schemas.microsoft.com/office/drawing/2014/main" id="{1C9CC1F9-FE58-BD09-A288-CF4AE3E900B7}"/>
                  </a:ext>
                </a:extLst>
              </p:cNvPr>
              <p:cNvGrpSpPr/>
              <p:nvPr/>
            </p:nvGrpSpPr>
            <p:grpSpPr>
              <a:xfrm>
                <a:off x="3754098" y="2242030"/>
                <a:ext cx="1227639" cy="226591"/>
                <a:chOff x="3754098" y="1905972"/>
                <a:chExt cx="1227639" cy="226591"/>
              </a:xfrm>
            </p:grpSpPr>
            <p:pic>
              <p:nvPicPr>
                <p:cNvPr id="246" name="그림 245">
                  <a:extLst>
                    <a:ext uri="{FF2B5EF4-FFF2-40B4-BE49-F238E27FC236}">
                      <a16:creationId xmlns:a16="http://schemas.microsoft.com/office/drawing/2014/main" id="{96A84162-FADF-7CC9-1666-F300175059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9315" r="77438" b="65940"/>
                <a:stretch>
                  <a:fillRect/>
                </a:stretch>
              </p:blipFill>
              <p:spPr>
                <a:xfrm>
                  <a:off x="3754098" y="1913691"/>
                  <a:ext cx="214897" cy="211203"/>
                </a:xfrm>
                <a:prstGeom prst="rect">
                  <a:avLst/>
                </a:prstGeom>
              </p:spPr>
            </p:pic>
            <p:sp>
              <p:nvSpPr>
                <p:cNvPr id="247" name="TextBox 107">
                  <a:extLst>
                    <a:ext uri="{FF2B5EF4-FFF2-40B4-BE49-F238E27FC236}">
                      <a16:creationId xmlns:a16="http://schemas.microsoft.com/office/drawing/2014/main" id="{5D0EDC0F-A03E-2CE5-C3B5-8AE964CA0B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2893" y="1905972"/>
                  <a:ext cx="1058844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>
                    <a:defRPr/>
                  </a:pPr>
                  <a:r>
                    <a:rPr lang="en-US" altLang="ko-KR" dirty="0" err="1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coaching_kim</a:t>
                  </a:r>
                  <a:endPara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D2E5D894-7D80-2130-50D8-D7E07B5CF5A7}"/>
                  </a:ext>
                </a:extLst>
              </p:cNvPr>
              <p:cNvGrpSpPr/>
              <p:nvPr/>
            </p:nvGrpSpPr>
            <p:grpSpPr>
              <a:xfrm>
                <a:off x="4969235" y="2234311"/>
                <a:ext cx="1281198" cy="226591"/>
                <a:chOff x="3744798" y="2156806"/>
                <a:chExt cx="1281198" cy="226591"/>
              </a:xfrm>
            </p:grpSpPr>
            <p:pic>
              <p:nvPicPr>
                <p:cNvPr id="248" name="그림 247">
                  <a:extLst>
                    <a:ext uri="{FF2B5EF4-FFF2-40B4-BE49-F238E27FC236}">
                      <a16:creationId xmlns:a16="http://schemas.microsoft.com/office/drawing/2014/main" id="{AE41AEF6-FCB4-6325-9D5A-F6455E60F4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64192" r="77438" b="11257"/>
                <a:stretch>
                  <a:fillRect/>
                </a:stretch>
              </p:blipFill>
              <p:spPr>
                <a:xfrm>
                  <a:off x="3744798" y="2168497"/>
                  <a:ext cx="214897" cy="209550"/>
                </a:xfrm>
                <a:prstGeom prst="rect">
                  <a:avLst/>
                </a:prstGeom>
              </p:spPr>
            </p:pic>
            <p:sp>
              <p:nvSpPr>
                <p:cNvPr id="249" name="TextBox 107">
                  <a:extLst>
                    <a:ext uri="{FF2B5EF4-FFF2-40B4-BE49-F238E27FC236}">
                      <a16:creationId xmlns:a16="http://schemas.microsoft.com/office/drawing/2014/main" id="{F605B897-C5B5-AE2F-DB34-BF3CA7A73E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4520" y="2156806"/>
                  <a:ext cx="1111476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@coaching_kim</a:t>
                  </a:r>
                </a:p>
              </p:txBody>
            </p:sp>
          </p:grp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22768FC9-B6C5-FEAB-FB7D-47C041F23D8B}"/>
                  </a:ext>
                </a:extLst>
              </p:cNvPr>
              <p:cNvSpPr txBox="1"/>
              <p:nvPr/>
            </p:nvSpPr>
            <p:spPr>
              <a:xfrm>
                <a:off x="3744798" y="2442656"/>
                <a:ext cx="2140179" cy="2703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e-mail: coaching@gmail.com</a:t>
                </a:r>
              </a:p>
            </p:txBody>
          </p: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B3970209-4D72-146A-0221-5CF7C7CA4D78}"/>
                </a:ext>
              </a:extLst>
            </p:cNvPr>
            <p:cNvGrpSpPr/>
            <p:nvPr/>
          </p:nvGrpSpPr>
          <p:grpSpPr>
            <a:xfrm>
              <a:off x="1541321" y="4058197"/>
              <a:ext cx="7902717" cy="895327"/>
              <a:chOff x="1541321" y="4183243"/>
              <a:chExt cx="7902717" cy="895327"/>
            </a:xfrm>
          </p:grpSpPr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2EF31B39-D052-CFEF-59CB-EC33BDFB1C34}"/>
                  </a:ext>
                </a:extLst>
              </p:cNvPr>
              <p:cNvSpPr txBox="1"/>
              <p:nvPr/>
            </p:nvSpPr>
            <p:spPr>
              <a:xfrm>
                <a:off x="1558641" y="4409861"/>
                <a:ext cx="3893592" cy="26860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8D5306C2-E068-6A71-0934-C599C7699FFE}"/>
                  </a:ext>
                </a:extLst>
              </p:cNvPr>
              <p:cNvSpPr/>
              <p:nvPr/>
            </p:nvSpPr>
            <p:spPr>
              <a:xfrm>
                <a:off x="1541321" y="4183243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등록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35D72C95-00E3-5B5C-0D83-DCF6A7C76322}"/>
                  </a:ext>
                </a:extLst>
              </p:cNvPr>
              <p:cNvSpPr txBox="1"/>
              <p:nvPr/>
            </p:nvSpPr>
            <p:spPr>
              <a:xfrm>
                <a:off x="5550446" y="4409861"/>
                <a:ext cx="3893592" cy="66870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 교육과정 설계 개념과 방향성 실습 코칭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학습공동체 모임을 통한 학습 역량 획득 사례 연구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교사들의 올바른 학생 생활지도 노하우 공유 모임 활동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E10907A9-08E7-ED94-F5A2-7F0E55FDEEEE}"/>
                  </a:ext>
                </a:extLst>
              </p:cNvPr>
              <p:cNvSpPr/>
              <p:nvPr/>
            </p:nvSpPr>
            <p:spPr>
              <a:xfrm>
                <a:off x="5533127" y="4183243"/>
                <a:ext cx="186804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주요활동 및 학습이력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BC3FE0A1-FAB8-6E07-FE67-AA4AD838B7C5}"/>
                </a:ext>
              </a:extLst>
            </p:cNvPr>
            <p:cNvGrpSpPr/>
            <p:nvPr/>
          </p:nvGrpSpPr>
          <p:grpSpPr>
            <a:xfrm>
              <a:off x="1540632" y="3029203"/>
              <a:ext cx="6884353" cy="1095382"/>
              <a:chOff x="1540632" y="3154249"/>
              <a:chExt cx="6884353" cy="1095382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AC18679-E60B-2F09-712B-C75AEF55848E}"/>
                  </a:ext>
                </a:extLst>
              </p:cNvPr>
              <p:cNvSpPr txBox="1"/>
              <p:nvPr/>
            </p:nvSpPr>
            <p:spPr>
              <a:xfrm>
                <a:off x="1557951" y="3380867"/>
                <a:ext cx="6867034" cy="86876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항상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진심을 다한다는 마음으로 목표를 위해 달려왔습니다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열린 마음으로 소통할 수 있는 준비된 자세로 학교가 원하는 방향에 우리의 가치를 더 발전 시킬 수 있도록  함께 하겠습니다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감사합니다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6DAAE8BB-EA45-4CDA-905B-4B99B969095B}"/>
                  </a:ext>
                </a:extLst>
              </p:cNvPr>
              <p:cNvSpPr/>
              <p:nvPr/>
            </p:nvSpPr>
            <p:spPr>
              <a:xfrm>
                <a:off x="1540632" y="3154249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자기소개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69" name="모서리가 둥근 직사각형 26">
              <a:extLst>
                <a:ext uri="{FF2B5EF4-FFF2-40B4-BE49-F238E27FC236}">
                  <a16:creationId xmlns:a16="http://schemas.microsoft.com/office/drawing/2014/main" id="{9D423645-B9EE-BEB0-4999-680522F896A2}"/>
                </a:ext>
              </a:extLst>
            </p:cNvPr>
            <p:cNvSpPr/>
            <p:nvPr/>
          </p:nvSpPr>
          <p:spPr>
            <a:xfrm>
              <a:off x="3744797" y="2434335"/>
              <a:ext cx="1788330" cy="311473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BDBBB1E6-8BCD-393C-BC5D-9DAA46501179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544277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1EFE424-77C0-8506-E36A-E03353950ABD}"/>
                </a:ext>
              </a:extLst>
            </p:cNvPr>
            <p:cNvSpPr txBox="1"/>
            <p:nvPr/>
          </p:nvSpPr>
          <p:spPr>
            <a:xfrm>
              <a:off x="1487489" y="519137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80C9A57E-20E2-589C-D7EA-374DC2D442A6}"/>
                </a:ext>
              </a:extLst>
            </p:cNvPr>
            <p:cNvGrpSpPr/>
            <p:nvPr/>
          </p:nvGrpSpPr>
          <p:grpSpPr>
            <a:xfrm>
              <a:off x="1540632" y="5487809"/>
              <a:ext cx="7903406" cy="1093771"/>
              <a:chOff x="1540632" y="5487809"/>
              <a:chExt cx="7903406" cy="1093771"/>
            </a:xfrm>
          </p:grpSpPr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0319989D-81A9-27F5-E12F-422B1A08ED37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9490"/>
                <a:chOff x="1551721" y="5276792"/>
                <a:chExt cx="2340215" cy="479490"/>
              </a:xfrm>
            </p:grpSpPr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98EF38D8-E50A-F735-8FF9-76EF9DA575D7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949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★★★★★ 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유*습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(</a:t>
                  </a:r>
                  <a:r>
                    <a:rPr lang="en-US" altLang="ko-KR" sz="9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amer</a:t>
                  </a: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*****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) 2026-03-16  </a:t>
                  </a: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E1A60E92-D1D5-919C-EAFD-2178396DF350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272" name="사각형: 둥근 모서리 271">
                    <a:extLst>
                      <a:ext uri="{FF2B5EF4-FFF2-40B4-BE49-F238E27FC236}">
                        <a16:creationId xmlns:a16="http://schemas.microsoft.com/office/drawing/2014/main" id="{F6D80581-7C3B-8B53-74F0-0A253475ADFF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273" name="그래픽 272" descr="사용자">
                    <a:extLst>
                      <a:ext uri="{FF2B5EF4-FFF2-40B4-BE49-F238E27FC236}">
                        <a16:creationId xmlns:a16="http://schemas.microsoft.com/office/drawing/2014/main" id="{F58F1BBC-6BEA-52DF-A5CF-6B4CFF493B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6E85A71D-0C39-9AD3-39B5-38F73658D613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611065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저의 부족한 교육과정 역량을 보완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키울 수 있도록 많은 도움 주셔서 감사합니다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선생님께서 구성하신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최고에요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^^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어려운 문제에 대해서도 함께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고민해 주시고 적절한 대응방안도 제안해 주시고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...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최고의 멘토가 되어 주셨어요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</a:t>
                </a: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BC3EC827-5E94-809F-FAEC-D156311A0D98}"/>
                </a:ext>
              </a:extLst>
            </p:cNvPr>
            <p:cNvSpPr txBox="1"/>
            <p:nvPr/>
          </p:nvSpPr>
          <p:spPr>
            <a:xfrm>
              <a:off x="5652257" y="5194602"/>
              <a:ext cx="3936243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평점 </a:t>
              </a:r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높은순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평점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낮은순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최신순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F58F2B-3918-F99C-1DBF-04E858AE10B1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814CECC4-466D-E39B-C656-0A2D2AA72956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10" name="모서리가 둥근 직사각형 25">
              <a:extLst>
                <a:ext uri="{FF2B5EF4-FFF2-40B4-BE49-F238E27FC236}">
                  <a16:creationId xmlns:a16="http://schemas.microsoft.com/office/drawing/2014/main" id="{4FA2F6C3-2119-AFD9-4A8D-44C443AE04E7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F46BF7-88E8-B5C8-BFFA-0A4E779CDC45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문의하기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2C36EF2-2AE0-8AAA-5E98-8792D752C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21" name="모서리가 둥근 직사각형 26">
              <a:extLst>
                <a:ext uri="{FF2B5EF4-FFF2-40B4-BE49-F238E27FC236}">
                  <a16:creationId xmlns:a16="http://schemas.microsoft.com/office/drawing/2014/main" id="{76CA285B-196D-4D5C-C7F9-46C929A182B9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문의하기</a:t>
              </a: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6C572094-642C-B872-095F-568CF2483959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69B818A4-C6A6-E9D9-8861-F9DCFB0C7C04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25AB74DF-5B19-B68A-2CD7-5AA8AF699E4C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E574B43D-90B5-C0AC-D448-1F6287F823A2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228" name="Track">
                <a:extLst>
                  <a:ext uri="{FF2B5EF4-FFF2-40B4-BE49-F238E27FC236}">
                    <a16:creationId xmlns:a16="http://schemas.microsoft.com/office/drawing/2014/main" id="{42C205A7-C667-D2B5-1FB0-5509153FDDD4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9" name="Track">
                <a:extLst>
                  <a:ext uri="{FF2B5EF4-FFF2-40B4-BE49-F238E27FC236}">
                    <a16:creationId xmlns:a16="http://schemas.microsoft.com/office/drawing/2014/main" id="{54D10F80-6AD4-1117-78A1-0C0F7F52881E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9F69DA-1041-7B1A-EB18-EDA3BF5A9029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CDE632B-B6B1-3C6A-53C2-9C801684F883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5F62E539-1E08-A64E-6FE2-60059E6A2B1F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47165FE-BF3C-CC98-6F64-F410AE9F2DE1}"/>
              </a:ext>
            </a:extLst>
          </p:cNvPr>
          <p:cNvSpPr/>
          <p:nvPr/>
        </p:nvSpPr>
        <p:spPr>
          <a:xfrm>
            <a:off x="3719513" y="18967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B16F558-0F98-20FA-47EE-76FD63A93E06}"/>
              </a:ext>
            </a:extLst>
          </p:cNvPr>
          <p:cNvSpPr/>
          <p:nvPr/>
        </p:nvSpPr>
        <p:spPr>
          <a:xfrm>
            <a:off x="3719513" y="24668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81878-0235-7DCB-28E8-B3929B3B7F1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5FA13-CAFA-9507-E644-11B27BD6A447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문의하기 팝업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55D59-C3EA-A2E8-E105-63478A32A00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V-HER-02-005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4630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C76C19-77F7-618F-D383-C98CF4BD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0070BF8-C99C-6612-AE8E-6BDDF364DC5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8613082-006D-D98D-14F9-ADE1FD4E685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40D6396-F796-9A23-A68E-6557C2D5AA2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DBCFB6F-C181-31F9-9C10-8D0523E5AA46}"/>
              </a:ext>
            </a:extLst>
          </p:cNvPr>
          <p:cNvGraphicFramePr/>
          <p:nvPr/>
        </p:nvGraphicFramePr>
        <p:xfrm>
          <a:off x="9655174" y="276226"/>
          <a:ext cx="2532687" cy="2395012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정보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신고대상 이름 자동 세팅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유형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콘텐츠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내용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허위정보 기재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신고내용 입력 창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확인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 완료 후 팝업 닫힘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05DDF82-E8CE-6E93-31A9-A4DED39D89F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3609B8-80EA-9F7D-F0D5-04BFCF11D988}"/>
              </a:ext>
            </a:extLst>
          </p:cNvPr>
          <p:cNvGrpSpPr/>
          <p:nvPr/>
        </p:nvGrpSpPr>
        <p:grpSpPr>
          <a:xfrm>
            <a:off x="1540632" y="3668297"/>
            <a:ext cx="7903406" cy="913721"/>
            <a:chOff x="1540632" y="5487809"/>
            <a:chExt cx="7903406" cy="9137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D76DF66-6FEB-91AC-51E7-1E49F0A46163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24EB47-7E18-45CF-208F-EA655BB315BC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★★★★☆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김*동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(kim7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EE268AE-AC55-6AB0-4BF5-59BBE37532A1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9F5761EF-357D-D4D0-23A9-8246DA396B21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17" name="그래픽 16" descr="사용자">
                  <a:extLst>
                    <a:ext uri="{FF2B5EF4-FFF2-40B4-BE49-F238E27FC236}">
                      <a16:creationId xmlns:a16="http://schemas.microsoft.com/office/drawing/2014/main" id="{807ADD60-0C01-60CD-69E7-8D51DA2FCC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A58607-5B49-E165-D3FA-292335CF4163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3101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바쁘신 와중에도 항상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신경써주시고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덕분에 목표를 이룰 수 있었네요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정말정말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감사드려요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EDF543-DEEC-FE4F-E308-8A322DE499B8}"/>
              </a:ext>
            </a:extLst>
          </p:cNvPr>
          <p:cNvGrpSpPr/>
          <p:nvPr/>
        </p:nvGrpSpPr>
        <p:grpSpPr>
          <a:xfrm>
            <a:off x="5410449" y="3368047"/>
            <a:ext cx="243978" cy="444787"/>
            <a:chOff x="3169920" y="2849880"/>
            <a:chExt cx="243978" cy="4447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DCAEBA-236C-E2B2-D475-50A29C5A368D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32AF9F-47E6-024F-0AC0-39061B956EA2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FFB0AB-1B94-3311-AD44-23C10184895F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24E9A47A-3E87-EA95-385B-E4CF248ED71B}"/>
              </a:ext>
            </a:extLst>
          </p:cNvPr>
          <p:cNvCxnSpPr>
            <a:cxnSpLocks/>
          </p:cNvCxnSpPr>
          <p:nvPr/>
        </p:nvCxnSpPr>
        <p:spPr>
          <a:xfrm>
            <a:off x="1487488" y="2510546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C629B401-460B-FEC6-F06E-528173EA15BB}"/>
              </a:ext>
            </a:extLst>
          </p:cNvPr>
          <p:cNvSpPr txBox="1"/>
          <p:nvPr/>
        </p:nvSpPr>
        <p:spPr>
          <a:xfrm>
            <a:off x="1487489" y="2259147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6A5AD3DA-E402-ACDE-48A1-8DDEACF3F12B}"/>
              </a:ext>
            </a:extLst>
          </p:cNvPr>
          <p:cNvGrpSpPr/>
          <p:nvPr/>
        </p:nvGrpSpPr>
        <p:grpSpPr>
          <a:xfrm>
            <a:off x="1540632" y="2555580"/>
            <a:ext cx="7903406" cy="1093771"/>
            <a:chOff x="1540632" y="5487809"/>
            <a:chExt cx="7903406" cy="1093771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1895460F-83A5-28AC-0085-9444DE18C347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987D536-45C3-BD08-4251-1ECF513EAB50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윤*습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amer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48D3E9DF-D161-8A6C-AB1E-0921643B97AB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272" name="사각형: 둥근 모서리 271">
                  <a:extLst>
                    <a:ext uri="{FF2B5EF4-FFF2-40B4-BE49-F238E27FC236}">
                      <a16:creationId xmlns:a16="http://schemas.microsoft.com/office/drawing/2014/main" id="{7CFBBAB8-DAEF-1997-68B5-FD48E78C3374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273" name="그래픽 272" descr="사용자">
                  <a:extLst>
                    <a:ext uri="{FF2B5EF4-FFF2-40B4-BE49-F238E27FC236}">
                      <a16:creationId xmlns:a16="http://schemas.microsoft.com/office/drawing/2014/main" id="{100A1C93-550E-8228-6B53-D45CF551C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36E207B-110B-C15A-4E94-01C2E27730B1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61106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저의 부족한 교육과정 역량을 보완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키울 수 있도록 많은 도움 주셔서 감사합니다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선생님께서 구성하신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또한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최고에요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어려운 문제에 대해서도 함께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고민해 주시고 적절한 대응방안도 제안해 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멘토가 되어 주셨어요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</a:t>
              </a: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C5C3CE40-FA5B-5885-D345-DFCBF1B7F2D1}"/>
              </a:ext>
            </a:extLst>
          </p:cNvPr>
          <p:cNvSpPr txBox="1"/>
          <p:nvPr/>
        </p:nvSpPr>
        <p:spPr>
          <a:xfrm>
            <a:off x="7401169" y="2262373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1E8E8B1-11B1-66D0-9025-9F9336FE8D57}"/>
              </a:ext>
            </a:extLst>
          </p:cNvPr>
          <p:cNvGrpSpPr/>
          <p:nvPr/>
        </p:nvGrpSpPr>
        <p:grpSpPr>
          <a:xfrm>
            <a:off x="1495701" y="511185"/>
            <a:ext cx="1988878" cy="1572209"/>
            <a:chOff x="3533557" y="1075736"/>
            <a:chExt cx="1988878" cy="15722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EC4A52-7400-E95D-006A-56AB291B3954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B33C97B-7B0A-8263-4B70-86C7766250AE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70BEEB4-499A-516A-79E6-D87CE33D50B9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E763D333-3A18-B6C5-085B-93677E8CDB59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A96FD9C9-63F6-62A4-053D-7C45C7E33655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6695C9E6-A4F7-F8C5-DEBF-DF9921B45C60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29" name="직선 연결선 28">
                    <a:extLst>
                      <a:ext uri="{FF2B5EF4-FFF2-40B4-BE49-F238E27FC236}">
                        <a16:creationId xmlns:a16="http://schemas.microsoft.com/office/drawing/2014/main" id="{06244B2B-1680-45F4-B723-F23C7922491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0" name="직선 연결선 29">
                    <a:extLst>
                      <a:ext uri="{FF2B5EF4-FFF2-40B4-BE49-F238E27FC236}">
                        <a16:creationId xmlns:a16="http://schemas.microsoft.com/office/drawing/2014/main" id="{D3287367-5509-C00C-21FA-B8740320452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3B1CF40-C0ED-95EE-EB95-99E1DD966329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963FA924-41C3-0A61-65FE-FA6CB5E79760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B79516E-5573-4411-5B2E-432289936115}"/>
              </a:ext>
            </a:extLst>
          </p:cNvPr>
          <p:cNvGrpSpPr/>
          <p:nvPr/>
        </p:nvGrpSpPr>
        <p:grpSpPr>
          <a:xfrm>
            <a:off x="3484579" y="513342"/>
            <a:ext cx="1988878" cy="1572209"/>
            <a:chOff x="3533557" y="1075736"/>
            <a:chExt cx="1988878" cy="157220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F87AFD-CA73-1D6B-8D7C-38BABEE9F15B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889A5F0-2153-062B-453D-605123B8B78B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A7D13E05-3940-CC5C-983A-7BC271113C7E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92215DBD-4CE9-3800-8AA9-EE747C6B6E54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69AF8C1E-2ABF-E683-395C-B74D8B1CAAD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8B58915C-4770-FF25-A0E5-2613D29A4F28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6B7D6C54-20A8-FB20-B9B0-C551A06F72F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38CE731C-2B1D-C711-4C49-17611F0423A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6E6A5501-0E35-51AC-23F9-2F67E3513285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08BBED75-6AD0-343E-C486-DCB76743D701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6FDB5B2-83E2-6AAC-FB98-6E50F35A506A}"/>
              </a:ext>
            </a:extLst>
          </p:cNvPr>
          <p:cNvGrpSpPr/>
          <p:nvPr/>
        </p:nvGrpSpPr>
        <p:grpSpPr>
          <a:xfrm>
            <a:off x="5544810" y="505092"/>
            <a:ext cx="1988878" cy="1572209"/>
            <a:chOff x="3533557" y="1075736"/>
            <a:chExt cx="1988878" cy="15722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101DAC-3680-AA38-96B7-728E6DC7AE45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B9794A8-6594-234F-442A-200FEA4EA1C3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A03C8DB6-E358-280B-B84F-B77BE51115D2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DA426F93-A1E4-B31B-6750-C3986E5D46E3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D97945BF-E3C2-872F-18DC-F2010B96720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74A5CE1A-027B-1E76-F2C2-54FB86133CAA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52" name="직선 연결선 51">
                    <a:extLst>
                      <a:ext uri="{FF2B5EF4-FFF2-40B4-BE49-F238E27FC236}">
                        <a16:creationId xmlns:a16="http://schemas.microsoft.com/office/drawing/2014/main" id="{49E6613B-BE9C-4BE3-23E1-C42DD40FCB7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3" name="직선 연결선 52">
                    <a:extLst>
                      <a:ext uri="{FF2B5EF4-FFF2-40B4-BE49-F238E27FC236}">
                        <a16:creationId xmlns:a16="http://schemas.microsoft.com/office/drawing/2014/main" id="{E8F6DBDD-D3D9-B94B-CC83-A6482CE72D5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93B345D7-05A8-6290-D3B4-B9F6EC701D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1" name="사각형: 둥근 모서리 50">
                  <a:extLst>
                    <a:ext uri="{FF2B5EF4-FFF2-40B4-BE49-F238E27FC236}">
                      <a16:creationId xmlns:a16="http://schemas.microsoft.com/office/drawing/2014/main" id="{3A8AE82F-E45F-D394-FAB5-9FEAC15A3478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E33A327-2EAC-AC6A-FD2F-8771D7EDADA7}"/>
              </a:ext>
            </a:extLst>
          </p:cNvPr>
          <p:cNvGrpSpPr/>
          <p:nvPr/>
        </p:nvGrpSpPr>
        <p:grpSpPr>
          <a:xfrm>
            <a:off x="7533688" y="507249"/>
            <a:ext cx="1988878" cy="1572209"/>
            <a:chOff x="3533557" y="1075736"/>
            <a:chExt cx="1988878" cy="157220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1CC4E3-D554-5F5A-F33C-F3C63FAAA5FA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7D83B70-A121-3E42-4667-3F181A87DE37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19E365D2-1CAF-6759-AF16-B7A2F1B926E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2ACC7324-B02A-0CA6-1BCB-66948C0A8F3A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3009BE9-A88C-D4A7-6392-95FCB84C0EC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FCBDE1C8-FE28-4ECF-9B80-19905CC5BDE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63" name="직선 연결선 62">
                    <a:extLst>
                      <a:ext uri="{FF2B5EF4-FFF2-40B4-BE49-F238E27FC236}">
                        <a16:creationId xmlns:a16="http://schemas.microsoft.com/office/drawing/2014/main" id="{F32F786D-6D9D-8214-67B9-677BA099498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6" name="직선 연결선 255">
                    <a:extLst>
                      <a:ext uri="{FF2B5EF4-FFF2-40B4-BE49-F238E27FC236}">
                        <a16:creationId xmlns:a16="http://schemas.microsoft.com/office/drawing/2014/main" id="{6524D853-6F9B-7852-2190-F2927636291E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DAFA7FDF-61B5-58C3-219B-4ADF222C85B5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32BEA7F0-AF32-217E-4789-79D9F89416A2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1E93573A-EF96-4195-0104-CE58BD283606}"/>
              </a:ext>
            </a:extLst>
          </p:cNvPr>
          <p:cNvSpPr/>
          <p:nvPr/>
        </p:nvSpPr>
        <p:spPr>
          <a:xfrm>
            <a:off x="4388253" y="6006536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6F93DE3-1D75-F98D-8BBB-41104DBDAA93}"/>
              </a:ext>
            </a:extLst>
          </p:cNvPr>
          <p:cNvSpPr txBox="1"/>
          <p:nvPr/>
        </p:nvSpPr>
        <p:spPr>
          <a:xfrm>
            <a:off x="8374063" y="5025856"/>
            <a:ext cx="1143000" cy="291683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★★★★☆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5C7D3AE1-C81E-90E2-81F2-C7F64FB814A7}"/>
              </a:ext>
            </a:extLst>
          </p:cNvPr>
          <p:cNvSpPr/>
          <p:nvPr/>
        </p:nvSpPr>
        <p:spPr>
          <a:xfrm>
            <a:off x="1556263" y="5314069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DE2FE6C-8A57-52A9-3F10-75C9C885F2E9}"/>
              </a:ext>
            </a:extLst>
          </p:cNvPr>
          <p:cNvSpPr txBox="1"/>
          <p:nvPr/>
        </p:nvSpPr>
        <p:spPr>
          <a:xfrm>
            <a:off x="1487489" y="5064345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 평가</a:t>
            </a: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542B134F-439E-D5B2-C7AD-686CEEFFAB6C}"/>
              </a:ext>
            </a:extLst>
          </p:cNvPr>
          <p:cNvGrpSpPr/>
          <p:nvPr/>
        </p:nvGrpSpPr>
        <p:grpSpPr>
          <a:xfrm>
            <a:off x="9462621" y="5340353"/>
            <a:ext cx="18001" cy="504000"/>
            <a:chOff x="9231725" y="2171522"/>
            <a:chExt cx="36001" cy="792000"/>
          </a:xfrm>
        </p:grpSpPr>
        <p:sp>
          <p:nvSpPr>
            <p:cNvPr id="267" name="Track">
              <a:extLst>
                <a:ext uri="{FF2B5EF4-FFF2-40B4-BE49-F238E27FC236}">
                  <a16:creationId xmlns:a16="http://schemas.microsoft.com/office/drawing/2014/main" id="{EE492490-2C16-471A-BEBB-412CC44EACB8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8" name="Track">
              <a:extLst>
                <a:ext uri="{FF2B5EF4-FFF2-40B4-BE49-F238E27FC236}">
                  <a16:creationId xmlns:a16="http://schemas.microsoft.com/office/drawing/2014/main" id="{6BBB2ECD-1E30-E103-FFFC-EC6343A6E5F4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79" name="Pagination">
            <a:extLst>
              <a:ext uri="{FF2B5EF4-FFF2-40B4-BE49-F238E27FC236}">
                <a16:creationId xmlns:a16="http://schemas.microsoft.com/office/drawing/2014/main" id="{EBE33BA1-0CEB-1FC1-CC91-E342A2099574}"/>
              </a:ext>
            </a:extLst>
          </p:cNvPr>
          <p:cNvGrpSpPr/>
          <p:nvPr/>
        </p:nvGrpSpPr>
        <p:grpSpPr>
          <a:xfrm>
            <a:off x="3701409" y="477645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80" name="Previous">
              <a:extLst>
                <a:ext uri="{FF2B5EF4-FFF2-40B4-BE49-F238E27FC236}">
                  <a16:creationId xmlns:a16="http://schemas.microsoft.com/office/drawing/2014/main" id="{FEBC168B-1423-165B-EBF6-C53D02292535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81" name="Page 1">
              <a:extLst>
                <a:ext uri="{FF2B5EF4-FFF2-40B4-BE49-F238E27FC236}">
                  <a16:creationId xmlns:a16="http://schemas.microsoft.com/office/drawing/2014/main" id="{8EBA5CC2-7672-7EF6-9B21-D87674CED04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2" name="Page 2">
              <a:extLst>
                <a:ext uri="{FF2B5EF4-FFF2-40B4-BE49-F238E27FC236}">
                  <a16:creationId xmlns:a16="http://schemas.microsoft.com/office/drawing/2014/main" id="{57F7EB0E-9C7B-14C3-C80E-AD55A1BCF94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3" name="Page 3">
              <a:extLst>
                <a:ext uri="{FF2B5EF4-FFF2-40B4-BE49-F238E27FC236}">
                  <a16:creationId xmlns:a16="http://schemas.microsoft.com/office/drawing/2014/main" id="{FA49BC7A-FBD2-8702-68CF-87A22D64DAD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4" name="Page 4">
              <a:extLst>
                <a:ext uri="{FF2B5EF4-FFF2-40B4-BE49-F238E27FC236}">
                  <a16:creationId xmlns:a16="http://schemas.microsoft.com/office/drawing/2014/main" id="{FB16F90A-309E-9628-AE09-F335713AEEF7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5" name="Page 5">
              <a:extLst>
                <a:ext uri="{FF2B5EF4-FFF2-40B4-BE49-F238E27FC236}">
                  <a16:creationId xmlns:a16="http://schemas.microsoft.com/office/drawing/2014/main" id="{3C3A7262-48E2-B875-E9A7-673004BAFB0F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7" name="Next">
              <a:extLst>
                <a:ext uri="{FF2B5EF4-FFF2-40B4-BE49-F238E27FC236}">
                  <a16:creationId xmlns:a16="http://schemas.microsoft.com/office/drawing/2014/main" id="{2031D90B-618E-C810-F974-7EE876C7C5D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97" name="Page 1">
              <a:extLst>
                <a:ext uri="{FF2B5EF4-FFF2-40B4-BE49-F238E27FC236}">
                  <a16:creationId xmlns:a16="http://schemas.microsoft.com/office/drawing/2014/main" id="{2CF82BA2-53E3-CEFF-37CC-9E53CAEBAEA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98" name="Page 2">
              <a:extLst>
                <a:ext uri="{FF2B5EF4-FFF2-40B4-BE49-F238E27FC236}">
                  <a16:creationId xmlns:a16="http://schemas.microsoft.com/office/drawing/2014/main" id="{8074D341-8EE6-0F14-47CE-4D065F60ED0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99" name="Page 3">
              <a:extLst>
                <a:ext uri="{FF2B5EF4-FFF2-40B4-BE49-F238E27FC236}">
                  <a16:creationId xmlns:a16="http://schemas.microsoft.com/office/drawing/2014/main" id="{B9E9AFF3-2666-995C-5760-5A45A76C95B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0" name="Page 4">
              <a:extLst>
                <a:ext uri="{FF2B5EF4-FFF2-40B4-BE49-F238E27FC236}">
                  <a16:creationId xmlns:a16="http://schemas.microsoft.com/office/drawing/2014/main" id="{83E0CAB1-73A5-F756-73A1-ED66B189AF1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1" name="Page 5">
              <a:extLst>
                <a:ext uri="{FF2B5EF4-FFF2-40B4-BE49-F238E27FC236}">
                  <a16:creationId xmlns:a16="http://schemas.microsoft.com/office/drawing/2014/main" id="{20287D5B-B994-A928-2444-033816C83EB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2" name="Page 5">
              <a:extLst>
                <a:ext uri="{FF2B5EF4-FFF2-40B4-BE49-F238E27FC236}">
                  <a16:creationId xmlns:a16="http://schemas.microsoft.com/office/drawing/2014/main" id="{0D988715-A71D-7089-EEB8-2760D483DFC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3" name="Page 2">
              <a:extLst>
                <a:ext uri="{FF2B5EF4-FFF2-40B4-BE49-F238E27FC236}">
                  <a16:creationId xmlns:a16="http://schemas.microsoft.com/office/drawing/2014/main" id="{1366B6F8-5552-F942-3BFD-ECFA923EA61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1D3047-6C70-033A-7E81-6A9610DEE667}"/>
              </a:ext>
            </a:extLst>
          </p:cNvPr>
          <p:cNvSpPr/>
          <p:nvPr/>
        </p:nvSpPr>
        <p:spPr>
          <a:xfrm>
            <a:off x="1492483" y="438180"/>
            <a:ext cx="8096017" cy="6119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A62CAF19-7F14-E046-116B-E4FCB598FF5F}"/>
              </a:ext>
            </a:extLst>
          </p:cNvPr>
          <p:cNvGrpSpPr/>
          <p:nvPr/>
        </p:nvGrpSpPr>
        <p:grpSpPr>
          <a:xfrm>
            <a:off x="3670734" y="871349"/>
            <a:ext cx="3746862" cy="3554602"/>
            <a:chOff x="3670734" y="871349"/>
            <a:chExt cx="3746862" cy="3554602"/>
          </a:xfrm>
        </p:grpSpPr>
        <p:sp>
          <p:nvSpPr>
            <p:cNvPr id="113" name="모서리가 둥근 직사각형 25">
              <a:extLst>
                <a:ext uri="{FF2B5EF4-FFF2-40B4-BE49-F238E27FC236}">
                  <a16:creationId xmlns:a16="http://schemas.microsoft.com/office/drawing/2014/main" id="{D08DBAD1-186F-74B3-9110-29C2CA8DD575}"/>
                </a:ext>
              </a:extLst>
            </p:cNvPr>
            <p:cNvSpPr/>
            <p:nvPr/>
          </p:nvSpPr>
          <p:spPr>
            <a:xfrm>
              <a:off x="3670734" y="871349"/>
              <a:ext cx="3746862" cy="3554602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8B58B0D-FCC9-D212-0357-8700BCC05B7F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신고하기</a:t>
              </a: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7A92C3FE-4873-A38E-C02A-7676F7C96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116" name="모서리가 둥근 직사각형 26">
              <a:extLst>
                <a:ext uri="{FF2B5EF4-FFF2-40B4-BE49-F238E27FC236}">
                  <a16:creationId xmlns:a16="http://schemas.microsoft.com/office/drawing/2014/main" id="{0EF9B495-72A2-62AA-6069-BED839A4EA1A}"/>
                </a:ext>
              </a:extLst>
            </p:cNvPr>
            <p:cNvSpPr/>
            <p:nvPr/>
          </p:nvSpPr>
          <p:spPr>
            <a:xfrm>
              <a:off x="4537257" y="3887692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신고하기</a:t>
              </a:r>
            </a:p>
          </p:txBody>
        </p:sp>
      </p:grpSp>
      <p:sp>
        <p:nvSpPr>
          <p:cNvPr id="118" name="모서리가 둥근 직사각형 53">
            <a:extLst>
              <a:ext uri="{FF2B5EF4-FFF2-40B4-BE49-F238E27FC236}">
                <a16:creationId xmlns:a16="http://schemas.microsoft.com/office/drawing/2014/main" id="{7BD366DC-2DCA-5A0F-20B9-4D311DCC2E88}"/>
              </a:ext>
            </a:extLst>
          </p:cNvPr>
          <p:cNvSpPr/>
          <p:nvPr/>
        </p:nvSpPr>
        <p:spPr>
          <a:xfrm>
            <a:off x="8802406" y="6006536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0BE0DF3A-B1B3-EB56-7248-90997DE2EAE7}"/>
              </a:ext>
            </a:extLst>
          </p:cNvPr>
          <p:cNvGraphicFramePr>
            <a:graphicFrameLocks noGrp="1"/>
          </p:cNvGraphicFramePr>
          <p:nvPr/>
        </p:nvGraphicFramePr>
        <p:xfrm>
          <a:off x="3807480" y="1714592"/>
          <a:ext cx="3456268" cy="1566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1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2666111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신고대상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이전문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19922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유형*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내용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76535"/>
                  </a:ext>
                </a:extLst>
              </a:tr>
            </a:tbl>
          </a:graphicData>
        </a:graphic>
      </p:graphicFrame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1D66A3F-F512-2911-7794-0BDA8B13B147}"/>
              </a:ext>
            </a:extLst>
          </p:cNvPr>
          <p:cNvGrpSpPr/>
          <p:nvPr/>
        </p:nvGrpSpPr>
        <p:grpSpPr>
          <a:xfrm>
            <a:off x="4673600" y="2077808"/>
            <a:ext cx="1497376" cy="248402"/>
            <a:chOff x="2280858" y="2217275"/>
            <a:chExt cx="1222532" cy="248402"/>
          </a:xfrm>
        </p:grpSpPr>
        <p:sp>
          <p:nvSpPr>
            <p:cNvPr id="126" name="Input">
              <a:extLst>
                <a:ext uri="{FF2B5EF4-FFF2-40B4-BE49-F238E27FC236}">
                  <a16:creationId xmlns:a16="http://schemas.microsoft.com/office/drawing/2014/main" id="{DF3D1227-F326-961B-8B91-1449D286268D}"/>
                </a:ext>
              </a:extLst>
            </p:cNvPr>
            <p:cNvSpPr/>
            <p:nvPr/>
          </p:nvSpPr>
          <p:spPr>
            <a:xfrm>
              <a:off x="2280858" y="2217275"/>
              <a:ext cx="1222532" cy="24840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사유 선택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7" name="Chevron Right">
              <a:extLst>
                <a:ext uri="{FF2B5EF4-FFF2-40B4-BE49-F238E27FC236}">
                  <a16:creationId xmlns:a16="http://schemas.microsoft.com/office/drawing/2014/main" id="{F9B0939A-5AB1-27B0-11B5-34047A547CA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78216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FED2B82B-28E4-17A4-C425-F27DD359B488}"/>
              </a:ext>
            </a:extLst>
          </p:cNvPr>
          <p:cNvSpPr/>
          <p:nvPr/>
        </p:nvSpPr>
        <p:spPr>
          <a:xfrm>
            <a:off x="4673599" y="2407461"/>
            <a:ext cx="2539127" cy="798666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D1E3029F-38AF-A8A7-3745-2E4710C189D8}"/>
              </a:ext>
            </a:extLst>
          </p:cNvPr>
          <p:cNvGrpSpPr/>
          <p:nvPr/>
        </p:nvGrpSpPr>
        <p:grpSpPr>
          <a:xfrm>
            <a:off x="7117381" y="2441114"/>
            <a:ext cx="58498" cy="717852"/>
            <a:chOff x="9231725" y="2171522"/>
            <a:chExt cx="36001" cy="792000"/>
          </a:xfrm>
        </p:grpSpPr>
        <p:sp>
          <p:nvSpPr>
            <p:cNvPr id="290" name="Track">
              <a:extLst>
                <a:ext uri="{FF2B5EF4-FFF2-40B4-BE49-F238E27FC236}">
                  <a16:creationId xmlns:a16="http://schemas.microsoft.com/office/drawing/2014/main" id="{65D20292-0D3C-E5C2-6861-7C2DE9F765B0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1" name="Track">
              <a:extLst>
                <a:ext uri="{FF2B5EF4-FFF2-40B4-BE49-F238E27FC236}">
                  <a16:creationId xmlns:a16="http://schemas.microsoft.com/office/drawing/2014/main" id="{ECD580F0-E421-8436-4BA1-32C31D93586B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9A79ED76-30B5-13EC-D0D0-0C0573792471}"/>
              </a:ext>
            </a:extLst>
          </p:cNvPr>
          <p:cNvSpPr txBox="1"/>
          <p:nvPr/>
        </p:nvSpPr>
        <p:spPr>
          <a:xfrm>
            <a:off x="3809521" y="3281411"/>
            <a:ext cx="3454227" cy="48102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8900" indent="-88900"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결과는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마이코칭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프로필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확인하실 수  있습니다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294" name="연결선: 꺾임 293">
            <a:extLst>
              <a:ext uri="{FF2B5EF4-FFF2-40B4-BE49-F238E27FC236}">
                <a16:creationId xmlns:a16="http://schemas.microsoft.com/office/drawing/2014/main" id="{0D8C405A-9B23-5962-4865-03D9F2166BC6}"/>
              </a:ext>
            </a:extLst>
          </p:cNvPr>
          <p:cNvCxnSpPr>
            <a:cxnSpLocks/>
            <a:stCxn id="118" idx="0"/>
            <a:endCxn id="113" idx="3"/>
          </p:cNvCxnSpPr>
          <p:nvPr/>
        </p:nvCxnSpPr>
        <p:spPr>
          <a:xfrm rot="16200000" flipV="1">
            <a:off x="6611058" y="3455188"/>
            <a:ext cx="3357886" cy="1744810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타원 295">
            <a:extLst>
              <a:ext uri="{FF2B5EF4-FFF2-40B4-BE49-F238E27FC236}">
                <a16:creationId xmlns:a16="http://schemas.microsoft.com/office/drawing/2014/main" id="{DBD17ACC-BD41-A21B-2BA2-4A1D6383F7C7}"/>
              </a:ext>
            </a:extLst>
          </p:cNvPr>
          <p:cNvSpPr/>
          <p:nvPr/>
        </p:nvSpPr>
        <p:spPr>
          <a:xfrm>
            <a:off x="3714852" y="16119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3087DC93-39A5-CF0D-C6A0-2F46CF3064B1}"/>
              </a:ext>
            </a:extLst>
          </p:cNvPr>
          <p:cNvSpPr/>
          <p:nvPr/>
        </p:nvSpPr>
        <p:spPr>
          <a:xfrm>
            <a:off x="4536179" y="2040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0FBACFA-F045-95EF-7AE2-B90A846D9DEA}"/>
              </a:ext>
            </a:extLst>
          </p:cNvPr>
          <p:cNvSpPr/>
          <p:nvPr/>
        </p:nvSpPr>
        <p:spPr>
          <a:xfrm>
            <a:off x="4382358" y="38609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C01EC5D7-B8E2-98BC-CA61-D1BEF2362532}"/>
              </a:ext>
            </a:extLst>
          </p:cNvPr>
          <p:cNvSpPr/>
          <p:nvPr/>
        </p:nvSpPr>
        <p:spPr>
          <a:xfrm>
            <a:off x="4536178" y="17166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E63A259E-AC7C-D86D-264A-1E1FADABEC0C}"/>
              </a:ext>
            </a:extLst>
          </p:cNvPr>
          <p:cNvSpPr/>
          <p:nvPr/>
        </p:nvSpPr>
        <p:spPr>
          <a:xfrm>
            <a:off x="4536178" y="234026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0B1CD4-FD64-2BE8-7FE1-919252D7845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F53A-7EBD-175C-96A3-B0F4785B440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5D6C8D-8FAE-0992-05F5-41A980504C3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V-HER-03-001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1772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27319</TotalTime>
  <Words>2958</Words>
  <Application>Microsoft Office PowerPoint</Application>
  <PresentationFormat>와이드스크린</PresentationFormat>
  <Paragraphs>696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바탕체</vt:lpstr>
      <vt:lpstr>Segoe UI</vt:lpstr>
      <vt:lpstr>Arial</vt:lpstr>
      <vt:lpstr>굴림</vt:lpstr>
      <vt:lpstr>맑은 고딕</vt:lpstr>
      <vt:lpstr>나눔고딕</vt:lpstr>
      <vt:lpstr>맑은 고딕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985</cp:revision>
  <dcterms:created xsi:type="dcterms:W3CDTF">2023-06-09T00:38:08Z</dcterms:created>
  <dcterms:modified xsi:type="dcterms:W3CDTF">2025-12-30T09:36:09Z</dcterms:modified>
</cp:coreProperties>
</file>