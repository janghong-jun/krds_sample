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13"/>
  </p:notesMasterIdLst>
  <p:sldIdLst>
    <p:sldId id="256" r:id="rId5"/>
    <p:sldId id="583" r:id="rId6"/>
    <p:sldId id="273" r:id="rId7"/>
    <p:sldId id="591" r:id="rId8"/>
    <p:sldId id="615" r:id="rId9"/>
    <p:sldId id="597" r:id="rId10"/>
    <p:sldId id="605" r:id="rId11"/>
    <p:sldId id="296" r:id="rId12"/>
  </p:sldIdLst>
  <p:sldSz cx="12192000" cy="6858000"/>
  <p:notesSz cx="6858000" cy="9144000"/>
  <p:embeddedFontLst>
    <p:embeddedFont>
      <p:font typeface="Segoe UI" panose="020B0502040204020203" pitchFamily="34" charset="0"/>
      <p:regular r:id="rId14"/>
      <p:bold r:id="rId15"/>
      <p:italic r:id="rId16"/>
      <p:boldItalic r:id="rId17"/>
    </p:embeddedFont>
    <p:embeddedFont>
      <p:font typeface="나눔고딕" pitchFamily="2" charset="-127"/>
      <p:regular r:id="rId18"/>
      <p:bold r:id="rId19"/>
    </p:embeddedFont>
    <p:embeddedFont>
      <p:font typeface="맑은 고딕" panose="020B0503020000020004" pitchFamily="50" charset="-127"/>
      <p:regular r:id="rId20"/>
      <p:bold r:id="rId21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00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  <p15:guide id="47" pos="393" userDrawn="1">
          <p15:clr>
            <a:srgbClr val="A4A3A4"/>
          </p15:clr>
        </p15:guide>
        <p15:guide id="48" pos="7287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000000"/>
    <a:srgbClr val="FDF3ED"/>
    <a:srgbClr val="F7F7F7"/>
    <a:srgbClr val="F0F4FA"/>
    <a:srgbClr val="F9F9F9"/>
    <a:srgbClr val="7F7F7F"/>
    <a:srgbClr val="D9D9D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16" autoAdjust="0"/>
    <p:restoredTop sz="96170" autoAdjust="0"/>
  </p:normalViewPr>
  <p:slideViewPr>
    <p:cSldViewPr snapToGrid="0">
      <p:cViewPr varScale="1">
        <p:scale>
          <a:sx n="117" d="100"/>
          <a:sy n="117" d="100"/>
        </p:scale>
        <p:origin x="108" y="138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00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  <p:guide pos="393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8.fntdata"/><Relationship Id="rId10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10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티브 네" userId="9e3acfc50ce54e29" providerId="LiveId" clId="{4139813F-4D5D-4F18-94CA-FEC2BF2114AF}"/>
    <pc:docChg chg="custSel addSld delSld modSld">
      <pc:chgData name="티브 네" userId="9e3acfc50ce54e29" providerId="LiveId" clId="{4139813F-4D5D-4F18-94CA-FEC2BF2114AF}" dt="2025-12-30T09:44:29.329" v="126"/>
      <pc:docMkLst>
        <pc:docMk/>
      </pc:docMkLst>
      <pc:sldChg chg="modSp add del mod">
        <pc:chgData name="티브 네" userId="9e3acfc50ce54e29" providerId="LiveId" clId="{4139813F-4D5D-4F18-94CA-FEC2BF2114AF}" dt="2025-12-30T09:43:56.466" v="113" actId="20577"/>
        <pc:sldMkLst>
          <pc:docMk/>
          <pc:sldMk cId="2363391610" sldId="591"/>
        </pc:sldMkLst>
        <pc:spChg chg="mod">
          <ac:chgData name="티브 네" userId="9e3acfc50ce54e29" providerId="LiveId" clId="{4139813F-4D5D-4F18-94CA-FEC2BF2114AF}" dt="2025-12-30T09:43:56.466" v="113" actId="20577"/>
          <ac:spMkLst>
            <pc:docMk/>
            <pc:sldMk cId="2363391610" sldId="591"/>
            <ac:spMk id="2" creationId="{DDF30703-C9C9-AD09-6CCA-4FB3A942B0B0}"/>
          </ac:spMkLst>
        </pc:spChg>
        <pc:spChg chg="mod">
          <ac:chgData name="티브 네" userId="9e3acfc50ce54e29" providerId="LiveId" clId="{4139813F-4D5D-4F18-94CA-FEC2BF2114AF}" dt="2025-12-30T09:42:58.514" v="76" actId="20577"/>
          <ac:spMkLst>
            <pc:docMk/>
            <pc:sldMk cId="2363391610" sldId="591"/>
            <ac:spMk id="3" creationId="{796990C7-E906-C1D5-D6B9-4C676EB74804}"/>
          </ac:spMkLst>
        </pc:spChg>
        <pc:spChg chg="mod">
          <ac:chgData name="티브 네" userId="9e3acfc50ce54e29" providerId="LiveId" clId="{4139813F-4D5D-4F18-94CA-FEC2BF2114AF}" dt="2025-12-30T09:43:12.200" v="78" actId="207"/>
          <ac:spMkLst>
            <pc:docMk/>
            <pc:sldMk cId="2363391610" sldId="591"/>
            <ac:spMk id="4" creationId="{1CDF02A3-0B15-2ABE-4A7F-EB6CF9A63E7B}"/>
          </ac:spMkLst>
        </pc:spChg>
      </pc:sldChg>
      <pc:sldChg chg="addSp delSp modSp add mod">
        <pc:chgData name="티브 네" userId="9e3acfc50ce54e29" providerId="LiveId" clId="{4139813F-4D5D-4F18-94CA-FEC2BF2114AF}" dt="2025-12-30T09:44:19.838" v="124" actId="20577"/>
        <pc:sldMkLst>
          <pc:docMk/>
          <pc:sldMk cId="2959020936" sldId="597"/>
        </pc:sldMkLst>
        <pc:spChg chg="del">
          <ac:chgData name="티브 네" userId="9e3acfc50ce54e29" providerId="LiveId" clId="{4139813F-4D5D-4F18-94CA-FEC2BF2114AF}" dt="2025-12-30T09:43:36.864" v="81" actId="478"/>
          <ac:spMkLst>
            <pc:docMk/>
            <pc:sldMk cId="2959020936" sldId="597"/>
            <ac:spMk id="2" creationId="{2DDE43C7-73A3-CFC4-821D-F5EE68B9E232}"/>
          </ac:spMkLst>
        </pc:spChg>
        <pc:spChg chg="del">
          <ac:chgData name="티브 네" userId="9e3acfc50ce54e29" providerId="LiveId" clId="{4139813F-4D5D-4F18-94CA-FEC2BF2114AF}" dt="2025-12-30T09:43:36.864" v="81" actId="478"/>
          <ac:spMkLst>
            <pc:docMk/>
            <pc:sldMk cId="2959020936" sldId="597"/>
            <ac:spMk id="3" creationId="{489B70D8-61FD-F388-D691-6C8D7B3FB831}"/>
          </ac:spMkLst>
        </pc:spChg>
        <pc:spChg chg="del">
          <ac:chgData name="티브 네" userId="9e3acfc50ce54e29" providerId="LiveId" clId="{4139813F-4D5D-4F18-94CA-FEC2BF2114AF}" dt="2025-12-30T09:43:36.864" v="81" actId="478"/>
          <ac:spMkLst>
            <pc:docMk/>
            <pc:sldMk cId="2959020936" sldId="597"/>
            <ac:spMk id="4" creationId="{2F0E5044-6457-142F-6A37-5AAA2EF08844}"/>
          </ac:spMkLst>
        </pc:spChg>
        <pc:spChg chg="add mod">
          <ac:chgData name="티브 네" userId="9e3acfc50ce54e29" providerId="LiveId" clId="{4139813F-4D5D-4F18-94CA-FEC2BF2114AF}" dt="2025-12-30T09:43:44.297" v="90" actId="20577"/>
          <ac:spMkLst>
            <pc:docMk/>
            <pc:sldMk cId="2959020936" sldId="597"/>
            <ac:spMk id="5" creationId="{55D93B35-7FD4-9B0D-51DC-D8CDF6FE62FA}"/>
          </ac:spMkLst>
        </pc:spChg>
        <pc:spChg chg="add mod">
          <ac:chgData name="티브 네" userId="9e3acfc50ce54e29" providerId="LiveId" clId="{4139813F-4D5D-4F18-94CA-FEC2BF2114AF}" dt="2025-12-30T09:44:19.838" v="124" actId="20577"/>
          <ac:spMkLst>
            <pc:docMk/>
            <pc:sldMk cId="2959020936" sldId="597"/>
            <ac:spMk id="16" creationId="{35112063-44FC-FDDA-064C-995F8E1901FF}"/>
          </ac:spMkLst>
        </pc:spChg>
        <pc:spChg chg="add mod">
          <ac:chgData name="티브 네" userId="9e3acfc50ce54e29" providerId="LiveId" clId="{4139813F-4D5D-4F18-94CA-FEC2BF2114AF}" dt="2025-12-30T09:44:07.873" v="114" actId="20577"/>
          <ac:spMkLst>
            <pc:docMk/>
            <pc:sldMk cId="2959020936" sldId="597"/>
            <ac:spMk id="17" creationId="{6B975487-AD89-0683-C526-EE1C2294A314}"/>
          </ac:spMkLst>
        </pc:spChg>
      </pc:sldChg>
      <pc:sldChg chg="addSp delSp modSp add mod">
        <pc:chgData name="티브 네" userId="9e3acfc50ce54e29" providerId="LiveId" clId="{4139813F-4D5D-4F18-94CA-FEC2BF2114AF}" dt="2025-12-30T09:44:29.329" v="126"/>
        <pc:sldMkLst>
          <pc:docMk/>
          <pc:sldMk cId="396894962" sldId="605"/>
        </pc:sldMkLst>
        <pc:spChg chg="del">
          <ac:chgData name="티브 네" userId="9e3acfc50ce54e29" providerId="LiveId" clId="{4139813F-4D5D-4F18-94CA-FEC2BF2114AF}" dt="2025-12-30T09:44:29.044" v="125" actId="478"/>
          <ac:spMkLst>
            <pc:docMk/>
            <pc:sldMk cId="396894962" sldId="605"/>
            <ac:spMk id="4" creationId="{3718F392-0C11-254C-2450-8C1076E5E811}"/>
          </ac:spMkLst>
        </pc:spChg>
        <pc:spChg chg="del">
          <ac:chgData name="티브 네" userId="9e3acfc50ce54e29" providerId="LiveId" clId="{4139813F-4D5D-4F18-94CA-FEC2BF2114AF}" dt="2025-12-30T09:44:29.044" v="125" actId="478"/>
          <ac:spMkLst>
            <pc:docMk/>
            <pc:sldMk cId="396894962" sldId="605"/>
            <ac:spMk id="51" creationId="{DEB62EBB-3496-8E19-AA77-CC6ACB888461}"/>
          </ac:spMkLst>
        </pc:spChg>
        <pc:spChg chg="del">
          <ac:chgData name="티브 네" userId="9e3acfc50ce54e29" providerId="LiveId" clId="{4139813F-4D5D-4F18-94CA-FEC2BF2114AF}" dt="2025-12-30T09:44:29.044" v="125" actId="478"/>
          <ac:spMkLst>
            <pc:docMk/>
            <pc:sldMk cId="396894962" sldId="605"/>
            <ac:spMk id="52" creationId="{97CE2C67-3CD2-7F82-4A9E-A84BA8D73A7C}"/>
          </ac:spMkLst>
        </pc:spChg>
        <pc:spChg chg="add mod">
          <ac:chgData name="티브 네" userId="9e3acfc50ce54e29" providerId="LiveId" clId="{4139813F-4D5D-4F18-94CA-FEC2BF2114AF}" dt="2025-12-30T09:44:29.329" v="126"/>
          <ac:spMkLst>
            <pc:docMk/>
            <pc:sldMk cId="396894962" sldId="605"/>
            <ac:spMk id="53" creationId="{E96B13DB-B4C1-4BD0-6675-FBE65FC104F0}"/>
          </ac:spMkLst>
        </pc:spChg>
        <pc:spChg chg="add mod">
          <ac:chgData name="티브 네" userId="9e3acfc50ce54e29" providerId="LiveId" clId="{4139813F-4D5D-4F18-94CA-FEC2BF2114AF}" dt="2025-12-30T09:44:29.329" v="126"/>
          <ac:spMkLst>
            <pc:docMk/>
            <pc:sldMk cId="396894962" sldId="605"/>
            <ac:spMk id="54" creationId="{83D5826B-DD03-98F1-3309-28E782C6A161}"/>
          </ac:spMkLst>
        </pc:spChg>
        <pc:spChg chg="add mod">
          <ac:chgData name="티브 네" userId="9e3acfc50ce54e29" providerId="LiveId" clId="{4139813F-4D5D-4F18-94CA-FEC2BF2114AF}" dt="2025-12-30T09:44:29.329" v="126"/>
          <ac:spMkLst>
            <pc:docMk/>
            <pc:sldMk cId="396894962" sldId="605"/>
            <ac:spMk id="55" creationId="{E9B1C03D-AB51-2440-389F-E27CC5EF4EDA}"/>
          </ac:spMkLst>
        </pc:spChg>
      </pc:sldChg>
      <pc:sldChg chg="addSp delSp modSp add del mod">
        <pc:chgData name="티브 네" userId="9e3acfc50ce54e29" providerId="LiveId" clId="{4139813F-4D5D-4F18-94CA-FEC2BF2114AF}" dt="2025-12-30T09:43:50.234" v="104" actId="20577"/>
        <pc:sldMkLst>
          <pc:docMk/>
          <pc:sldMk cId="926009205" sldId="615"/>
        </pc:sldMkLst>
        <pc:spChg chg="del">
          <ac:chgData name="티브 네" userId="9e3acfc50ce54e29" providerId="LiveId" clId="{4139813F-4D5D-4F18-94CA-FEC2BF2114AF}" dt="2025-12-30T09:43:25.388" v="79" actId="478"/>
          <ac:spMkLst>
            <pc:docMk/>
            <pc:sldMk cId="926009205" sldId="615"/>
            <ac:spMk id="2" creationId="{4FFF6AF4-E7C9-5564-6855-69B55E2BC540}"/>
          </ac:spMkLst>
        </pc:spChg>
        <pc:spChg chg="add mod">
          <ac:chgData name="티브 네" userId="9e3acfc50ce54e29" providerId="LiveId" clId="{4139813F-4D5D-4F18-94CA-FEC2BF2114AF}" dt="2025-12-30T09:42:10.882" v="42"/>
          <ac:spMkLst>
            <pc:docMk/>
            <pc:sldMk cId="926009205" sldId="615"/>
            <ac:spMk id="2" creationId="{F37DC43E-6541-0855-4AD6-54215F2BFD0D}"/>
          </ac:spMkLst>
        </pc:spChg>
        <pc:spChg chg="add mod">
          <ac:chgData name="티브 네" userId="9e3acfc50ce54e29" providerId="LiveId" clId="{4139813F-4D5D-4F18-94CA-FEC2BF2114AF}" dt="2025-12-30T09:42:10.882" v="42"/>
          <ac:spMkLst>
            <pc:docMk/>
            <pc:sldMk cId="926009205" sldId="615"/>
            <ac:spMk id="3" creationId="{4795B312-E09E-1343-46B6-58FAE0C19472}"/>
          </ac:spMkLst>
        </pc:spChg>
        <pc:spChg chg="del">
          <ac:chgData name="티브 네" userId="9e3acfc50ce54e29" providerId="LiveId" clId="{4139813F-4D5D-4F18-94CA-FEC2BF2114AF}" dt="2025-12-30T09:43:25.388" v="79" actId="478"/>
          <ac:spMkLst>
            <pc:docMk/>
            <pc:sldMk cId="926009205" sldId="615"/>
            <ac:spMk id="3" creationId="{FF363EA1-9CFA-23FB-6550-643ED0249AC1}"/>
          </ac:spMkLst>
        </pc:spChg>
        <pc:spChg chg="del">
          <ac:chgData name="티브 네" userId="9e3acfc50ce54e29" providerId="LiveId" clId="{4139813F-4D5D-4F18-94CA-FEC2BF2114AF}" dt="2025-12-30T09:43:25.388" v="79" actId="478"/>
          <ac:spMkLst>
            <pc:docMk/>
            <pc:sldMk cId="926009205" sldId="615"/>
            <ac:spMk id="4" creationId="{85D51F85-31DE-5A57-57FC-487EE1D10ABF}"/>
          </ac:spMkLst>
        </pc:spChg>
        <pc:spChg chg="add mod">
          <ac:chgData name="티브 네" userId="9e3acfc50ce54e29" providerId="LiveId" clId="{4139813F-4D5D-4F18-94CA-FEC2BF2114AF}" dt="2025-12-30T09:42:10.882" v="42"/>
          <ac:spMkLst>
            <pc:docMk/>
            <pc:sldMk cId="926009205" sldId="615"/>
            <ac:spMk id="4" creationId="{DC161F04-B3F8-7D74-09B7-1B51C4629B66}"/>
          </ac:spMkLst>
        </pc:spChg>
        <pc:spChg chg="add mod">
          <ac:chgData name="티브 네" userId="9e3acfc50ce54e29" providerId="LiveId" clId="{4139813F-4D5D-4F18-94CA-FEC2BF2114AF}" dt="2025-12-30T09:43:50.234" v="104" actId="20577"/>
          <ac:spMkLst>
            <pc:docMk/>
            <pc:sldMk cId="926009205" sldId="615"/>
            <ac:spMk id="5" creationId="{978CCC41-CFD0-0D53-1A07-7CCE46FCF33F}"/>
          </ac:spMkLst>
        </pc:spChg>
        <pc:spChg chg="add mod">
          <ac:chgData name="티브 네" userId="9e3acfc50ce54e29" providerId="LiveId" clId="{4139813F-4D5D-4F18-94CA-FEC2BF2114AF}" dt="2025-12-30T09:43:25.639" v="80"/>
          <ac:spMkLst>
            <pc:docMk/>
            <pc:sldMk cId="926009205" sldId="615"/>
            <ac:spMk id="6" creationId="{D913832E-6AA1-49D3-F38A-CBF713A7EB84}"/>
          </ac:spMkLst>
        </pc:spChg>
        <pc:spChg chg="add mod">
          <ac:chgData name="티브 네" userId="9e3acfc50ce54e29" providerId="LiveId" clId="{4139813F-4D5D-4F18-94CA-FEC2BF2114AF}" dt="2025-12-30T09:43:25.639" v="80"/>
          <ac:spMkLst>
            <pc:docMk/>
            <pc:sldMk cId="926009205" sldId="615"/>
            <ac:spMk id="7" creationId="{900C7BC5-5445-7FF5-AEC7-9728252C2201}"/>
          </ac:spMkLst>
        </pc:spChg>
        <pc:spChg chg="del">
          <ac:chgData name="티브 네" userId="9e3acfc50ce54e29" providerId="LiveId" clId="{4139813F-4D5D-4F18-94CA-FEC2BF2114AF}" dt="2025-12-30T09:42:10.456" v="41" actId="478"/>
          <ac:spMkLst>
            <pc:docMk/>
            <pc:sldMk cId="926009205" sldId="615"/>
            <ac:spMk id="10" creationId="{686598EB-7C01-E8B3-3E31-0F548044A689}"/>
          </ac:spMkLst>
        </pc:spChg>
        <pc:spChg chg="del">
          <ac:chgData name="티브 네" userId="9e3acfc50ce54e29" providerId="LiveId" clId="{4139813F-4D5D-4F18-94CA-FEC2BF2114AF}" dt="2025-12-30T09:42:10.456" v="41" actId="478"/>
          <ac:spMkLst>
            <pc:docMk/>
            <pc:sldMk cId="926009205" sldId="615"/>
            <ac:spMk id="11" creationId="{C9DA3266-30DA-5C28-5996-46EED1AB87F0}"/>
          </ac:spMkLst>
        </pc:spChg>
        <pc:spChg chg="del">
          <ac:chgData name="티브 네" userId="9e3acfc50ce54e29" providerId="LiveId" clId="{4139813F-4D5D-4F18-94CA-FEC2BF2114AF}" dt="2025-12-30T09:42:10.456" v="41" actId="478"/>
          <ac:spMkLst>
            <pc:docMk/>
            <pc:sldMk cId="926009205" sldId="615"/>
            <ac:spMk id="13" creationId="{58501396-9FC0-B9D7-3FAD-6D20ABFF574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885C769-0DE2-E516-876E-9E91CF2C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14869DD-63CB-AEE3-FC77-1D4E6A00E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59B68BE2-022E-18E8-1B4D-7E75D4F6F7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2787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46EB4F3-FAD3-42F9-E4C5-30616EA30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E1217A8-EEE0-48F1-6BBB-50D37A9079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F5913A3-59E6-7161-EC9E-803C9088C8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1806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1CDE160-AA58-E1C0-1062-90B875AC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0E0BD068-85F3-D004-5A3E-F61912C16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88757151-1B53-9347-6D16-8CC70BE97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28159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FDD2BA5-E2D9-4D89-9530-C444F0D37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4389CE74-0D95-EE8F-A54C-646C787BAD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940C4F49-6F4F-5528-F007-0BBDCD948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95202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1_설계_다음 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1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6122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66" r:id="rId7"/>
    <p:sldLayoutId id="2147483696" r:id="rId8"/>
    <p:sldLayoutId id="2147483667" r:id="rId9"/>
    <p:sldLayoutId id="2147483668" r:id="rId10"/>
    <p:sldLayoutId id="2147483661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945092"/>
              </p:ext>
            </p:extLst>
          </p:nvPr>
        </p:nvGraphicFramePr>
        <p:xfrm>
          <a:off x="631727" y="1556740"/>
          <a:ext cx="10936385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6385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l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(HICO-DE51-2_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사용자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_</a:t>
                      </a:r>
                      <a:r>
                        <a:rPr lang="ko-KR" altLang="en-US" sz="2400" b="1" dirty="0" err="1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학습콘텐츠추천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089748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0.70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2025.12.31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29578"/>
              </p:ext>
            </p:extLst>
          </p:nvPr>
        </p:nvGraphicFramePr>
        <p:xfrm>
          <a:off x="278296" y="620689"/>
          <a:ext cx="11561195" cy="4845960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HICO-DE51-2_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사용자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학습콘텐츠추천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2025.12.31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설계단계산출물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 수정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보완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A04456D-64D3-4C1B-83A9-A08816268C9C}"/>
              </a:ext>
            </a:extLst>
          </p:cNvPr>
          <p:cNvSpPr/>
          <p:nvPr/>
        </p:nvSpPr>
        <p:spPr>
          <a:xfrm>
            <a:off x="145502" y="6441785"/>
            <a:ext cx="4487008" cy="3770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¹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변경사유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내용이 이전 문서에 대해 추가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수정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삭제 여부 선택 기입</a:t>
            </a:r>
            <a:endParaRPr lang="en-US" altLang="ko-KR" sz="800" dirty="0">
              <a:latin typeface="나눔고딕" pitchFamily="2" charset="-127"/>
              <a:ea typeface="나눔고딕" pitchFamily="2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²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변경이 발생되는 위치와 변경 내용을 자세히 기록 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장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절과 변경 내용을 기술한다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.)</a:t>
            </a:r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537750" y="493492"/>
            <a:ext cx="57610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Ins="0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r>
              <a:rPr lang="ko-KR" altLang="en-US" b="1" dirty="0">
                <a:latin typeface="바탕체" panose="02030609000101010101" pitchFamily="17" charset="-127"/>
                <a:ea typeface="바탕체" panose="02030609000101010101" pitchFamily="17" charset="-127"/>
              </a:rPr>
              <a:t>목       차</a:t>
            </a:r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55305" name="Picture 9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422054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6" name="Picture 10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998317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39324" y="1333280"/>
            <a:ext cx="5943600" cy="1148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6225" indent="-2762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794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 ……………………………………………………………………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가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2 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endParaRPr lang="en-US" altLang="ko-KR" sz="14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365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4051995-2041-4857-560A-91B21A5D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그림 400">
            <a:extLst>
              <a:ext uri="{FF2B5EF4-FFF2-40B4-BE49-F238E27FC236}">
                <a16:creationId xmlns:a16="http://schemas.microsoft.com/office/drawing/2014/main" id="{288840CC-1881-DD50-8742-1BF6502703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2"/>
          <a:stretch>
            <a:fillRect/>
          </a:stretch>
        </p:blipFill>
        <p:spPr>
          <a:xfrm>
            <a:off x="1563562" y="5671263"/>
            <a:ext cx="7974259" cy="890197"/>
          </a:xfrm>
          <a:prstGeom prst="rect">
            <a:avLst/>
          </a:prstGeom>
        </p:spPr>
      </p:pic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8A4E1F18-6D6C-4958-8B3C-51D996813364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3BE25ADB-EF36-B914-2AC2-90C690170F1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2031ECEE-35D8-1FD7-CB91-295624DBDAD4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0A417873-CDC9-1FD1-F351-443639BEFF2A}"/>
              </a:ext>
            </a:extLst>
          </p:cNvPr>
          <p:cNvGraphicFramePr/>
          <p:nvPr/>
        </p:nvGraphicFramePr>
        <p:xfrm>
          <a:off x="9655174" y="276226"/>
          <a:ext cx="2532687" cy="613344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내부망에서 영상자료 링크 등록 시 썸네일 노출 방안 결정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!(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연계파트와  가능범위 협의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ex.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Default </a:t>
                      </a:r>
                      <a:r>
                        <a:rPr lang="en-US" sz="800" b="1" u="none" strike="noStrike" cap="none" dirty="0" err="1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img</a:t>
                      </a:r>
                      <a:r>
                        <a:rPr 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적용</a:t>
                      </a:r>
                      <a:endParaRPr lang="en-US" altLang="ko-KR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영상 채널 경우 묶음 그대로 처리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? 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묶음 채널에서 분리해서 등록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1" u="none" strike="noStrike" cap="none" dirty="0" err="1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확인중</a:t>
                      </a:r>
                      <a:endParaRPr lang="en-US" altLang="ko-KR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조회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필텨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분야 선택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교육과정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생활교육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학교공동체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자기개발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문제해결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관심사 선택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협의 후 정리 예정</a:t>
                      </a:r>
                      <a:endParaRPr lang="en-US" altLang="ko-KR" sz="800" b="0" u="none" strike="noStrike" cap="none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1-3.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키워드 검색 영역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키워드 입력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‘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검색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’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클릭 시 결과 값이 아래 목록에 출력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AI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추천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2-1.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추천 콘텐츠의 구분 정렬 선택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- default: '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맞춤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’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2-3.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목록 클릭 시 상세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2-4.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클릭 시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등록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하이코칭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전체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학습콘텐츠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목록 출력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-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행 까지 출력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페이징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endParaRPr lang="en-US" altLang="ko-KR" sz="800" b="1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808575"/>
                  </a:ext>
                </a:extLst>
              </a:tr>
              <a:tr h="2797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1100" b="0" i="0" u="none" strike="noStrike" cap="none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21120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05800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8406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0999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8805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DF30703-C9C9-AD09-6CCA-4FB3A942B0B0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6990C7-E906-C1D5-D6B9-4C676EB74804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 콘텐츠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DF02A3-0B15-2ABE-4A7F-EB6CF9A63E7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V-HCR-02-001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01342D0-C663-3762-2331-4B3A5AF2410A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90F641-872C-9620-2764-91FCCE00F902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학습콘텐츠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추천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403C90BF-9763-2030-AC4A-6989700F2D47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 추천</a:t>
            </a:r>
          </a:p>
        </p:txBody>
      </p: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0A1410BF-6E49-BAD8-020F-5AD2596FF041}"/>
              </a:ext>
            </a:extLst>
          </p:cNvPr>
          <p:cNvGrpSpPr/>
          <p:nvPr/>
        </p:nvGrpSpPr>
        <p:grpSpPr>
          <a:xfrm>
            <a:off x="1495727" y="2015933"/>
            <a:ext cx="1988878" cy="1510654"/>
            <a:chOff x="1495727" y="1661113"/>
            <a:chExt cx="1988878" cy="1510654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DF45E64E-7196-A119-D788-E84CC2A2BEB9}"/>
                </a:ext>
              </a:extLst>
            </p:cNvPr>
            <p:cNvGrpSpPr/>
            <p:nvPr/>
          </p:nvGrpSpPr>
          <p:grpSpPr>
            <a:xfrm>
              <a:off x="1557808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F5609E4D-63E1-B7A9-AE47-988D6113F7AF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B557B8C5-BBE5-39EF-D5EF-5DE08911609D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1" name="직선 연결선 30">
                  <a:extLst>
                    <a:ext uri="{FF2B5EF4-FFF2-40B4-BE49-F238E27FC236}">
                      <a16:creationId xmlns:a16="http://schemas.microsoft.com/office/drawing/2014/main" id="{C21B5005-A151-0C35-F607-33277F8DF9DF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57BF7516-D05E-D73B-236B-54DF40CC62A5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7C7A27-7AF4-0A9B-1E5F-FC93C7803787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5E760B9C-CA5A-4A34-95C1-D3B822A3C84C}"/>
                </a:ext>
              </a:extLst>
            </p:cNvPr>
            <p:cNvSpPr txBox="1"/>
            <p:nvPr/>
          </p:nvSpPr>
          <p:spPr>
            <a:xfrm>
              <a:off x="1495727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79415CF7-9B98-69A6-B8A3-030327B07DF8}"/>
                </a:ext>
              </a:extLst>
            </p:cNvPr>
            <p:cNvGrpSpPr/>
            <p:nvPr/>
          </p:nvGrpSpPr>
          <p:grpSpPr>
            <a:xfrm>
              <a:off x="3355649" y="2567043"/>
              <a:ext cx="106479" cy="196636"/>
              <a:chOff x="2855796" y="3833936"/>
              <a:chExt cx="106479" cy="196636"/>
            </a:xfrm>
          </p:grpSpPr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4225D4DF-B43D-6E2A-E9AF-58817A7BBE87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B316AB0-C174-C37D-5232-EB62CA4DE447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170F0F-C7FA-7098-DDE3-62FEA49ED231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03C96241-A6A5-6113-BE72-CD09B90914AB}"/>
                </a:ext>
              </a:extLst>
            </p:cNvPr>
            <p:cNvSpPr/>
            <p:nvPr/>
          </p:nvSpPr>
          <p:spPr>
            <a:xfrm>
              <a:off x="3029467" y="2347325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9383F9B6-1512-BAFD-31E1-891343193BC5}"/>
              </a:ext>
            </a:extLst>
          </p:cNvPr>
          <p:cNvGrpSpPr/>
          <p:nvPr/>
        </p:nvGrpSpPr>
        <p:grpSpPr>
          <a:xfrm>
            <a:off x="3526868" y="2015933"/>
            <a:ext cx="1988878" cy="1510654"/>
            <a:chOff x="3526868" y="1661113"/>
            <a:chExt cx="1988878" cy="1510654"/>
          </a:xfrm>
        </p:grpSpPr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AD9B54F3-EBD4-5EF1-A46D-2E4F7DFB9B0F}"/>
                </a:ext>
              </a:extLst>
            </p:cNvPr>
            <p:cNvGrpSpPr/>
            <p:nvPr/>
          </p:nvGrpSpPr>
          <p:grpSpPr>
            <a:xfrm>
              <a:off x="3588949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137" name="그룹 136">
                <a:extLst>
                  <a:ext uri="{FF2B5EF4-FFF2-40B4-BE49-F238E27FC236}">
                    <a16:creationId xmlns:a16="http://schemas.microsoft.com/office/drawing/2014/main" id="{720268FC-2BD2-A8AE-646E-7E06957702BF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39" name="직사각형 138">
                  <a:extLst>
                    <a:ext uri="{FF2B5EF4-FFF2-40B4-BE49-F238E27FC236}">
                      <a16:creationId xmlns:a16="http://schemas.microsoft.com/office/drawing/2014/main" id="{1BBC1EC9-8CC6-7165-39A0-F32980E66C9C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40" name="직선 연결선 139">
                  <a:extLst>
                    <a:ext uri="{FF2B5EF4-FFF2-40B4-BE49-F238E27FC236}">
                      <a16:creationId xmlns:a16="http://schemas.microsoft.com/office/drawing/2014/main" id="{7222E36B-9402-535A-738C-7829B1A9D756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1" name="직선 연결선 140">
                  <a:extLst>
                    <a:ext uri="{FF2B5EF4-FFF2-40B4-BE49-F238E27FC236}">
                      <a16:creationId xmlns:a16="http://schemas.microsoft.com/office/drawing/2014/main" id="{14FA010B-DDBC-A6B1-258B-C8EB3F2CF78E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AE363BD-1626-EEAE-4E72-B203FEF9CEF8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7D0BCE19-AB9F-A29D-B821-C95C92C4018F}"/>
                </a:ext>
              </a:extLst>
            </p:cNvPr>
            <p:cNvSpPr txBox="1"/>
            <p:nvPr/>
          </p:nvSpPr>
          <p:spPr>
            <a:xfrm>
              <a:off x="3526868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상반기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캠페인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자율형학교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_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공동체역량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자기주도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B25571EC-4664-39F9-2E19-C811FF7EEAF2}"/>
                </a:ext>
              </a:extLst>
            </p:cNvPr>
            <p:cNvGrpSpPr/>
            <p:nvPr/>
          </p:nvGrpSpPr>
          <p:grpSpPr>
            <a:xfrm>
              <a:off x="5386790" y="2567043"/>
              <a:ext cx="106479" cy="196636"/>
              <a:chOff x="2855796" y="3833936"/>
              <a:chExt cx="106479" cy="196636"/>
            </a:xfrm>
          </p:grpSpPr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16F7F610-CAAB-7431-6FDB-36FE24B6FE2D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EB1B1FFB-B192-736B-3038-F33543FF2116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0016B97D-18BB-CF2C-0046-716CD80A144F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26F86074-6657-F32B-1EE5-8FB8079C5A5A}"/>
                </a:ext>
              </a:extLst>
            </p:cNvPr>
            <p:cNvSpPr/>
            <p:nvPr/>
          </p:nvSpPr>
          <p:spPr>
            <a:xfrm>
              <a:off x="5051501" y="2347324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A495769C-4D6D-4F1F-91C1-5674F61031D3}"/>
              </a:ext>
            </a:extLst>
          </p:cNvPr>
          <p:cNvGrpSpPr/>
          <p:nvPr/>
        </p:nvGrpSpPr>
        <p:grpSpPr>
          <a:xfrm>
            <a:off x="5554712" y="2015933"/>
            <a:ext cx="1988878" cy="1510654"/>
            <a:chOff x="5554712" y="1661113"/>
            <a:chExt cx="1988878" cy="1510654"/>
          </a:xfrm>
        </p:grpSpPr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B8482FA8-7155-3ACD-F345-D67ADEE112D6}"/>
                </a:ext>
              </a:extLst>
            </p:cNvPr>
            <p:cNvGrpSpPr/>
            <p:nvPr/>
          </p:nvGrpSpPr>
          <p:grpSpPr>
            <a:xfrm>
              <a:off x="5616793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6A6E0C97-FDF2-C4F0-510D-1531A0342383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51" name="직사각형 150">
                  <a:extLst>
                    <a:ext uri="{FF2B5EF4-FFF2-40B4-BE49-F238E27FC236}">
                      <a16:creationId xmlns:a16="http://schemas.microsoft.com/office/drawing/2014/main" id="{720B0520-7373-DB47-C021-84DF2E34F611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52" name="직선 연결선 151">
                  <a:extLst>
                    <a:ext uri="{FF2B5EF4-FFF2-40B4-BE49-F238E27FC236}">
                      <a16:creationId xmlns:a16="http://schemas.microsoft.com/office/drawing/2014/main" id="{3459DBA6-1395-1F77-16EE-CCB8182FB011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842C376F-8869-B071-584F-5295EF011A2E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EF4981C7-BCAE-5956-87E5-7E2CDB58531F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456C73C-C104-D245-9C34-B27EDB646E1C}"/>
                </a:ext>
              </a:extLst>
            </p:cNvPr>
            <p:cNvSpPr txBox="1"/>
            <p:nvPr/>
          </p:nvSpPr>
          <p:spPr>
            <a:xfrm>
              <a:off x="5554712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경기도교육청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‘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특성화고 미래 역량 강화 사업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‘ 41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개 학교 선정</a:t>
              </a:r>
              <a:endParaRPr lang="en-US" altLang="ko-KR" sz="900" dirty="0"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D0FBD32B-7F67-CA52-7AC1-8B05101E4596}"/>
                </a:ext>
              </a:extLst>
            </p:cNvPr>
            <p:cNvGrpSpPr/>
            <p:nvPr/>
          </p:nvGrpSpPr>
          <p:grpSpPr>
            <a:xfrm>
              <a:off x="7414634" y="2567043"/>
              <a:ext cx="106479" cy="196636"/>
              <a:chOff x="2855796" y="3833936"/>
              <a:chExt cx="106479" cy="196636"/>
            </a:xfrm>
          </p:grpSpPr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72AC2708-CF66-8115-ADDE-B23B6CFB4646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8BBA3B4C-B193-7F00-259D-07E2A22927D1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5C37257-041F-13F8-DD51-DCE1C185926F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A3087626-5C4C-06DA-0205-F50A013C1301}"/>
                </a:ext>
              </a:extLst>
            </p:cNvPr>
            <p:cNvSpPr/>
            <p:nvPr/>
          </p:nvSpPr>
          <p:spPr>
            <a:xfrm>
              <a:off x="7077825" y="2360672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1EA73C64-20EC-5217-D077-B6F324D01A52}"/>
              </a:ext>
            </a:extLst>
          </p:cNvPr>
          <p:cNvGrpSpPr/>
          <p:nvPr/>
        </p:nvGrpSpPr>
        <p:grpSpPr>
          <a:xfrm>
            <a:off x="7594091" y="2015933"/>
            <a:ext cx="1988878" cy="1510654"/>
            <a:chOff x="7594091" y="1661113"/>
            <a:chExt cx="1988878" cy="1510654"/>
          </a:xfrm>
        </p:grpSpPr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455857E1-6815-C79C-09FC-E03CB3539F87}"/>
                </a:ext>
              </a:extLst>
            </p:cNvPr>
            <p:cNvGrpSpPr/>
            <p:nvPr/>
          </p:nvGrpSpPr>
          <p:grpSpPr>
            <a:xfrm>
              <a:off x="7656172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161" name="그룹 160">
                <a:extLst>
                  <a:ext uri="{FF2B5EF4-FFF2-40B4-BE49-F238E27FC236}">
                    <a16:creationId xmlns:a16="http://schemas.microsoft.com/office/drawing/2014/main" id="{D2CA3578-0E2D-4717-7730-A9B5C21A8A96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63" name="직사각형 162">
                  <a:extLst>
                    <a:ext uri="{FF2B5EF4-FFF2-40B4-BE49-F238E27FC236}">
                      <a16:creationId xmlns:a16="http://schemas.microsoft.com/office/drawing/2014/main" id="{CE93C3E1-3B46-FB2E-1EDA-AD7944F53300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64" name="직선 연결선 163">
                  <a:extLst>
                    <a:ext uri="{FF2B5EF4-FFF2-40B4-BE49-F238E27FC236}">
                      <a16:creationId xmlns:a16="http://schemas.microsoft.com/office/drawing/2014/main" id="{6041BBB7-F223-FFD3-EAF8-0E2FD7BCCB1D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3AE0613B-4394-ED9B-9E50-2CCD26AE5CCA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B1A5ECE-86DE-2210-CEE5-8A24EDCCDD49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FF632B1-237F-99D3-C534-F12924B8C6FD}"/>
                </a:ext>
              </a:extLst>
            </p:cNvPr>
            <p:cNvSpPr txBox="1"/>
            <p:nvPr/>
          </p:nvSpPr>
          <p:spPr>
            <a:xfrm>
              <a:off x="7594091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수원과학고 거점학교 디지털 역량 강화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챗</a:t>
              </a:r>
              <a:r>
                <a:rPr lang="en-US" altLang="ko-KR" sz="900" dirty="0" err="1">
                  <a:latin typeface="나눔고딕" pitchFamily="2" charset="-127"/>
                  <a:ea typeface="나눔고딕" pitchFamily="2" charset="-127"/>
                </a:rPr>
                <a:t>gpt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강사김코칭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미래교육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F2D5FC5E-DAAF-0ABA-E510-4D2EFAAC70E1}"/>
                </a:ext>
              </a:extLst>
            </p:cNvPr>
            <p:cNvGrpSpPr/>
            <p:nvPr/>
          </p:nvGrpSpPr>
          <p:grpSpPr>
            <a:xfrm>
              <a:off x="9454013" y="2567043"/>
              <a:ext cx="106479" cy="196636"/>
              <a:chOff x="2855796" y="3833936"/>
              <a:chExt cx="106479" cy="196636"/>
            </a:xfrm>
          </p:grpSpPr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F12A3877-6E64-A2BA-C97A-2274A991B00D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CDC652E-365E-923E-4ADC-8F617150A578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852F6861-9D65-C542-6404-1F5DCF8920BF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56A7D151-EC60-5004-305C-ADF0D9E9D22E}"/>
                </a:ext>
              </a:extLst>
            </p:cNvPr>
            <p:cNvSpPr/>
            <p:nvPr/>
          </p:nvSpPr>
          <p:spPr>
            <a:xfrm>
              <a:off x="9122719" y="2360671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ABE766-2D91-C9A4-EA12-E75F0E3A8FA5}"/>
              </a:ext>
            </a:extLst>
          </p:cNvPr>
          <p:cNvSpPr/>
          <p:nvPr/>
        </p:nvSpPr>
        <p:spPr>
          <a:xfrm>
            <a:off x="8247759" y="1381226"/>
            <a:ext cx="1344342" cy="276999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72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00" b="1" spc="-90" err="1">
                <a:solidFill>
                  <a:schemeClr val="bg1"/>
                </a:solidFill>
                <a:latin typeface="+mn-ea"/>
              </a:rPr>
              <a:t>학습콘텐츠</a:t>
            </a:r>
            <a:r>
              <a:rPr lang="ko-KR" altLang="en-US" sz="1000" b="1" spc="-90" dirty="0">
                <a:solidFill>
                  <a:schemeClr val="bg1"/>
                </a:solidFill>
                <a:latin typeface="+mn-ea"/>
              </a:rPr>
              <a:t> 등록</a:t>
            </a:r>
          </a:p>
        </p:txBody>
      </p: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E1CF858B-1A42-4EC2-0B5A-593BFCE03694}"/>
              </a:ext>
            </a:extLst>
          </p:cNvPr>
          <p:cNvGrpSpPr/>
          <p:nvPr/>
        </p:nvGrpSpPr>
        <p:grpSpPr>
          <a:xfrm>
            <a:off x="1555479" y="3553762"/>
            <a:ext cx="7956000" cy="308244"/>
            <a:chOff x="1409337" y="3497166"/>
            <a:chExt cx="7452000" cy="308244"/>
          </a:xfrm>
        </p:grpSpPr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5CD752CE-AF6F-7F21-3489-D5B2304DDBC1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사각형: 둥근 모서리 264">
              <a:extLst>
                <a:ext uri="{FF2B5EF4-FFF2-40B4-BE49-F238E27FC236}">
                  <a16:creationId xmlns:a16="http://schemas.microsoft.com/office/drawing/2014/main" id="{7CE514E0-8417-251E-7689-575E5348D963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1B36B0BB-D52E-AB98-90C6-BDFBCEE8E9F7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sp>
        <p:nvSpPr>
          <p:cNvPr id="267" name="TextBox 266">
            <a:extLst>
              <a:ext uri="{FF2B5EF4-FFF2-40B4-BE49-F238E27FC236}">
                <a16:creationId xmlns:a16="http://schemas.microsoft.com/office/drawing/2014/main" id="{22A54D9C-7383-1483-614E-0FEAE31B2930}"/>
              </a:ext>
            </a:extLst>
          </p:cNvPr>
          <p:cNvSpPr txBox="1"/>
          <p:nvPr/>
        </p:nvSpPr>
        <p:spPr>
          <a:xfrm>
            <a:off x="1486100" y="3842657"/>
            <a:ext cx="3327400" cy="261610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100" b="1" dirty="0" err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하이코칭</a:t>
            </a:r>
            <a:r>
              <a:rPr lang="ko-KR" altLang="en-US" sz="11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학습콘텐츠</a:t>
            </a:r>
            <a:endParaRPr lang="ko-KR" altLang="en-US" sz="11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91B377E3-0DBD-F230-ABD2-DBE2A94E15E6}"/>
              </a:ext>
            </a:extLst>
          </p:cNvPr>
          <p:cNvGrpSpPr/>
          <p:nvPr/>
        </p:nvGrpSpPr>
        <p:grpSpPr>
          <a:xfrm>
            <a:off x="1499636" y="4129989"/>
            <a:ext cx="1988878" cy="1510654"/>
            <a:chOff x="1495727" y="1661113"/>
            <a:chExt cx="1988878" cy="1510654"/>
          </a:xfrm>
        </p:grpSpPr>
        <p:grpSp>
          <p:nvGrpSpPr>
            <p:cNvPr id="269" name="그룹 268">
              <a:extLst>
                <a:ext uri="{FF2B5EF4-FFF2-40B4-BE49-F238E27FC236}">
                  <a16:creationId xmlns:a16="http://schemas.microsoft.com/office/drawing/2014/main" id="{13ACDD26-826A-B683-9072-810FB99A4B15}"/>
                </a:ext>
              </a:extLst>
            </p:cNvPr>
            <p:cNvGrpSpPr/>
            <p:nvPr/>
          </p:nvGrpSpPr>
          <p:grpSpPr>
            <a:xfrm>
              <a:off x="1557808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276" name="그룹 275">
                <a:extLst>
                  <a:ext uri="{FF2B5EF4-FFF2-40B4-BE49-F238E27FC236}">
                    <a16:creationId xmlns:a16="http://schemas.microsoft.com/office/drawing/2014/main" id="{146F2F27-770F-57A0-A798-12242004273C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78" name="직사각형 277">
                  <a:extLst>
                    <a:ext uri="{FF2B5EF4-FFF2-40B4-BE49-F238E27FC236}">
                      <a16:creationId xmlns:a16="http://schemas.microsoft.com/office/drawing/2014/main" id="{B82827CD-56FB-D7B2-EE51-266D19F40474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79" name="직선 연결선 278">
                  <a:extLst>
                    <a:ext uri="{FF2B5EF4-FFF2-40B4-BE49-F238E27FC236}">
                      <a16:creationId xmlns:a16="http://schemas.microsoft.com/office/drawing/2014/main" id="{BA04F960-9C4E-16E3-E369-851433EEF451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80" name="직선 연결선 279">
                  <a:extLst>
                    <a:ext uri="{FF2B5EF4-FFF2-40B4-BE49-F238E27FC236}">
                      <a16:creationId xmlns:a16="http://schemas.microsoft.com/office/drawing/2014/main" id="{197FFEEE-37DD-CB49-7453-DCD026F5570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596433AB-4ACA-3376-9C97-34D20AD3629E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DCDF8CEC-F9AC-C550-6505-4515745884A7}"/>
                </a:ext>
              </a:extLst>
            </p:cNvPr>
            <p:cNvSpPr txBox="1"/>
            <p:nvPr/>
          </p:nvSpPr>
          <p:spPr>
            <a:xfrm>
              <a:off x="1495727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D3E0DD1C-47D7-8CD8-D433-F3222411C6C0}"/>
                </a:ext>
              </a:extLst>
            </p:cNvPr>
            <p:cNvGrpSpPr/>
            <p:nvPr/>
          </p:nvGrpSpPr>
          <p:grpSpPr>
            <a:xfrm>
              <a:off x="3355649" y="2567043"/>
              <a:ext cx="106479" cy="196636"/>
              <a:chOff x="2855796" y="3833936"/>
              <a:chExt cx="106479" cy="196636"/>
            </a:xfrm>
          </p:grpSpPr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B501E042-25E7-4D1B-683C-568B39554028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FD36DAE3-1837-38DF-C991-CA70843410B6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5D4927B3-9841-AAFA-8B2F-740433B25339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272" name="직사각형 271">
              <a:extLst>
                <a:ext uri="{FF2B5EF4-FFF2-40B4-BE49-F238E27FC236}">
                  <a16:creationId xmlns:a16="http://schemas.microsoft.com/office/drawing/2014/main" id="{B5C2476B-41E4-2137-90C8-2711627C703F}"/>
                </a:ext>
              </a:extLst>
            </p:cNvPr>
            <p:cNvSpPr/>
            <p:nvPr/>
          </p:nvSpPr>
          <p:spPr>
            <a:xfrm>
              <a:off x="3029467" y="2347325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281" name="그룹 280">
            <a:extLst>
              <a:ext uri="{FF2B5EF4-FFF2-40B4-BE49-F238E27FC236}">
                <a16:creationId xmlns:a16="http://schemas.microsoft.com/office/drawing/2014/main" id="{CAB320D1-6CD9-947E-147A-349C4BF326AE}"/>
              </a:ext>
            </a:extLst>
          </p:cNvPr>
          <p:cNvGrpSpPr/>
          <p:nvPr/>
        </p:nvGrpSpPr>
        <p:grpSpPr>
          <a:xfrm>
            <a:off x="3530777" y="4129989"/>
            <a:ext cx="1988878" cy="1510654"/>
            <a:chOff x="3526868" y="1661113"/>
            <a:chExt cx="1988878" cy="1510654"/>
          </a:xfrm>
        </p:grpSpPr>
        <p:grpSp>
          <p:nvGrpSpPr>
            <p:cNvPr id="282" name="그룹 281">
              <a:extLst>
                <a:ext uri="{FF2B5EF4-FFF2-40B4-BE49-F238E27FC236}">
                  <a16:creationId xmlns:a16="http://schemas.microsoft.com/office/drawing/2014/main" id="{05ECCB7C-7A94-727D-E5DA-FDCD28BBC7EE}"/>
                </a:ext>
              </a:extLst>
            </p:cNvPr>
            <p:cNvGrpSpPr/>
            <p:nvPr/>
          </p:nvGrpSpPr>
          <p:grpSpPr>
            <a:xfrm>
              <a:off x="3588949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97" name="그룹 96">
                <a:extLst>
                  <a:ext uri="{FF2B5EF4-FFF2-40B4-BE49-F238E27FC236}">
                    <a16:creationId xmlns:a16="http://schemas.microsoft.com/office/drawing/2014/main" id="{4FB185A0-9976-E04F-B241-62F283E4CB9E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427ADF5A-0BF5-5160-0C8F-D4E46990EF99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00" name="직선 연결선 99">
                  <a:extLst>
                    <a:ext uri="{FF2B5EF4-FFF2-40B4-BE49-F238E27FC236}">
                      <a16:creationId xmlns:a16="http://schemas.microsoft.com/office/drawing/2014/main" id="{015A4F0A-AAE2-2B1D-B4C2-4991E04992EA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2" name="직선 연결선 101">
                  <a:extLst>
                    <a:ext uri="{FF2B5EF4-FFF2-40B4-BE49-F238E27FC236}">
                      <a16:creationId xmlns:a16="http://schemas.microsoft.com/office/drawing/2014/main" id="{674DFB87-FCB0-2434-C5C2-FEFA11C4F77B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6A80F9B-DE2F-A8F6-AB69-ADDAD71DC097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D6FFC7CF-957D-1BDF-2A6A-29B8CC44A366}"/>
                </a:ext>
              </a:extLst>
            </p:cNvPr>
            <p:cNvSpPr txBox="1"/>
            <p:nvPr/>
          </p:nvSpPr>
          <p:spPr>
            <a:xfrm>
              <a:off x="3526868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상반기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캠페인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자율형학교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_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공동체역량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자기주도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284" name="그룹 283">
              <a:extLst>
                <a:ext uri="{FF2B5EF4-FFF2-40B4-BE49-F238E27FC236}">
                  <a16:creationId xmlns:a16="http://schemas.microsoft.com/office/drawing/2014/main" id="{E3A5D708-58A4-6E50-8E20-9112F66D1398}"/>
                </a:ext>
              </a:extLst>
            </p:cNvPr>
            <p:cNvGrpSpPr/>
            <p:nvPr/>
          </p:nvGrpSpPr>
          <p:grpSpPr>
            <a:xfrm>
              <a:off x="5386790" y="2567043"/>
              <a:ext cx="106479" cy="196636"/>
              <a:chOff x="2855796" y="3833936"/>
              <a:chExt cx="106479" cy="196636"/>
            </a:xfrm>
          </p:grpSpPr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7ACE09DE-F595-9930-23D3-8D64687D7FBB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414F9A05-83E5-2BC3-D55E-897CF508B242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C8CA0DBB-EA59-5BA5-3282-E88A06B19A96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285" name="직사각형 284">
              <a:extLst>
                <a:ext uri="{FF2B5EF4-FFF2-40B4-BE49-F238E27FC236}">
                  <a16:creationId xmlns:a16="http://schemas.microsoft.com/office/drawing/2014/main" id="{561DD836-AE49-AA33-C9EA-A4BC17567C0E}"/>
                </a:ext>
              </a:extLst>
            </p:cNvPr>
            <p:cNvSpPr/>
            <p:nvPr/>
          </p:nvSpPr>
          <p:spPr>
            <a:xfrm>
              <a:off x="5051501" y="2347324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CC095DDE-D957-3687-AE22-24020F18262C}"/>
              </a:ext>
            </a:extLst>
          </p:cNvPr>
          <p:cNvGrpSpPr/>
          <p:nvPr/>
        </p:nvGrpSpPr>
        <p:grpSpPr>
          <a:xfrm>
            <a:off x="5558621" y="4129989"/>
            <a:ext cx="1988878" cy="1510654"/>
            <a:chOff x="5554712" y="1661113"/>
            <a:chExt cx="1988878" cy="1510654"/>
          </a:xfrm>
        </p:grpSpPr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18EE1472-A4CD-8197-2666-9B34B4BD9241}"/>
                </a:ext>
              </a:extLst>
            </p:cNvPr>
            <p:cNvGrpSpPr/>
            <p:nvPr/>
          </p:nvGrpSpPr>
          <p:grpSpPr>
            <a:xfrm>
              <a:off x="5616793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A9CB7910-12AC-C990-4244-CCB134C13433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5F92203C-2AF7-E81F-0456-98C141C56658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17" name="직선 연결선 116">
                  <a:extLst>
                    <a:ext uri="{FF2B5EF4-FFF2-40B4-BE49-F238E27FC236}">
                      <a16:creationId xmlns:a16="http://schemas.microsoft.com/office/drawing/2014/main" id="{56B0E0F2-4A1C-3431-3FA7-6695A9175866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18" name="직선 연결선 117">
                  <a:extLst>
                    <a:ext uri="{FF2B5EF4-FFF2-40B4-BE49-F238E27FC236}">
                      <a16:creationId xmlns:a16="http://schemas.microsoft.com/office/drawing/2014/main" id="{672F611D-C2A6-2734-0672-561DD0E49CE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789CCE87-9357-332F-2AE9-B0B52C7E5884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75E7DBF-9E20-DD36-ABB0-E753022B4D42}"/>
                </a:ext>
              </a:extLst>
            </p:cNvPr>
            <p:cNvSpPr txBox="1"/>
            <p:nvPr/>
          </p:nvSpPr>
          <p:spPr>
            <a:xfrm>
              <a:off x="5554712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경기도교육청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‘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특성화고 미래 역량 강화 사업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‘ 41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개 학교 선정</a:t>
              </a:r>
              <a:endParaRPr lang="en-US" altLang="ko-KR" sz="900" dirty="0"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BA34D325-48E2-D92E-FB5D-1290B8BD23E9}"/>
                </a:ext>
              </a:extLst>
            </p:cNvPr>
            <p:cNvGrpSpPr/>
            <p:nvPr/>
          </p:nvGrpSpPr>
          <p:grpSpPr>
            <a:xfrm>
              <a:off x="7414634" y="2567043"/>
              <a:ext cx="106479" cy="196636"/>
              <a:chOff x="2855796" y="3833936"/>
              <a:chExt cx="106479" cy="196636"/>
            </a:xfrm>
          </p:grpSpPr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4382F38-0624-CCC3-2C78-E6AC82AA5847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B80751D-8F05-08B4-9728-321EB17857C3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CAECDA74-86F7-69F9-521F-B2B4D95B153D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C0385AAB-92B3-5533-3BF1-46BA40F6043C}"/>
                </a:ext>
              </a:extLst>
            </p:cNvPr>
            <p:cNvSpPr/>
            <p:nvPr/>
          </p:nvSpPr>
          <p:spPr>
            <a:xfrm>
              <a:off x="7077825" y="2360672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4A68575C-FDB4-0E32-C2E8-4FF69BAAD2C6}"/>
              </a:ext>
            </a:extLst>
          </p:cNvPr>
          <p:cNvGrpSpPr/>
          <p:nvPr/>
        </p:nvGrpSpPr>
        <p:grpSpPr>
          <a:xfrm>
            <a:off x="7598000" y="4129989"/>
            <a:ext cx="1988878" cy="1510654"/>
            <a:chOff x="7594091" y="1661113"/>
            <a:chExt cx="1988878" cy="1510654"/>
          </a:xfrm>
        </p:grpSpPr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6D4D3289-DDA3-29F6-F4A3-9B715ED762A5}"/>
                </a:ext>
              </a:extLst>
            </p:cNvPr>
            <p:cNvGrpSpPr/>
            <p:nvPr/>
          </p:nvGrpSpPr>
          <p:grpSpPr>
            <a:xfrm>
              <a:off x="7656172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359" name="그룹 358">
                <a:extLst>
                  <a:ext uri="{FF2B5EF4-FFF2-40B4-BE49-F238E27FC236}">
                    <a16:creationId xmlns:a16="http://schemas.microsoft.com/office/drawing/2014/main" id="{0A1CC717-8F97-795C-196D-192E3B97CFA0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61" name="직사각형 360">
                  <a:extLst>
                    <a:ext uri="{FF2B5EF4-FFF2-40B4-BE49-F238E27FC236}">
                      <a16:creationId xmlns:a16="http://schemas.microsoft.com/office/drawing/2014/main" id="{B818B8A1-6C5A-3C50-2706-9637C63E73E4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62" name="직선 연결선 361">
                  <a:extLst>
                    <a:ext uri="{FF2B5EF4-FFF2-40B4-BE49-F238E27FC236}">
                      <a16:creationId xmlns:a16="http://schemas.microsoft.com/office/drawing/2014/main" id="{D6F02A63-E938-7E43-0FC8-ECB9BAD38951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63" name="직선 연결선 362">
                  <a:extLst>
                    <a:ext uri="{FF2B5EF4-FFF2-40B4-BE49-F238E27FC236}">
                      <a16:creationId xmlns:a16="http://schemas.microsoft.com/office/drawing/2014/main" id="{A5F810E0-2624-4123-93B9-28E5DD655546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60" name="TextBox 359">
                <a:extLst>
                  <a:ext uri="{FF2B5EF4-FFF2-40B4-BE49-F238E27FC236}">
                    <a16:creationId xmlns:a16="http://schemas.microsoft.com/office/drawing/2014/main" id="{E20498B4-E35A-C23A-ABEE-760140CDCB7A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3B057D31-4B91-FE79-C2ED-DA79C4C2C3F8}"/>
                </a:ext>
              </a:extLst>
            </p:cNvPr>
            <p:cNvSpPr txBox="1"/>
            <p:nvPr/>
          </p:nvSpPr>
          <p:spPr>
            <a:xfrm>
              <a:off x="7594091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수원과학고 거점학교 디지털 역량 강화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챗</a:t>
              </a:r>
              <a:r>
                <a:rPr lang="en-US" altLang="ko-KR" sz="900" dirty="0" err="1">
                  <a:latin typeface="나눔고딕" pitchFamily="2" charset="-127"/>
                  <a:ea typeface="나눔고딕" pitchFamily="2" charset="-127"/>
                </a:rPr>
                <a:t>gpt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강사김코칭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미래교육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864B4C51-B0B6-5AA1-D695-B925CC379A95}"/>
                </a:ext>
              </a:extLst>
            </p:cNvPr>
            <p:cNvGrpSpPr/>
            <p:nvPr/>
          </p:nvGrpSpPr>
          <p:grpSpPr>
            <a:xfrm>
              <a:off x="9454013" y="2567043"/>
              <a:ext cx="106479" cy="196636"/>
              <a:chOff x="2855796" y="3833936"/>
              <a:chExt cx="106479" cy="196636"/>
            </a:xfrm>
          </p:grpSpPr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9364E54-6536-F135-AA2C-56EB6B208E95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4864B919-102C-D4C9-5270-212FB758D48C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358" name="TextBox 357">
                <a:extLst>
                  <a:ext uri="{FF2B5EF4-FFF2-40B4-BE49-F238E27FC236}">
                    <a16:creationId xmlns:a16="http://schemas.microsoft.com/office/drawing/2014/main" id="{425B045C-E1CB-4897-2F85-3568230559E2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4EEE74FB-7B29-B97D-B29B-48E93FF2EDF1}"/>
                </a:ext>
              </a:extLst>
            </p:cNvPr>
            <p:cNvSpPr/>
            <p:nvPr/>
          </p:nvSpPr>
          <p:spPr>
            <a:xfrm>
              <a:off x="9122719" y="2360671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FE9AFB45-FE07-5D85-822B-F6757458F382}"/>
              </a:ext>
            </a:extLst>
          </p:cNvPr>
          <p:cNvSpPr txBox="1"/>
          <p:nvPr/>
        </p:nvSpPr>
        <p:spPr>
          <a:xfrm>
            <a:off x="1503547" y="1365069"/>
            <a:ext cx="2215966" cy="2863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100" b="1" dirty="0"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100" b="1" dirty="0">
                <a:latin typeface="나눔고딕" pitchFamily="2" charset="-127"/>
                <a:ea typeface="나눔고딕" pitchFamily="2" charset="-127"/>
              </a:rPr>
              <a:t>추천 </a:t>
            </a:r>
            <a:r>
              <a:rPr lang="ko-KR" altLang="en-US" sz="1100" b="1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endParaRPr lang="en-US" altLang="ko-KR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63AEFA3-1F90-A87F-1714-278918E4264B}"/>
              </a:ext>
            </a:extLst>
          </p:cNvPr>
          <p:cNvSpPr txBox="1"/>
          <p:nvPr/>
        </p:nvSpPr>
        <p:spPr>
          <a:xfrm>
            <a:off x="7909169" y="1693704"/>
            <a:ext cx="1608371" cy="26847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맞춤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관심사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트렌드</a:t>
            </a:r>
            <a:endParaRPr lang="en-US" altLang="ko-KR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6965C0BC-ACCB-DBED-1AFA-311D69AF1BA4}"/>
              </a:ext>
            </a:extLst>
          </p:cNvPr>
          <p:cNvSpPr/>
          <p:nvPr/>
        </p:nvSpPr>
        <p:spPr>
          <a:xfrm>
            <a:off x="1558925" y="866062"/>
            <a:ext cx="8029575" cy="46255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022C48FA-4A5A-1F67-EDAF-391BC63547A1}"/>
              </a:ext>
            </a:extLst>
          </p:cNvPr>
          <p:cNvGrpSpPr/>
          <p:nvPr/>
        </p:nvGrpSpPr>
        <p:grpSpPr>
          <a:xfrm>
            <a:off x="1553796" y="986782"/>
            <a:ext cx="1880090" cy="251620"/>
            <a:chOff x="1553796" y="986782"/>
            <a:chExt cx="1880090" cy="251620"/>
          </a:xfrm>
        </p:grpSpPr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B5E00879-30F1-D402-E6E4-AC2EB8788488}"/>
                </a:ext>
              </a:extLst>
            </p:cNvPr>
            <p:cNvSpPr txBox="1"/>
            <p:nvPr/>
          </p:nvSpPr>
          <p:spPr>
            <a:xfrm>
              <a:off x="1553796" y="992181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분야</a:t>
              </a:r>
              <a:endParaRPr lang="en-US" altLang="ko-KR" sz="1200" b="1" dirty="0"/>
            </a:p>
          </p:txBody>
        </p:sp>
        <p:grpSp>
          <p:nvGrpSpPr>
            <p:cNvPr id="391" name="그룹 390">
              <a:extLst>
                <a:ext uri="{FF2B5EF4-FFF2-40B4-BE49-F238E27FC236}">
                  <a16:creationId xmlns:a16="http://schemas.microsoft.com/office/drawing/2014/main" id="{38656BD5-BB48-5793-C71B-D8134DCD2793}"/>
                </a:ext>
              </a:extLst>
            </p:cNvPr>
            <p:cNvGrpSpPr/>
            <p:nvPr/>
          </p:nvGrpSpPr>
          <p:grpSpPr>
            <a:xfrm>
              <a:off x="1977044" y="986782"/>
              <a:ext cx="1456842" cy="250711"/>
              <a:chOff x="4011039" y="2223936"/>
              <a:chExt cx="1059173" cy="250711"/>
            </a:xfrm>
          </p:grpSpPr>
          <p:sp>
            <p:nvSpPr>
              <p:cNvPr id="395" name="Input">
                <a:extLst>
                  <a:ext uri="{FF2B5EF4-FFF2-40B4-BE49-F238E27FC236}">
                    <a16:creationId xmlns:a16="http://schemas.microsoft.com/office/drawing/2014/main" id="{5D853666-6175-885E-AC1A-E1E788CFC1DC}"/>
                  </a:ext>
                </a:extLst>
              </p:cNvPr>
              <p:cNvSpPr/>
              <p:nvPr/>
            </p:nvSpPr>
            <p:spPr>
              <a:xfrm>
                <a:off x="4011039" y="2223936"/>
                <a:ext cx="1059173" cy="25071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396" name="Chevron Right">
                <a:extLst>
                  <a:ext uri="{FF2B5EF4-FFF2-40B4-BE49-F238E27FC236}">
                    <a16:creationId xmlns:a16="http://schemas.microsoft.com/office/drawing/2014/main" id="{7A0AABA4-F1FE-A26C-52DC-B26308AC3D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7854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3F9CB547-29DA-B229-0F41-B98C6EC83AF4}"/>
              </a:ext>
            </a:extLst>
          </p:cNvPr>
          <p:cNvGrpSpPr/>
          <p:nvPr/>
        </p:nvGrpSpPr>
        <p:grpSpPr>
          <a:xfrm>
            <a:off x="3509114" y="980906"/>
            <a:ext cx="2014453" cy="257178"/>
            <a:chOff x="3735757" y="980906"/>
            <a:chExt cx="2014453" cy="257178"/>
          </a:xfrm>
        </p:grpSpPr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8C2D721A-225F-86F3-6AAC-8EB565D8442A}"/>
                </a:ext>
              </a:extLst>
            </p:cNvPr>
            <p:cNvSpPr txBox="1"/>
            <p:nvPr/>
          </p:nvSpPr>
          <p:spPr>
            <a:xfrm>
              <a:off x="3735757" y="991863"/>
              <a:ext cx="5989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관심사</a:t>
              </a:r>
              <a:endParaRPr lang="en-US" altLang="ko-KR" sz="1200" b="1" dirty="0"/>
            </a:p>
          </p:txBody>
        </p:sp>
        <p:grpSp>
          <p:nvGrpSpPr>
            <p:cNvPr id="387" name="그룹 386">
              <a:extLst>
                <a:ext uri="{FF2B5EF4-FFF2-40B4-BE49-F238E27FC236}">
                  <a16:creationId xmlns:a16="http://schemas.microsoft.com/office/drawing/2014/main" id="{B4CAB0B6-4B95-70D9-B754-D6DC8E4F9B2E}"/>
                </a:ext>
              </a:extLst>
            </p:cNvPr>
            <p:cNvGrpSpPr/>
            <p:nvPr/>
          </p:nvGrpSpPr>
          <p:grpSpPr>
            <a:xfrm>
              <a:off x="4293368" y="980906"/>
              <a:ext cx="1456842" cy="250711"/>
              <a:chOff x="3120087" y="2216121"/>
              <a:chExt cx="1059173" cy="250711"/>
            </a:xfrm>
          </p:grpSpPr>
          <p:sp>
            <p:nvSpPr>
              <p:cNvPr id="388" name="Input">
                <a:extLst>
                  <a:ext uri="{FF2B5EF4-FFF2-40B4-BE49-F238E27FC236}">
                    <a16:creationId xmlns:a16="http://schemas.microsoft.com/office/drawing/2014/main" id="{8AE9DF85-56E1-3920-0D70-235706DF7D07}"/>
                  </a:ext>
                </a:extLst>
              </p:cNvPr>
              <p:cNvSpPr/>
              <p:nvPr/>
            </p:nvSpPr>
            <p:spPr>
              <a:xfrm>
                <a:off x="3120087" y="2216121"/>
                <a:ext cx="1059173" cy="25071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389" name="Chevron Right">
                <a:extLst>
                  <a:ext uri="{FF2B5EF4-FFF2-40B4-BE49-F238E27FC236}">
                    <a16:creationId xmlns:a16="http://schemas.microsoft.com/office/drawing/2014/main" id="{2ABE7059-447C-9946-5E5F-351C20083F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063834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5" name="타원 4">
            <a:extLst>
              <a:ext uri="{FF2B5EF4-FFF2-40B4-BE49-F238E27FC236}">
                <a16:creationId xmlns:a16="http://schemas.microsoft.com/office/drawing/2014/main" id="{5465ED31-B6E9-97EA-48DA-C881FFFE14EC}"/>
              </a:ext>
            </a:extLst>
          </p:cNvPr>
          <p:cNvSpPr/>
          <p:nvPr/>
        </p:nvSpPr>
        <p:spPr>
          <a:xfrm>
            <a:off x="1441493" y="85696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67B994C-03B5-B278-A2C0-DD35156A700D}"/>
              </a:ext>
            </a:extLst>
          </p:cNvPr>
          <p:cNvSpPr/>
          <p:nvPr/>
        </p:nvSpPr>
        <p:spPr>
          <a:xfrm>
            <a:off x="1894881" y="92285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8E483C8-CB37-0E00-7D1F-4A4A176A0433}"/>
              </a:ext>
            </a:extLst>
          </p:cNvPr>
          <p:cNvSpPr/>
          <p:nvPr/>
        </p:nvSpPr>
        <p:spPr>
          <a:xfrm>
            <a:off x="3958459" y="92300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362487D-4A06-DDE7-9749-03A9F282A651}"/>
              </a:ext>
            </a:extLst>
          </p:cNvPr>
          <p:cNvSpPr/>
          <p:nvPr/>
        </p:nvSpPr>
        <p:spPr>
          <a:xfrm>
            <a:off x="1441493" y="138604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A6A74C5-ABFD-4B5F-E763-76D3A4B965C8}"/>
              </a:ext>
            </a:extLst>
          </p:cNvPr>
          <p:cNvSpPr/>
          <p:nvPr/>
        </p:nvSpPr>
        <p:spPr>
          <a:xfrm>
            <a:off x="1508624" y="202457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A4EB4C9-6772-389F-8EC3-04B0AA1FD20A}"/>
              </a:ext>
            </a:extLst>
          </p:cNvPr>
          <p:cNvSpPr/>
          <p:nvPr/>
        </p:nvSpPr>
        <p:spPr>
          <a:xfrm>
            <a:off x="7974688" y="173473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D3B2502-E399-31A9-1D41-1DBBDD4065B7}"/>
              </a:ext>
            </a:extLst>
          </p:cNvPr>
          <p:cNvSpPr/>
          <p:nvPr/>
        </p:nvSpPr>
        <p:spPr>
          <a:xfrm>
            <a:off x="8093288" y="137618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DAAE929-C168-FBE9-9DE2-C352F4C88AFA}"/>
              </a:ext>
            </a:extLst>
          </p:cNvPr>
          <p:cNvSpPr/>
          <p:nvPr/>
        </p:nvSpPr>
        <p:spPr>
          <a:xfrm>
            <a:off x="1460004" y="378951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FBE33F4-89CC-8020-F42D-371BA264CC41}"/>
              </a:ext>
            </a:extLst>
          </p:cNvPr>
          <p:cNvGrpSpPr/>
          <p:nvPr/>
        </p:nvGrpSpPr>
        <p:grpSpPr>
          <a:xfrm>
            <a:off x="5656394" y="983603"/>
            <a:ext cx="3857910" cy="246220"/>
            <a:chOff x="-1713300" y="928991"/>
            <a:chExt cx="3857910" cy="226043"/>
          </a:xfrm>
        </p:grpSpPr>
        <p:sp>
          <p:nvSpPr>
            <p:cNvPr id="19" name="Input">
              <a:extLst>
                <a:ext uri="{FF2B5EF4-FFF2-40B4-BE49-F238E27FC236}">
                  <a16:creationId xmlns:a16="http://schemas.microsoft.com/office/drawing/2014/main" id="{80B4947E-3565-B009-5875-2AD8088313B1}"/>
                </a:ext>
              </a:extLst>
            </p:cNvPr>
            <p:cNvSpPr/>
            <p:nvPr/>
          </p:nvSpPr>
          <p:spPr>
            <a:xfrm>
              <a:off x="-1713300" y="928991"/>
              <a:ext cx="3318457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0" name="Input">
              <a:extLst>
                <a:ext uri="{FF2B5EF4-FFF2-40B4-BE49-F238E27FC236}">
                  <a16:creationId xmlns:a16="http://schemas.microsoft.com/office/drawing/2014/main" id="{1C38ABFD-9DB8-E8A9-EECD-F4FA2AACACE4}"/>
                </a:ext>
              </a:extLst>
            </p:cNvPr>
            <p:cNvSpPr/>
            <p:nvPr/>
          </p:nvSpPr>
          <p:spPr>
            <a:xfrm>
              <a:off x="1676610" y="928991"/>
              <a:ext cx="468000" cy="226043"/>
            </a:xfrm>
            <a:prstGeom prst="roundRect">
              <a:avLst>
                <a:gd name="adj" fmla="val 7932"/>
              </a:avLst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검색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1" name="타원 20">
            <a:extLst>
              <a:ext uri="{FF2B5EF4-FFF2-40B4-BE49-F238E27FC236}">
                <a16:creationId xmlns:a16="http://schemas.microsoft.com/office/drawing/2014/main" id="{D25B8275-36CC-01D9-0C7E-1F9D4671F5BC}"/>
              </a:ext>
            </a:extLst>
          </p:cNvPr>
          <p:cNvSpPr/>
          <p:nvPr/>
        </p:nvSpPr>
        <p:spPr>
          <a:xfrm>
            <a:off x="5606456" y="91500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3391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AD6152E-74D5-C51F-D65B-43EA44DE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AAE17529-2073-86F7-A0A2-75A2471309FA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686A129E-4A03-59EE-74DF-F74835E7FAFD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6AE176E4-B951-5BD4-E65F-F94D4104D95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0590CFF2-0897-41E5-8C65-44901017BFC6}"/>
              </a:ext>
            </a:extLst>
          </p:cNvPr>
          <p:cNvGraphicFramePr/>
          <p:nvPr/>
        </p:nvGraphicFramePr>
        <p:xfrm>
          <a:off x="9655174" y="276226"/>
          <a:ext cx="2532687" cy="4388014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내부망에서 영상자료 링크 등록 시 썸네일 노출 방안 결정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!(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연계파트와  가능범위 협의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ex.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Default </a:t>
                      </a:r>
                      <a:r>
                        <a:rPr lang="en-US" sz="800" b="1" u="none" strike="noStrike" cap="none" dirty="0" err="1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img</a:t>
                      </a:r>
                      <a:r>
                        <a:rPr 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적용</a:t>
                      </a:r>
                      <a:endParaRPr lang="en-US" altLang="ko-KR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영상 채널 경우 묶음 그대로 처리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? 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묶음 채널에서 분리해서 등록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1" u="none" strike="noStrike" cap="none" dirty="0" err="1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확인중</a:t>
                      </a:r>
                      <a:endParaRPr lang="en-US" altLang="ko-KR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endParaRPr lang="en-US" altLang="ko-KR" sz="800" b="1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808575"/>
                  </a:ext>
                </a:extLst>
              </a:tr>
              <a:tr h="2797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1100" b="0" i="0" u="none" strike="noStrike" cap="none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21120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05800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8406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0999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88056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5A123D53-4ECE-09A8-AF3C-E3D5925FCC5F}"/>
              </a:ext>
            </a:extLst>
          </p:cNvPr>
          <p:cNvGrpSpPr/>
          <p:nvPr/>
        </p:nvGrpSpPr>
        <p:grpSpPr>
          <a:xfrm>
            <a:off x="1499636" y="667767"/>
            <a:ext cx="1988878" cy="1510654"/>
            <a:chOff x="1495727" y="1661113"/>
            <a:chExt cx="1988878" cy="151065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F5D48146-3EB0-E0CF-7A29-FC017588615E}"/>
                </a:ext>
              </a:extLst>
            </p:cNvPr>
            <p:cNvGrpSpPr/>
            <p:nvPr/>
          </p:nvGrpSpPr>
          <p:grpSpPr>
            <a:xfrm>
              <a:off x="1557808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9BC77515-5CFE-A7A9-24ED-B3E93A4C1C0E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C0893C85-77C8-E690-6C12-822BAE19E51F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6EE4C98B-C018-75E2-689F-0FB61AA4EF01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C5304FA0-659C-204B-59F6-066173E0B1B5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7230E22-4EDF-D9A5-0C55-24151ECC55CC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A184F3-F080-E6B4-43DD-EF88DC808D9D}"/>
                </a:ext>
              </a:extLst>
            </p:cNvPr>
            <p:cNvSpPr txBox="1"/>
            <p:nvPr/>
          </p:nvSpPr>
          <p:spPr>
            <a:xfrm>
              <a:off x="1495727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8B00362-09EE-96C0-FFBD-0348401497F6}"/>
                </a:ext>
              </a:extLst>
            </p:cNvPr>
            <p:cNvGrpSpPr/>
            <p:nvPr/>
          </p:nvGrpSpPr>
          <p:grpSpPr>
            <a:xfrm>
              <a:off x="3355649" y="2567043"/>
              <a:ext cx="106479" cy="196636"/>
              <a:chOff x="2855796" y="3833936"/>
              <a:chExt cx="106479" cy="196636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3DD20E-4699-C15D-7FF0-F7F5EED4D13F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975C093-F098-ECA7-7E1D-03C302B91FBB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30FC64-68B6-87EB-422C-4C5078F3D08E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0E003BE-7984-48F2-911F-26332F36ABB9}"/>
                </a:ext>
              </a:extLst>
            </p:cNvPr>
            <p:cNvSpPr/>
            <p:nvPr/>
          </p:nvSpPr>
          <p:spPr>
            <a:xfrm>
              <a:off x="3029467" y="2347325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66446EA-8974-A58A-B41D-C772B3AC242D}"/>
              </a:ext>
            </a:extLst>
          </p:cNvPr>
          <p:cNvGrpSpPr/>
          <p:nvPr/>
        </p:nvGrpSpPr>
        <p:grpSpPr>
          <a:xfrm>
            <a:off x="3530777" y="667767"/>
            <a:ext cx="1988878" cy="1510654"/>
            <a:chOff x="3526868" y="1661113"/>
            <a:chExt cx="1988878" cy="1510654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7A0406B5-D221-D285-2144-C08705A2BFCF}"/>
                </a:ext>
              </a:extLst>
            </p:cNvPr>
            <p:cNvGrpSpPr/>
            <p:nvPr/>
          </p:nvGrpSpPr>
          <p:grpSpPr>
            <a:xfrm>
              <a:off x="3588949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85816578-6005-F465-DA71-137F0D9A2037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E4701A33-4FB8-E2CA-AE83-097FCBB438C9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41" name="직선 연결선 40">
                  <a:extLst>
                    <a:ext uri="{FF2B5EF4-FFF2-40B4-BE49-F238E27FC236}">
                      <a16:creationId xmlns:a16="http://schemas.microsoft.com/office/drawing/2014/main" id="{BAADA8C5-AFD4-8C59-CD02-4DEDC5B1A26E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1BC2B299-C81F-DF03-9C5F-553F214B4BCA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C42E057-1AF2-DF1B-3DA1-4CA85A9C8175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CB6D10F-B422-2A9F-D565-F24AEE71136C}"/>
                </a:ext>
              </a:extLst>
            </p:cNvPr>
            <p:cNvSpPr txBox="1"/>
            <p:nvPr/>
          </p:nvSpPr>
          <p:spPr>
            <a:xfrm>
              <a:off x="3526868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상반기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캠페인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자율형학교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_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공동체역량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자기주도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646E957E-0FFC-FE93-0847-F620603840A7}"/>
                </a:ext>
              </a:extLst>
            </p:cNvPr>
            <p:cNvGrpSpPr/>
            <p:nvPr/>
          </p:nvGrpSpPr>
          <p:grpSpPr>
            <a:xfrm>
              <a:off x="5386790" y="2567043"/>
              <a:ext cx="106479" cy="196636"/>
              <a:chOff x="2855796" y="3833936"/>
              <a:chExt cx="106479" cy="196636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DB78F92-6F16-2F2C-694B-CECA8D84CFAE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9FD4B3-AFC2-DFFB-C232-01C245C363C8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8D93957-DAF8-EB7C-59EE-F80E7CF4F1F9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15AB13EC-152A-34E8-2746-CBE3A47D8678}"/>
                </a:ext>
              </a:extLst>
            </p:cNvPr>
            <p:cNvSpPr/>
            <p:nvPr/>
          </p:nvSpPr>
          <p:spPr>
            <a:xfrm>
              <a:off x="5051501" y="2347324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C8E8D42-76EE-9352-BFA1-32FD3D6DFE77}"/>
              </a:ext>
            </a:extLst>
          </p:cNvPr>
          <p:cNvGrpSpPr/>
          <p:nvPr/>
        </p:nvGrpSpPr>
        <p:grpSpPr>
          <a:xfrm>
            <a:off x="5558621" y="667767"/>
            <a:ext cx="1988878" cy="1510654"/>
            <a:chOff x="5554712" y="1661113"/>
            <a:chExt cx="1988878" cy="1510654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ABEC2FD-A877-2764-C7B8-23A798150902}"/>
                </a:ext>
              </a:extLst>
            </p:cNvPr>
            <p:cNvGrpSpPr/>
            <p:nvPr/>
          </p:nvGrpSpPr>
          <p:grpSpPr>
            <a:xfrm>
              <a:off x="5616793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411CD0D8-84EF-792A-4DBF-DB8349C51B5E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3AFAC90D-949C-0485-A85B-86003D43A8DF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54" name="직선 연결선 53">
                  <a:extLst>
                    <a:ext uri="{FF2B5EF4-FFF2-40B4-BE49-F238E27FC236}">
                      <a16:creationId xmlns:a16="http://schemas.microsoft.com/office/drawing/2014/main" id="{03952C6C-61F0-BB48-E87E-457F42D957BB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5" name="직선 연결선 54">
                  <a:extLst>
                    <a:ext uri="{FF2B5EF4-FFF2-40B4-BE49-F238E27FC236}">
                      <a16:creationId xmlns:a16="http://schemas.microsoft.com/office/drawing/2014/main" id="{BF06B1A1-DB5D-4C82-A451-B1966126590A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09DBE96-4A8B-6DC0-46BB-A19AF6006BC0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093A56E-5846-1917-0745-250444191AB9}"/>
                </a:ext>
              </a:extLst>
            </p:cNvPr>
            <p:cNvSpPr txBox="1"/>
            <p:nvPr/>
          </p:nvSpPr>
          <p:spPr>
            <a:xfrm>
              <a:off x="5554712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경기도교육청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‘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특성화고 미래 역량 강화 사업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‘ 41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개 학교 선정</a:t>
              </a:r>
              <a:endParaRPr lang="en-US" altLang="ko-KR" sz="900" dirty="0"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CC8B775E-8F83-3B0A-4B08-D25BC5F9DC53}"/>
                </a:ext>
              </a:extLst>
            </p:cNvPr>
            <p:cNvGrpSpPr/>
            <p:nvPr/>
          </p:nvGrpSpPr>
          <p:grpSpPr>
            <a:xfrm>
              <a:off x="7414634" y="2567043"/>
              <a:ext cx="106479" cy="196636"/>
              <a:chOff x="2855796" y="3833936"/>
              <a:chExt cx="106479" cy="196636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33448A4-A965-9E8D-F54A-BAAA4A96B167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9FEBE9F-2459-5621-F6B5-098F5B843DBD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AE2E8B2-141A-0D9E-8875-D7E27E139503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872DC66F-872E-0F8A-F790-B685BAEEDF96}"/>
                </a:ext>
              </a:extLst>
            </p:cNvPr>
            <p:cNvSpPr/>
            <p:nvPr/>
          </p:nvSpPr>
          <p:spPr>
            <a:xfrm>
              <a:off x="7077825" y="2360672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6916D29-E928-021F-FD67-9C6885C6CD8B}"/>
              </a:ext>
            </a:extLst>
          </p:cNvPr>
          <p:cNvGrpSpPr/>
          <p:nvPr/>
        </p:nvGrpSpPr>
        <p:grpSpPr>
          <a:xfrm>
            <a:off x="7598000" y="667767"/>
            <a:ext cx="1988878" cy="1510654"/>
            <a:chOff x="7594091" y="1661113"/>
            <a:chExt cx="1988878" cy="1510654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8CE5BFA7-C1A5-433F-44BB-DE32F981ADDB}"/>
                </a:ext>
              </a:extLst>
            </p:cNvPr>
            <p:cNvGrpSpPr/>
            <p:nvPr/>
          </p:nvGrpSpPr>
          <p:grpSpPr>
            <a:xfrm>
              <a:off x="7656172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257" name="그룹 256">
                <a:extLst>
                  <a:ext uri="{FF2B5EF4-FFF2-40B4-BE49-F238E27FC236}">
                    <a16:creationId xmlns:a16="http://schemas.microsoft.com/office/drawing/2014/main" id="{4EE3C3FF-5EE1-85A1-5F95-15933D5CDB33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59" name="직사각형 258">
                  <a:extLst>
                    <a:ext uri="{FF2B5EF4-FFF2-40B4-BE49-F238E27FC236}">
                      <a16:creationId xmlns:a16="http://schemas.microsoft.com/office/drawing/2014/main" id="{0D2AE54E-6107-9807-3BDE-841D308DA2DC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60" name="직선 연결선 259">
                  <a:extLst>
                    <a:ext uri="{FF2B5EF4-FFF2-40B4-BE49-F238E27FC236}">
                      <a16:creationId xmlns:a16="http://schemas.microsoft.com/office/drawing/2014/main" id="{3877C9C7-403A-3F30-6D8A-E453B0296228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61" name="직선 연결선 260">
                  <a:extLst>
                    <a:ext uri="{FF2B5EF4-FFF2-40B4-BE49-F238E27FC236}">
                      <a16:creationId xmlns:a16="http://schemas.microsoft.com/office/drawing/2014/main" id="{D5AC7333-DA56-4E79-1A9E-586D103DE256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07FBBE99-FC60-4C16-B9AC-F9211A7BD08E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64EA2AF-9366-444C-F091-E92ADB6BC485}"/>
                </a:ext>
              </a:extLst>
            </p:cNvPr>
            <p:cNvSpPr txBox="1"/>
            <p:nvPr/>
          </p:nvSpPr>
          <p:spPr>
            <a:xfrm>
              <a:off x="7594091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수원과학고 거점학교 디지털 역량 강화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챗</a:t>
              </a:r>
              <a:r>
                <a:rPr lang="en-US" altLang="ko-KR" sz="900" dirty="0" err="1">
                  <a:latin typeface="나눔고딕" pitchFamily="2" charset="-127"/>
                  <a:ea typeface="나눔고딕" pitchFamily="2" charset="-127"/>
                </a:rPr>
                <a:t>gpt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강사김코칭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미래교육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BDC63AA8-E013-4D39-87E6-098713A33D03}"/>
                </a:ext>
              </a:extLst>
            </p:cNvPr>
            <p:cNvGrpSpPr/>
            <p:nvPr/>
          </p:nvGrpSpPr>
          <p:grpSpPr>
            <a:xfrm>
              <a:off x="9454013" y="2567043"/>
              <a:ext cx="106479" cy="196636"/>
              <a:chOff x="2855796" y="3833936"/>
              <a:chExt cx="106479" cy="196636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3421A57-9D47-ED77-8EF0-632A5A37FDAF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84F561B-F959-353C-3068-67D1FEF6C9C9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F3B6F805-5080-097F-79EE-CD149ED49004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6D60E297-A686-1536-9476-44E6720ABBE6}"/>
                </a:ext>
              </a:extLst>
            </p:cNvPr>
            <p:cNvSpPr/>
            <p:nvPr/>
          </p:nvSpPr>
          <p:spPr>
            <a:xfrm>
              <a:off x="9122719" y="2360671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pic>
        <p:nvPicPr>
          <p:cNvPr id="262" name="그림 261">
            <a:extLst>
              <a:ext uri="{FF2B5EF4-FFF2-40B4-BE49-F238E27FC236}">
                <a16:creationId xmlns:a16="http://schemas.microsoft.com/office/drawing/2014/main" id="{C059D213-70E6-BD91-E3A0-4975CA249D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91587" y="408497"/>
            <a:ext cx="8091366" cy="279144"/>
          </a:xfrm>
          <a:prstGeom prst="rect">
            <a:avLst/>
          </a:prstGeom>
        </p:spPr>
      </p:pic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B48AACD0-6B9F-29C1-64FD-EBA3C9CBBB0E}"/>
              </a:ext>
            </a:extLst>
          </p:cNvPr>
          <p:cNvGrpSpPr/>
          <p:nvPr/>
        </p:nvGrpSpPr>
        <p:grpSpPr>
          <a:xfrm>
            <a:off x="1501273" y="2207401"/>
            <a:ext cx="1988878" cy="1510654"/>
            <a:chOff x="1495727" y="1661113"/>
            <a:chExt cx="1988878" cy="1510654"/>
          </a:xfrm>
        </p:grpSpPr>
        <p:grpSp>
          <p:nvGrpSpPr>
            <p:cNvPr id="290" name="그룹 289">
              <a:extLst>
                <a:ext uri="{FF2B5EF4-FFF2-40B4-BE49-F238E27FC236}">
                  <a16:creationId xmlns:a16="http://schemas.microsoft.com/office/drawing/2014/main" id="{7DAD36F6-B17C-1C18-1916-0123F306C047}"/>
                </a:ext>
              </a:extLst>
            </p:cNvPr>
            <p:cNvGrpSpPr/>
            <p:nvPr/>
          </p:nvGrpSpPr>
          <p:grpSpPr>
            <a:xfrm>
              <a:off x="1557808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297" name="그룹 296">
                <a:extLst>
                  <a:ext uri="{FF2B5EF4-FFF2-40B4-BE49-F238E27FC236}">
                    <a16:creationId xmlns:a16="http://schemas.microsoft.com/office/drawing/2014/main" id="{0CD32440-BE0E-26BE-4DDB-D218839A2F60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99" name="직사각형 298">
                  <a:extLst>
                    <a:ext uri="{FF2B5EF4-FFF2-40B4-BE49-F238E27FC236}">
                      <a16:creationId xmlns:a16="http://schemas.microsoft.com/office/drawing/2014/main" id="{1B56F636-FD48-8DA7-D30F-870B55FA3A51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00" name="직선 연결선 299">
                  <a:extLst>
                    <a:ext uri="{FF2B5EF4-FFF2-40B4-BE49-F238E27FC236}">
                      <a16:creationId xmlns:a16="http://schemas.microsoft.com/office/drawing/2014/main" id="{04573229-4873-1453-8610-DDC63A320B8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01" name="직선 연결선 300">
                  <a:extLst>
                    <a:ext uri="{FF2B5EF4-FFF2-40B4-BE49-F238E27FC236}">
                      <a16:creationId xmlns:a16="http://schemas.microsoft.com/office/drawing/2014/main" id="{DDF23231-BCDF-EF62-F4DC-A0ABB661615D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EC990BA8-CD11-CFBF-7495-D4608A3AB2EF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CDF166CB-167B-6170-6B4A-AA80C10C7A05}"/>
                </a:ext>
              </a:extLst>
            </p:cNvPr>
            <p:cNvSpPr txBox="1"/>
            <p:nvPr/>
          </p:nvSpPr>
          <p:spPr>
            <a:xfrm>
              <a:off x="1495727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292" name="그룹 291">
              <a:extLst>
                <a:ext uri="{FF2B5EF4-FFF2-40B4-BE49-F238E27FC236}">
                  <a16:creationId xmlns:a16="http://schemas.microsoft.com/office/drawing/2014/main" id="{7BD7FA43-51C0-0AEA-D57C-1C5C51030DD2}"/>
                </a:ext>
              </a:extLst>
            </p:cNvPr>
            <p:cNvGrpSpPr/>
            <p:nvPr/>
          </p:nvGrpSpPr>
          <p:grpSpPr>
            <a:xfrm>
              <a:off x="3355649" y="2567043"/>
              <a:ext cx="106479" cy="196636"/>
              <a:chOff x="2855796" y="3833936"/>
              <a:chExt cx="106479" cy="196636"/>
            </a:xfrm>
          </p:grpSpPr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D6A64897-F4E6-23E1-F8A3-155DE1FBD576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1E66F1DB-7DDC-7E49-2B28-ED7166924B5C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44AF07B6-197F-9D7F-75E7-8ECBA67C238F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293" name="직사각형 292">
              <a:extLst>
                <a:ext uri="{FF2B5EF4-FFF2-40B4-BE49-F238E27FC236}">
                  <a16:creationId xmlns:a16="http://schemas.microsoft.com/office/drawing/2014/main" id="{382ED589-F07E-97E4-3B3A-99C1AD18F9FD}"/>
                </a:ext>
              </a:extLst>
            </p:cNvPr>
            <p:cNvSpPr/>
            <p:nvPr/>
          </p:nvSpPr>
          <p:spPr>
            <a:xfrm>
              <a:off x="3029467" y="2347325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302" name="그룹 301">
            <a:extLst>
              <a:ext uri="{FF2B5EF4-FFF2-40B4-BE49-F238E27FC236}">
                <a16:creationId xmlns:a16="http://schemas.microsoft.com/office/drawing/2014/main" id="{31D193E9-E609-AEF4-0678-895AD4EE02EB}"/>
              </a:ext>
            </a:extLst>
          </p:cNvPr>
          <p:cNvGrpSpPr/>
          <p:nvPr/>
        </p:nvGrpSpPr>
        <p:grpSpPr>
          <a:xfrm>
            <a:off x="3532414" y="2207401"/>
            <a:ext cx="1988878" cy="1510654"/>
            <a:chOff x="3526868" y="1661113"/>
            <a:chExt cx="1988878" cy="1510654"/>
          </a:xfrm>
        </p:grpSpPr>
        <p:grpSp>
          <p:nvGrpSpPr>
            <p:cNvPr id="303" name="그룹 302">
              <a:extLst>
                <a:ext uri="{FF2B5EF4-FFF2-40B4-BE49-F238E27FC236}">
                  <a16:creationId xmlns:a16="http://schemas.microsoft.com/office/drawing/2014/main" id="{F17914AF-46C7-D9C5-E299-457B60027F10}"/>
                </a:ext>
              </a:extLst>
            </p:cNvPr>
            <p:cNvGrpSpPr/>
            <p:nvPr/>
          </p:nvGrpSpPr>
          <p:grpSpPr>
            <a:xfrm>
              <a:off x="3588949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310" name="그룹 309">
                <a:extLst>
                  <a:ext uri="{FF2B5EF4-FFF2-40B4-BE49-F238E27FC236}">
                    <a16:creationId xmlns:a16="http://schemas.microsoft.com/office/drawing/2014/main" id="{1E561CF9-285D-1ABF-9BB3-A82CECD6A21D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12" name="직사각형 311">
                  <a:extLst>
                    <a:ext uri="{FF2B5EF4-FFF2-40B4-BE49-F238E27FC236}">
                      <a16:creationId xmlns:a16="http://schemas.microsoft.com/office/drawing/2014/main" id="{D28FC37B-173C-1B8A-0626-5AD17CFB75B5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13" name="직선 연결선 312">
                  <a:extLst>
                    <a:ext uri="{FF2B5EF4-FFF2-40B4-BE49-F238E27FC236}">
                      <a16:creationId xmlns:a16="http://schemas.microsoft.com/office/drawing/2014/main" id="{4CAAA8B2-C552-4487-A538-EA4955D04E0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14" name="직선 연결선 313">
                  <a:extLst>
                    <a:ext uri="{FF2B5EF4-FFF2-40B4-BE49-F238E27FC236}">
                      <a16:creationId xmlns:a16="http://schemas.microsoft.com/office/drawing/2014/main" id="{8AB71607-A167-04A1-6CAB-539FF0B39C6E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B32BB879-C81B-4A50-8D84-530F874535F6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D47566DA-D8E3-22DC-4390-5744D8928148}"/>
                </a:ext>
              </a:extLst>
            </p:cNvPr>
            <p:cNvSpPr txBox="1"/>
            <p:nvPr/>
          </p:nvSpPr>
          <p:spPr>
            <a:xfrm>
              <a:off x="3526868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상반기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캠페인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자율형학교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_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공동체역량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자기주도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F5A5CCE0-7DDC-22B4-C840-2805FE3F1201}"/>
                </a:ext>
              </a:extLst>
            </p:cNvPr>
            <p:cNvGrpSpPr/>
            <p:nvPr/>
          </p:nvGrpSpPr>
          <p:grpSpPr>
            <a:xfrm>
              <a:off x="5386790" y="2567043"/>
              <a:ext cx="106479" cy="196636"/>
              <a:chOff x="2855796" y="3833936"/>
              <a:chExt cx="106479" cy="196636"/>
            </a:xfrm>
          </p:grpSpPr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25F382C9-16C0-11F2-F6F5-5BA445011CA6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C5C60720-5C3C-C09A-2F0B-00D26737D16F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0DAFC113-AD90-3BB1-D3A5-06E9FD927D42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306" name="직사각형 305">
              <a:extLst>
                <a:ext uri="{FF2B5EF4-FFF2-40B4-BE49-F238E27FC236}">
                  <a16:creationId xmlns:a16="http://schemas.microsoft.com/office/drawing/2014/main" id="{BF8109BA-BA7A-DFA5-5551-0124E8BB8111}"/>
                </a:ext>
              </a:extLst>
            </p:cNvPr>
            <p:cNvSpPr/>
            <p:nvPr/>
          </p:nvSpPr>
          <p:spPr>
            <a:xfrm>
              <a:off x="5051501" y="2347324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315" name="그룹 314">
            <a:extLst>
              <a:ext uri="{FF2B5EF4-FFF2-40B4-BE49-F238E27FC236}">
                <a16:creationId xmlns:a16="http://schemas.microsoft.com/office/drawing/2014/main" id="{158231FE-FB46-3DF1-424E-975DC5B7BE30}"/>
              </a:ext>
            </a:extLst>
          </p:cNvPr>
          <p:cNvGrpSpPr/>
          <p:nvPr/>
        </p:nvGrpSpPr>
        <p:grpSpPr>
          <a:xfrm>
            <a:off x="5560258" y="2207401"/>
            <a:ext cx="1988878" cy="1510654"/>
            <a:chOff x="5554712" y="1661113"/>
            <a:chExt cx="1988878" cy="1510654"/>
          </a:xfrm>
        </p:grpSpPr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8AC67E6B-0A5C-5732-7CD3-189F5B29896E}"/>
                </a:ext>
              </a:extLst>
            </p:cNvPr>
            <p:cNvGrpSpPr/>
            <p:nvPr/>
          </p:nvGrpSpPr>
          <p:grpSpPr>
            <a:xfrm>
              <a:off x="5616793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DFF39A3B-6DBE-32A4-8780-9664BFC8217B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53" name="직사각형 352">
                  <a:extLst>
                    <a:ext uri="{FF2B5EF4-FFF2-40B4-BE49-F238E27FC236}">
                      <a16:creationId xmlns:a16="http://schemas.microsoft.com/office/drawing/2014/main" id="{DD216B96-1843-592A-9E5E-22C99D9EC35D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54" name="직선 연결선 353">
                  <a:extLst>
                    <a:ext uri="{FF2B5EF4-FFF2-40B4-BE49-F238E27FC236}">
                      <a16:creationId xmlns:a16="http://schemas.microsoft.com/office/drawing/2014/main" id="{C7B93741-C45E-7642-8ADD-6823E5D51403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55" name="직선 연결선 354">
                  <a:extLst>
                    <a:ext uri="{FF2B5EF4-FFF2-40B4-BE49-F238E27FC236}">
                      <a16:creationId xmlns:a16="http://schemas.microsoft.com/office/drawing/2014/main" id="{1BCEC3F5-AF04-38E3-2B4B-23B0ACD94C3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3E110CE1-F05E-7D59-EBA5-C558714F36B0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1E0436B3-7135-5E7F-76C5-BF3197BA099B}"/>
                </a:ext>
              </a:extLst>
            </p:cNvPr>
            <p:cNvSpPr txBox="1"/>
            <p:nvPr/>
          </p:nvSpPr>
          <p:spPr>
            <a:xfrm>
              <a:off x="5554712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경기도교육청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‘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특성화고 미래 역량 강화 사업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‘ 41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개 학교 선정</a:t>
              </a:r>
              <a:endParaRPr lang="en-US" altLang="ko-KR" sz="900" dirty="0"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318" name="그룹 317">
              <a:extLst>
                <a:ext uri="{FF2B5EF4-FFF2-40B4-BE49-F238E27FC236}">
                  <a16:creationId xmlns:a16="http://schemas.microsoft.com/office/drawing/2014/main" id="{96F26976-1064-F86D-635B-A4CE180833DF}"/>
                </a:ext>
              </a:extLst>
            </p:cNvPr>
            <p:cNvGrpSpPr/>
            <p:nvPr/>
          </p:nvGrpSpPr>
          <p:grpSpPr>
            <a:xfrm>
              <a:off x="7414634" y="2567043"/>
              <a:ext cx="106479" cy="196636"/>
              <a:chOff x="2855796" y="3833936"/>
              <a:chExt cx="106479" cy="196636"/>
            </a:xfrm>
          </p:grpSpPr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FD20885-5D5A-38D8-5015-6DC7610DA0C8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1EFF4FC3-BB3C-20E2-07AD-36F31BF11450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6825B66C-B647-A1F7-62EE-43E324E1F0F2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319" name="직사각형 318">
              <a:extLst>
                <a:ext uri="{FF2B5EF4-FFF2-40B4-BE49-F238E27FC236}">
                  <a16:creationId xmlns:a16="http://schemas.microsoft.com/office/drawing/2014/main" id="{964F94DE-C375-8323-4E33-01DC6B699BBC}"/>
                </a:ext>
              </a:extLst>
            </p:cNvPr>
            <p:cNvSpPr/>
            <p:nvPr/>
          </p:nvSpPr>
          <p:spPr>
            <a:xfrm>
              <a:off x="7077825" y="2360672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356" name="그룹 355">
            <a:extLst>
              <a:ext uri="{FF2B5EF4-FFF2-40B4-BE49-F238E27FC236}">
                <a16:creationId xmlns:a16="http://schemas.microsoft.com/office/drawing/2014/main" id="{E3AF2B9A-BDBF-B941-13E8-B2DF07366F6B}"/>
              </a:ext>
            </a:extLst>
          </p:cNvPr>
          <p:cNvGrpSpPr/>
          <p:nvPr/>
        </p:nvGrpSpPr>
        <p:grpSpPr>
          <a:xfrm>
            <a:off x="7599637" y="2207401"/>
            <a:ext cx="1988878" cy="1510654"/>
            <a:chOff x="7594091" y="1661113"/>
            <a:chExt cx="1988878" cy="1510654"/>
          </a:xfrm>
        </p:grpSpPr>
        <p:grpSp>
          <p:nvGrpSpPr>
            <p:cNvPr id="368" name="그룹 367">
              <a:extLst>
                <a:ext uri="{FF2B5EF4-FFF2-40B4-BE49-F238E27FC236}">
                  <a16:creationId xmlns:a16="http://schemas.microsoft.com/office/drawing/2014/main" id="{A02D0B58-F650-D0D1-8A63-F3412CB2A0D8}"/>
                </a:ext>
              </a:extLst>
            </p:cNvPr>
            <p:cNvGrpSpPr/>
            <p:nvPr/>
          </p:nvGrpSpPr>
          <p:grpSpPr>
            <a:xfrm>
              <a:off x="7656172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376" name="그룹 375">
                <a:extLst>
                  <a:ext uri="{FF2B5EF4-FFF2-40B4-BE49-F238E27FC236}">
                    <a16:creationId xmlns:a16="http://schemas.microsoft.com/office/drawing/2014/main" id="{E4B2FFD8-77FB-B18D-26B1-7863EF6AEC82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78" name="직사각형 377">
                  <a:extLst>
                    <a:ext uri="{FF2B5EF4-FFF2-40B4-BE49-F238E27FC236}">
                      <a16:creationId xmlns:a16="http://schemas.microsoft.com/office/drawing/2014/main" id="{3FDCCC7A-A3D4-58BB-C19F-270AA310DEE7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79" name="직선 연결선 378">
                  <a:extLst>
                    <a:ext uri="{FF2B5EF4-FFF2-40B4-BE49-F238E27FC236}">
                      <a16:creationId xmlns:a16="http://schemas.microsoft.com/office/drawing/2014/main" id="{EE9798AF-D3A6-7B64-0E2C-D683F05960C8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80" name="직선 연결선 379">
                  <a:extLst>
                    <a:ext uri="{FF2B5EF4-FFF2-40B4-BE49-F238E27FC236}">
                      <a16:creationId xmlns:a16="http://schemas.microsoft.com/office/drawing/2014/main" id="{29EE4796-47E4-D707-DDEB-33D0839143A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0C9E2D48-8910-C5FB-5534-9E52A3F223B4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C95F119A-5607-C39B-9806-E018C1A89FC2}"/>
                </a:ext>
              </a:extLst>
            </p:cNvPr>
            <p:cNvSpPr txBox="1"/>
            <p:nvPr/>
          </p:nvSpPr>
          <p:spPr>
            <a:xfrm>
              <a:off x="7594091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수원과학고 거점학교 디지털 역량 강화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챗</a:t>
              </a:r>
              <a:r>
                <a:rPr lang="en-US" altLang="ko-KR" sz="900" dirty="0" err="1">
                  <a:latin typeface="나눔고딕" pitchFamily="2" charset="-127"/>
                  <a:ea typeface="나눔고딕" pitchFamily="2" charset="-127"/>
                </a:rPr>
                <a:t>gpt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강사김코칭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미래교육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370" name="그룹 369">
              <a:extLst>
                <a:ext uri="{FF2B5EF4-FFF2-40B4-BE49-F238E27FC236}">
                  <a16:creationId xmlns:a16="http://schemas.microsoft.com/office/drawing/2014/main" id="{CA0FC729-CEA8-D5B5-8A8D-45F48191516A}"/>
                </a:ext>
              </a:extLst>
            </p:cNvPr>
            <p:cNvGrpSpPr/>
            <p:nvPr/>
          </p:nvGrpSpPr>
          <p:grpSpPr>
            <a:xfrm>
              <a:off x="9454013" y="2567043"/>
              <a:ext cx="106479" cy="196636"/>
              <a:chOff x="2855796" y="3833936"/>
              <a:chExt cx="106479" cy="196636"/>
            </a:xfrm>
          </p:grpSpPr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DF2F3C7D-F4D0-3002-D5BE-6852CB92E8A7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2F76E526-55F1-716A-231C-9543B4283145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B6500463-0542-1675-F1D1-1AF440B66581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013803B0-E207-CCC4-9C3D-7DBC0B80F3B0}"/>
                </a:ext>
              </a:extLst>
            </p:cNvPr>
            <p:cNvSpPr/>
            <p:nvPr/>
          </p:nvSpPr>
          <p:spPr>
            <a:xfrm>
              <a:off x="9122719" y="2360671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F80F95B8-188A-742A-D087-9E89743353A4}"/>
              </a:ext>
            </a:extLst>
          </p:cNvPr>
          <p:cNvGrpSpPr/>
          <p:nvPr/>
        </p:nvGrpSpPr>
        <p:grpSpPr>
          <a:xfrm>
            <a:off x="1493443" y="3743894"/>
            <a:ext cx="1988878" cy="1510654"/>
            <a:chOff x="1495727" y="1661113"/>
            <a:chExt cx="1988878" cy="1510654"/>
          </a:xfrm>
        </p:grpSpPr>
        <p:grpSp>
          <p:nvGrpSpPr>
            <p:cNvPr id="382" name="그룹 381">
              <a:extLst>
                <a:ext uri="{FF2B5EF4-FFF2-40B4-BE49-F238E27FC236}">
                  <a16:creationId xmlns:a16="http://schemas.microsoft.com/office/drawing/2014/main" id="{981FFF81-C560-D97E-56F8-5A009D801F77}"/>
                </a:ext>
              </a:extLst>
            </p:cNvPr>
            <p:cNvGrpSpPr/>
            <p:nvPr/>
          </p:nvGrpSpPr>
          <p:grpSpPr>
            <a:xfrm>
              <a:off x="1557808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7CB9FAC0-DCC2-9F22-6555-85E725265262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73" name="직사각형 172">
                  <a:extLst>
                    <a:ext uri="{FF2B5EF4-FFF2-40B4-BE49-F238E27FC236}">
                      <a16:creationId xmlns:a16="http://schemas.microsoft.com/office/drawing/2014/main" id="{7FE1E537-AD56-CCBF-7E4C-96F426831934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74" name="직선 연결선 173">
                  <a:extLst>
                    <a:ext uri="{FF2B5EF4-FFF2-40B4-BE49-F238E27FC236}">
                      <a16:creationId xmlns:a16="http://schemas.microsoft.com/office/drawing/2014/main" id="{95603817-AF1E-08DD-A2D4-F908A018B2C2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5" name="직선 연결선 174">
                  <a:extLst>
                    <a:ext uri="{FF2B5EF4-FFF2-40B4-BE49-F238E27FC236}">
                      <a16:creationId xmlns:a16="http://schemas.microsoft.com/office/drawing/2014/main" id="{90475C9E-6A78-6300-6E4C-65A2C535F5EE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F8D7257A-A31A-8F5C-5E9F-30921F2B579C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CC1A921B-D6D3-5023-5D38-AC264CC8551D}"/>
                </a:ext>
              </a:extLst>
            </p:cNvPr>
            <p:cNvSpPr txBox="1"/>
            <p:nvPr/>
          </p:nvSpPr>
          <p:spPr>
            <a:xfrm>
              <a:off x="1495727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166" name="그룹 165">
              <a:extLst>
                <a:ext uri="{FF2B5EF4-FFF2-40B4-BE49-F238E27FC236}">
                  <a16:creationId xmlns:a16="http://schemas.microsoft.com/office/drawing/2014/main" id="{9D8CAB20-8C14-1BC7-288B-DBB5E029D20B}"/>
                </a:ext>
              </a:extLst>
            </p:cNvPr>
            <p:cNvGrpSpPr/>
            <p:nvPr/>
          </p:nvGrpSpPr>
          <p:grpSpPr>
            <a:xfrm>
              <a:off x="3355649" y="2567043"/>
              <a:ext cx="106479" cy="196636"/>
              <a:chOff x="2855796" y="3833936"/>
              <a:chExt cx="106479" cy="196636"/>
            </a:xfrm>
          </p:grpSpPr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1EE1B05D-6A06-2835-4E59-466DEACE7666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8E225A3-FBD8-1C78-10DD-9482563851BB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5356BE67-C2F9-135C-B167-905CE590C34D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741437BB-368C-A778-DEE4-65455B8B017F}"/>
                </a:ext>
              </a:extLst>
            </p:cNvPr>
            <p:cNvSpPr/>
            <p:nvPr/>
          </p:nvSpPr>
          <p:spPr>
            <a:xfrm>
              <a:off x="3029467" y="2347325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336D5E95-E001-5AD0-9A95-394E61332321}"/>
              </a:ext>
            </a:extLst>
          </p:cNvPr>
          <p:cNvGrpSpPr/>
          <p:nvPr/>
        </p:nvGrpSpPr>
        <p:grpSpPr>
          <a:xfrm>
            <a:off x="3524584" y="3743894"/>
            <a:ext cx="1988878" cy="1510654"/>
            <a:chOff x="3526868" y="1661113"/>
            <a:chExt cx="1988878" cy="1510654"/>
          </a:xfrm>
        </p:grpSpPr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82BEB18F-FD80-6EDD-7592-12123564471D}"/>
                </a:ext>
              </a:extLst>
            </p:cNvPr>
            <p:cNvGrpSpPr/>
            <p:nvPr/>
          </p:nvGrpSpPr>
          <p:grpSpPr>
            <a:xfrm>
              <a:off x="3588949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184" name="그룹 183">
                <a:extLst>
                  <a:ext uri="{FF2B5EF4-FFF2-40B4-BE49-F238E27FC236}">
                    <a16:creationId xmlns:a16="http://schemas.microsoft.com/office/drawing/2014/main" id="{04D6938C-7799-9515-56EF-788EC9980392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86" name="직사각형 185">
                  <a:extLst>
                    <a:ext uri="{FF2B5EF4-FFF2-40B4-BE49-F238E27FC236}">
                      <a16:creationId xmlns:a16="http://schemas.microsoft.com/office/drawing/2014/main" id="{769CF85F-6B09-060A-5ED5-07DC77AB04BB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87" name="직선 연결선 186">
                  <a:extLst>
                    <a:ext uri="{FF2B5EF4-FFF2-40B4-BE49-F238E27FC236}">
                      <a16:creationId xmlns:a16="http://schemas.microsoft.com/office/drawing/2014/main" id="{AE3B84C2-5D43-8602-379A-DE0DE31F295F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88" name="직선 연결선 187">
                  <a:extLst>
                    <a:ext uri="{FF2B5EF4-FFF2-40B4-BE49-F238E27FC236}">
                      <a16:creationId xmlns:a16="http://schemas.microsoft.com/office/drawing/2014/main" id="{4F4BE620-2C94-AF61-90EA-F5C1946C87ED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3CC62386-FC94-044D-28FC-6670908A6FFA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946ADE38-AF80-0103-F919-23760EC97812}"/>
                </a:ext>
              </a:extLst>
            </p:cNvPr>
            <p:cNvSpPr txBox="1"/>
            <p:nvPr/>
          </p:nvSpPr>
          <p:spPr>
            <a:xfrm>
              <a:off x="3526868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상반기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캠페인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자율형학교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_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공동체역량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자기주도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FE6A958B-234D-066D-5AED-613389EE01F6}"/>
                </a:ext>
              </a:extLst>
            </p:cNvPr>
            <p:cNvGrpSpPr/>
            <p:nvPr/>
          </p:nvGrpSpPr>
          <p:grpSpPr>
            <a:xfrm>
              <a:off x="5386790" y="2567043"/>
              <a:ext cx="106479" cy="196636"/>
              <a:chOff x="2855796" y="3833936"/>
              <a:chExt cx="106479" cy="196636"/>
            </a:xfrm>
          </p:grpSpPr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C3F664F0-4912-D832-E175-63DD3E1F0BA0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1D7E224-9223-C8BC-B784-A81133D459B0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7C4D24E3-F924-E67C-AA68-2F9341287FF2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951287E8-CFF7-0C18-D940-5881BA99B8E4}"/>
                </a:ext>
              </a:extLst>
            </p:cNvPr>
            <p:cNvSpPr/>
            <p:nvPr/>
          </p:nvSpPr>
          <p:spPr>
            <a:xfrm>
              <a:off x="5051501" y="2347324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82CEB0D0-D182-C4E9-0694-FC8E75983319}"/>
              </a:ext>
            </a:extLst>
          </p:cNvPr>
          <p:cNvGrpSpPr/>
          <p:nvPr/>
        </p:nvGrpSpPr>
        <p:grpSpPr>
          <a:xfrm>
            <a:off x="5552428" y="3743894"/>
            <a:ext cx="1988878" cy="1510654"/>
            <a:chOff x="5554712" y="1661113"/>
            <a:chExt cx="1988878" cy="1510654"/>
          </a:xfrm>
        </p:grpSpPr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4DEBF9AA-17C1-8797-C7C8-AA1234922CB3}"/>
                </a:ext>
              </a:extLst>
            </p:cNvPr>
            <p:cNvGrpSpPr/>
            <p:nvPr/>
          </p:nvGrpSpPr>
          <p:grpSpPr>
            <a:xfrm>
              <a:off x="5616793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209" name="그룹 208">
                <a:extLst>
                  <a:ext uri="{FF2B5EF4-FFF2-40B4-BE49-F238E27FC236}">
                    <a16:creationId xmlns:a16="http://schemas.microsoft.com/office/drawing/2014/main" id="{85769956-E045-0CE1-8279-FD57FB56BD43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11" name="직사각형 210">
                  <a:extLst>
                    <a:ext uri="{FF2B5EF4-FFF2-40B4-BE49-F238E27FC236}">
                      <a16:creationId xmlns:a16="http://schemas.microsoft.com/office/drawing/2014/main" id="{88308AD5-3EE5-8026-7483-4501C1BAA40F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12" name="직선 연결선 211">
                  <a:extLst>
                    <a:ext uri="{FF2B5EF4-FFF2-40B4-BE49-F238E27FC236}">
                      <a16:creationId xmlns:a16="http://schemas.microsoft.com/office/drawing/2014/main" id="{791393C8-0295-DED3-85B8-2A7770C56F37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13" name="직선 연결선 212">
                  <a:extLst>
                    <a:ext uri="{FF2B5EF4-FFF2-40B4-BE49-F238E27FC236}">
                      <a16:creationId xmlns:a16="http://schemas.microsoft.com/office/drawing/2014/main" id="{8658C48E-C9FE-F5A0-EF4B-7F022D5E0D4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0EA2E8A7-BF76-8EFC-C8C1-6C6D76C6DBC4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BAC3F22E-9181-0095-FBEF-BCC704AF6CD6}"/>
                </a:ext>
              </a:extLst>
            </p:cNvPr>
            <p:cNvSpPr txBox="1"/>
            <p:nvPr/>
          </p:nvSpPr>
          <p:spPr>
            <a:xfrm>
              <a:off x="5554712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경기도교육청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‘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특성화고 미래 역량 강화 사업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‘ 41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개 학교 선정</a:t>
              </a:r>
              <a:endParaRPr lang="en-US" altLang="ko-KR" sz="900" dirty="0"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34F2DCCA-BBB6-17D0-178B-7401F9D5D705}"/>
                </a:ext>
              </a:extLst>
            </p:cNvPr>
            <p:cNvGrpSpPr/>
            <p:nvPr/>
          </p:nvGrpSpPr>
          <p:grpSpPr>
            <a:xfrm>
              <a:off x="7414634" y="2567043"/>
              <a:ext cx="106479" cy="196636"/>
              <a:chOff x="2855796" y="3833936"/>
              <a:chExt cx="106479" cy="196636"/>
            </a:xfrm>
          </p:grpSpPr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B84A867F-6F97-42F3-1EEC-37C36FCB6FEC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61C06AAF-420C-22A7-0D8C-62ACC4D3A590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6530D09B-899E-9166-E559-B461A7A9E2DF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ED3636E0-6E79-0C21-D0E0-4EBDA009ABEE}"/>
                </a:ext>
              </a:extLst>
            </p:cNvPr>
            <p:cNvSpPr/>
            <p:nvPr/>
          </p:nvSpPr>
          <p:spPr>
            <a:xfrm>
              <a:off x="7077825" y="2360672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9ADFF815-C72C-85FA-2BF6-C7C2E592D0AB}"/>
              </a:ext>
            </a:extLst>
          </p:cNvPr>
          <p:cNvGrpSpPr/>
          <p:nvPr/>
        </p:nvGrpSpPr>
        <p:grpSpPr>
          <a:xfrm>
            <a:off x="7591807" y="3743894"/>
            <a:ext cx="1988878" cy="1510654"/>
            <a:chOff x="7594091" y="1661113"/>
            <a:chExt cx="1988878" cy="1510654"/>
          </a:xfrm>
        </p:grpSpPr>
        <p:grpSp>
          <p:nvGrpSpPr>
            <p:cNvPr id="215" name="그룹 214">
              <a:extLst>
                <a:ext uri="{FF2B5EF4-FFF2-40B4-BE49-F238E27FC236}">
                  <a16:creationId xmlns:a16="http://schemas.microsoft.com/office/drawing/2014/main" id="{07CE2D33-970E-A44C-D321-754DF16FEF87}"/>
                </a:ext>
              </a:extLst>
            </p:cNvPr>
            <p:cNvGrpSpPr/>
            <p:nvPr/>
          </p:nvGrpSpPr>
          <p:grpSpPr>
            <a:xfrm>
              <a:off x="7656172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222" name="그룹 221">
                <a:extLst>
                  <a:ext uri="{FF2B5EF4-FFF2-40B4-BE49-F238E27FC236}">
                    <a16:creationId xmlns:a16="http://schemas.microsoft.com/office/drawing/2014/main" id="{86AF7B14-7270-A517-6D9E-72C9FB9511A2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8FABF190-1122-2FB0-DF90-794DB0404F20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85" name="직선 연결선 384">
                  <a:extLst>
                    <a:ext uri="{FF2B5EF4-FFF2-40B4-BE49-F238E27FC236}">
                      <a16:creationId xmlns:a16="http://schemas.microsoft.com/office/drawing/2014/main" id="{2A729970-BD46-887A-0F27-D8CA1932D0F2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86" name="직선 연결선 385">
                  <a:extLst>
                    <a:ext uri="{FF2B5EF4-FFF2-40B4-BE49-F238E27FC236}">
                      <a16:creationId xmlns:a16="http://schemas.microsoft.com/office/drawing/2014/main" id="{6D1B7212-DD45-F382-30EA-9DB902AE331E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173E7D23-202C-AA11-36B1-B54B586FA7EE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AC8FA3BC-B4D8-F02A-B224-A24130D9FA07}"/>
                </a:ext>
              </a:extLst>
            </p:cNvPr>
            <p:cNvSpPr txBox="1"/>
            <p:nvPr/>
          </p:nvSpPr>
          <p:spPr>
            <a:xfrm>
              <a:off x="7594091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수원과학고 거점학교 디지털 역량 강화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챗</a:t>
              </a:r>
              <a:r>
                <a:rPr lang="en-US" altLang="ko-KR" sz="900" dirty="0" err="1">
                  <a:latin typeface="나눔고딕" pitchFamily="2" charset="-127"/>
                  <a:ea typeface="나눔고딕" pitchFamily="2" charset="-127"/>
                </a:rPr>
                <a:t>gpt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강사김코칭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미래교육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217" name="그룹 216">
              <a:extLst>
                <a:ext uri="{FF2B5EF4-FFF2-40B4-BE49-F238E27FC236}">
                  <a16:creationId xmlns:a16="http://schemas.microsoft.com/office/drawing/2014/main" id="{11DACFB8-6254-76FF-A573-BE9247C708E1}"/>
                </a:ext>
              </a:extLst>
            </p:cNvPr>
            <p:cNvGrpSpPr/>
            <p:nvPr/>
          </p:nvGrpSpPr>
          <p:grpSpPr>
            <a:xfrm>
              <a:off x="9454013" y="2567043"/>
              <a:ext cx="106479" cy="196636"/>
              <a:chOff x="2855796" y="3833936"/>
              <a:chExt cx="106479" cy="196636"/>
            </a:xfrm>
          </p:grpSpPr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5DD6D59B-24BD-610E-5789-33A2A2AC0823}"/>
                  </a:ext>
                </a:extLst>
              </p:cNvPr>
              <p:cNvSpPr txBox="1"/>
              <p:nvPr/>
            </p:nvSpPr>
            <p:spPr>
              <a:xfrm>
                <a:off x="2855796" y="3833936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E5E269D0-8F45-E566-34F2-8DB76185B3E7}"/>
                  </a:ext>
                </a:extLst>
              </p:cNvPr>
              <p:cNvSpPr txBox="1"/>
              <p:nvPr/>
            </p:nvSpPr>
            <p:spPr>
              <a:xfrm>
                <a:off x="2855796" y="3869297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21B5C865-058F-8C8F-DB01-7B790E96D38E}"/>
                  </a:ext>
                </a:extLst>
              </p:cNvPr>
              <p:cNvSpPr txBox="1"/>
              <p:nvPr/>
            </p:nvSpPr>
            <p:spPr>
              <a:xfrm>
                <a:off x="2855796" y="3907461"/>
                <a:ext cx="106479" cy="12311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 anchor="ctr" anchorCtr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6CCBEDDF-3C21-5C9C-DC69-BC63432F554E}"/>
                </a:ext>
              </a:extLst>
            </p:cNvPr>
            <p:cNvSpPr/>
            <p:nvPr/>
          </p:nvSpPr>
          <p:spPr>
            <a:xfrm>
              <a:off x="9122719" y="2360671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387" name="Pagination">
            <a:extLst>
              <a:ext uri="{FF2B5EF4-FFF2-40B4-BE49-F238E27FC236}">
                <a16:creationId xmlns:a16="http://schemas.microsoft.com/office/drawing/2014/main" id="{E16BED8B-CB9F-A5F2-67A7-37EF6975885A}"/>
              </a:ext>
            </a:extLst>
          </p:cNvPr>
          <p:cNvGrpSpPr/>
          <p:nvPr/>
        </p:nvGrpSpPr>
        <p:grpSpPr>
          <a:xfrm>
            <a:off x="3707992" y="5591156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388" name="Previous">
              <a:extLst>
                <a:ext uri="{FF2B5EF4-FFF2-40B4-BE49-F238E27FC236}">
                  <a16:creationId xmlns:a16="http://schemas.microsoft.com/office/drawing/2014/main" id="{CCCF7A46-9D16-5CA3-D9EA-F92BC0D42EDE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389" name="Page 1">
              <a:extLst>
                <a:ext uri="{FF2B5EF4-FFF2-40B4-BE49-F238E27FC236}">
                  <a16:creationId xmlns:a16="http://schemas.microsoft.com/office/drawing/2014/main" id="{6B160C5F-FB61-3546-7458-1618170F59C1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390" name="Page 2">
              <a:extLst>
                <a:ext uri="{FF2B5EF4-FFF2-40B4-BE49-F238E27FC236}">
                  <a16:creationId xmlns:a16="http://schemas.microsoft.com/office/drawing/2014/main" id="{1A57D8DE-F76C-D0DC-36BE-10BCA515DC5C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391" name="Page 3">
              <a:extLst>
                <a:ext uri="{FF2B5EF4-FFF2-40B4-BE49-F238E27FC236}">
                  <a16:creationId xmlns:a16="http://schemas.microsoft.com/office/drawing/2014/main" id="{96461FBE-1BEA-6F94-5D45-A1594A7CD761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392" name="Page 4">
              <a:extLst>
                <a:ext uri="{FF2B5EF4-FFF2-40B4-BE49-F238E27FC236}">
                  <a16:creationId xmlns:a16="http://schemas.microsoft.com/office/drawing/2014/main" id="{0B7B2AD8-29E3-DFD7-A8E9-6543AE21C50E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393" name="Page 5">
              <a:extLst>
                <a:ext uri="{FF2B5EF4-FFF2-40B4-BE49-F238E27FC236}">
                  <a16:creationId xmlns:a16="http://schemas.microsoft.com/office/drawing/2014/main" id="{7CC5D659-E169-3781-C5E3-2A9BEF49608C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94" name="Next">
              <a:extLst>
                <a:ext uri="{FF2B5EF4-FFF2-40B4-BE49-F238E27FC236}">
                  <a16:creationId xmlns:a16="http://schemas.microsoft.com/office/drawing/2014/main" id="{87A4957C-A6B4-AD62-3DCF-B30A50301943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95" name="Page 1">
              <a:extLst>
                <a:ext uri="{FF2B5EF4-FFF2-40B4-BE49-F238E27FC236}">
                  <a16:creationId xmlns:a16="http://schemas.microsoft.com/office/drawing/2014/main" id="{6E821988-7260-1157-D968-02F64602F28D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96" name="Page 2">
              <a:extLst>
                <a:ext uri="{FF2B5EF4-FFF2-40B4-BE49-F238E27FC236}">
                  <a16:creationId xmlns:a16="http://schemas.microsoft.com/office/drawing/2014/main" id="{2ADDF9D0-6F05-3EC0-4CB0-B35449116EC5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97" name="Page 3">
              <a:extLst>
                <a:ext uri="{FF2B5EF4-FFF2-40B4-BE49-F238E27FC236}">
                  <a16:creationId xmlns:a16="http://schemas.microsoft.com/office/drawing/2014/main" id="{BDC2D170-6BDE-BE2D-1B8A-EEA8CB0AA5B3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98" name="Page 4">
              <a:extLst>
                <a:ext uri="{FF2B5EF4-FFF2-40B4-BE49-F238E27FC236}">
                  <a16:creationId xmlns:a16="http://schemas.microsoft.com/office/drawing/2014/main" id="{852E2E07-C6A6-0C39-D1C7-0C39ADC84EFC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99" name="Page 5">
              <a:extLst>
                <a:ext uri="{FF2B5EF4-FFF2-40B4-BE49-F238E27FC236}">
                  <a16:creationId xmlns:a16="http://schemas.microsoft.com/office/drawing/2014/main" id="{07DD4CD0-D47F-C448-CC8F-12E9DE21102B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400" name="Page 5">
              <a:extLst>
                <a:ext uri="{FF2B5EF4-FFF2-40B4-BE49-F238E27FC236}">
                  <a16:creationId xmlns:a16="http://schemas.microsoft.com/office/drawing/2014/main" id="{E623CFF8-5EAB-64FF-4073-81925850C8BE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01" name="Page 2">
              <a:extLst>
                <a:ext uri="{FF2B5EF4-FFF2-40B4-BE49-F238E27FC236}">
                  <a16:creationId xmlns:a16="http://schemas.microsoft.com/office/drawing/2014/main" id="{6C9567BA-BA05-BBD7-7981-A185EE01FEF2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18A1B3A6-F6B9-5F1C-2DB9-48B88835464A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CCC41-CFD0-0D53-1A07-7CCE46FCF33F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13832E-6AA1-49D3-F38A-CBF713A7EB84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 콘텐츠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C7BC5-5445-7FF5-AEC7-9728252C2201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V-HCR-02-001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6009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6DEAA79-6991-83B2-5D21-9B7947D72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55EA4636-347E-7317-6375-2E56CA7C84CB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98E2FFC0-A56A-6A08-4BCD-BDC6316359D7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6904D2D8-7FD0-03F8-64AE-A40A2CD8881D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CAF543DF-5C30-8D34-DEFF-D8042766EE78}"/>
              </a:ext>
            </a:extLst>
          </p:cNvPr>
          <p:cNvGraphicFramePr/>
          <p:nvPr/>
        </p:nvGraphicFramePr>
        <p:xfrm>
          <a:off x="9655174" y="276226"/>
          <a:ext cx="2532687" cy="2705190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유튜브 동영상 콘텐츠 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API 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연계 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</a:p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추후 중앙교육연수원과 혀의 후 출력 항목 변경 가능</a:t>
                      </a: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학습콘텐츠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영상 콘텐츠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플레이어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콘텐츠 기본정보 출력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태그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제작기관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제작자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조회수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등록시기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사용자들의 평가 점수 평균값을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콘텐츠 메타정보 출력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-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분야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학습방법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추천대상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콘텐츠 설명 정보를 출력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본 학습 콘텐츠와 관련된 콘텐츠 목록 출력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클릭 시 해당 영상 상세 화면으로 이동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AF72D30-E7E3-215A-6FFE-2C86DAD48DEA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 추천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737367C-3179-D90C-D8A6-FC121BD5A66B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D27147A-BB0B-9B35-E0AE-C8CD2C742C8D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학습콘텐츠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추천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88BD6A9A-3015-73B5-2859-F66F6DCA2D93}"/>
              </a:ext>
            </a:extLst>
          </p:cNvPr>
          <p:cNvGrpSpPr/>
          <p:nvPr/>
        </p:nvGrpSpPr>
        <p:grpSpPr>
          <a:xfrm>
            <a:off x="1553095" y="1076324"/>
            <a:ext cx="4652081" cy="2219158"/>
            <a:chOff x="3881483" y="978229"/>
            <a:chExt cx="2403431" cy="623266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577C4BF0-1092-80C5-4F73-25606257BE4A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1005092-6AA0-CA02-037C-7B631797FE55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3D4A8B5C-249D-638B-093E-CA143BCCE9FE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87C54CF5-7C77-A4B0-F892-007E04F32FE0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2AA3B6C-0CA6-6431-45F1-60CA8C515C9F}"/>
                </a:ext>
              </a:extLst>
            </p:cNvPr>
            <p:cNvSpPr txBox="1"/>
            <p:nvPr/>
          </p:nvSpPr>
          <p:spPr>
            <a:xfrm>
              <a:off x="3884473" y="1224403"/>
              <a:ext cx="2400441" cy="132959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3200" b="1" dirty="0">
                  <a:latin typeface="+mn-ea"/>
                  <a:ea typeface="+mn-ea"/>
                </a:rPr>
                <a:t>▶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170936E-91D8-466F-88BC-7BB48FA45A92}"/>
              </a:ext>
            </a:extLst>
          </p:cNvPr>
          <p:cNvSpPr txBox="1"/>
          <p:nvPr/>
        </p:nvSpPr>
        <p:spPr>
          <a:xfrm>
            <a:off x="1553095" y="3367591"/>
            <a:ext cx="4638385" cy="584775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경기교육지원청</a:t>
            </a:r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교육 공동체 역량 강화 프로그램 운영 </a:t>
            </a:r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1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편 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#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영통구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#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#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교육공동체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#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역량강화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#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소통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#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공유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#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성과관리</a:t>
            </a:r>
          </a:p>
          <a:p>
            <a:endParaRPr lang="en-US" altLang="ko-KR" sz="3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경기도 교육청                                                                              조회수 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9,999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회 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 전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BCC21D56-EC2C-5442-C9AF-B123580B89E3}"/>
              </a:ext>
            </a:extLst>
          </p:cNvPr>
          <p:cNvGrpSpPr/>
          <p:nvPr/>
        </p:nvGrpSpPr>
        <p:grpSpPr>
          <a:xfrm>
            <a:off x="6346089" y="1071862"/>
            <a:ext cx="3216764" cy="620919"/>
            <a:chOff x="6338274" y="1138420"/>
            <a:chExt cx="3216764" cy="620919"/>
          </a:xfrm>
        </p:grpSpPr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A41B40FF-E8A3-9515-676F-FAEA54B1811A}"/>
                </a:ext>
              </a:extLst>
            </p:cNvPr>
            <p:cNvGrpSpPr/>
            <p:nvPr/>
          </p:nvGrpSpPr>
          <p:grpSpPr>
            <a:xfrm>
              <a:off x="7512920" y="1143786"/>
              <a:ext cx="2042118" cy="615553"/>
              <a:chOff x="7512920" y="1143786"/>
              <a:chExt cx="2042118" cy="615553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9868F198-11FD-3435-45F0-8E1DC35AA8D3}"/>
                  </a:ext>
                </a:extLst>
              </p:cNvPr>
              <p:cNvGrpSpPr/>
              <p:nvPr/>
            </p:nvGrpSpPr>
            <p:grpSpPr>
              <a:xfrm>
                <a:off x="9448559" y="1162929"/>
                <a:ext cx="106479" cy="196636"/>
                <a:chOff x="2855796" y="3833936"/>
                <a:chExt cx="106479" cy="196636"/>
              </a:xfrm>
            </p:grpSpPr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CF082B2-6EF4-2C2A-F4BE-CFCD4D0CA03D}"/>
                    </a:ext>
                  </a:extLst>
                </p:cNvPr>
                <p:cNvSpPr txBox="1"/>
                <p:nvPr/>
              </p:nvSpPr>
              <p:spPr>
                <a:xfrm>
                  <a:off x="2855796" y="3833936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102052C-0430-5221-8E66-EAE499515F32}"/>
                    </a:ext>
                  </a:extLst>
                </p:cNvPr>
                <p:cNvSpPr txBox="1"/>
                <p:nvPr/>
              </p:nvSpPr>
              <p:spPr>
                <a:xfrm>
                  <a:off x="2855796" y="3869297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9B2F3A0-2018-B08A-F45D-050656123F27}"/>
                    </a:ext>
                  </a:extLst>
                </p:cNvPr>
                <p:cNvSpPr txBox="1"/>
                <p:nvPr/>
              </p:nvSpPr>
              <p:spPr>
                <a:xfrm>
                  <a:off x="2855796" y="3907461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A85EAEF-BE45-490B-674B-C198AB36EE4E}"/>
                  </a:ext>
                </a:extLst>
              </p:cNvPr>
              <p:cNvSpPr txBox="1"/>
              <p:nvPr/>
            </p:nvSpPr>
            <p:spPr>
              <a:xfrm>
                <a:off x="7512920" y="1143786"/>
                <a:ext cx="1988878" cy="615553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경기교육지원청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, 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교육 공동체 역량 강화 프로그램 운영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#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영통구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#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공동체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..</a:t>
                </a: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경기도 교육청</a:t>
                </a:r>
                <a:endPara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조회수 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999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회 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 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개월 전</a:t>
                </a:r>
                <a:endPara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grpSp>
          <p:nvGrpSpPr>
            <p:cNvPr id="261" name="그룹 260">
              <a:extLst>
                <a:ext uri="{FF2B5EF4-FFF2-40B4-BE49-F238E27FC236}">
                  <a16:creationId xmlns:a16="http://schemas.microsoft.com/office/drawing/2014/main" id="{B8D297C3-3CBD-63CA-8096-676ADE4F209F}"/>
                </a:ext>
              </a:extLst>
            </p:cNvPr>
            <p:cNvGrpSpPr/>
            <p:nvPr/>
          </p:nvGrpSpPr>
          <p:grpSpPr>
            <a:xfrm>
              <a:off x="6338274" y="1138420"/>
              <a:ext cx="1174646" cy="615553"/>
              <a:chOff x="6338274" y="1138420"/>
              <a:chExt cx="1174646" cy="615553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A784E48C-211A-FC2F-30E2-02ED507C66CC}"/>
                  </a:ext>
                </a:extLst>
              </p:cNvPr>
              <p:cNvGrpSpPr/>
              <p:nvPr/>
            </p:nvGrpSpPr>
            <p:grpSpPr>
              <a:xfrm>
                <a:off x="6338274" y="1138420"/>
                <a:ext cx="1174646" cy="615553"/>
                <a:chOff x="4076927" y="978229"/>
                <a:chExt cx="2207986" cy="623266"/>
              </a:xfrm>
            </p:grpSpPr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C9B14B2D-3E9E-F9AD-9184-5CAA09546432}"/>
                    </a:ext>
                  </a:extLst>
                </p:cNvPr>
                <p:cNvGrpSpPr/>
                <p:nvPr/>
              </p:nvGrpSpPr>
              <p:grpSpPr>
                <a:xfrm>
                  <a:off x="4076930" y="978229"/>
                  <a:ext cx="2207983" cy="623266"/>
                  <a:chOff x="3458512" y="4806727"/>
                  <a:chExt cx="840041" cy="914400"/>
                </a:xfrm>
              </p:grpSpPr>
              <p:sp>
                <p:nvSpPr>
                  <p:cNvPr id="47" name="직사각형 46">
                    <a:extLst>
                      <a:ext uri="{FF2B5EF4-FFF2-40B4-BE49-F238E27FC236}">
                        <a16:creationId xmlns:a16="http://schemas.microsoft.com/office/drawing/2014/main" id="{BB6806BA-2872-C12E-5091-B27182DB360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58512" y="4806727"/>
                    <a:ext cx="84004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48" name="직선 연결선 47">
                    <a:extLst>
                      <a:ext uri="{FF2B5EF4-FFF2-40B4-BE49-F238E27FC236}">
                        <a16:creationId xmlns:a16="http://schemas.microsoft.com/office/drawing/2014/main" id="{7772E64F-C606-4636-4670-5A1A8DAC17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49" name="직선 연결선 48">
                    <a:extLst>
                      <a:ext uri="{FF2B5EF4-FFF2-40B4-BE49-F238E27FC236}">
                        <a16:creationId xmlns:a16="http://schemas.microsoft.com/office/drawing/2014/main" id="{553B60A6-1DCD-5DFE-86E8-ADFB3FD94D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48E5A5E0-9225-3351-0EDF-C01FC0DAD94A}"/>
                    </a:ext>
                  </a:extLst>
                </p:cNvPr>
                <p:cNvSpPr txBox="1"/>
                <p:nvPr/>
              </p:nvSpPr>
              <p:spPr>
                <a:xfrm>
                  <a:off x="4076927" y="1191955"/>
                  <a:ext cx="2188390" cy="198268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6DB79CC0-8A01-B46A-DDC5-82CFCD2B781E}"/>
                  </a:ext>
                </a:extLst>
              </p:cNvPr>
              <p:cNvSpPr/>
              <p:nvPr/>
            </p:nvSpPr>
            <p:spPr>
              <a:xfrm>
                <a:off x="7117283" y="1568455"/>
                <a:ext cx="359419" cy="148281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73E6DB70-E260-1A7A-BDAE-6BBDAC5D6245}"/>
              </a:ext>
            </a:extLst>
          </p:cNvPr>
          <p:cNvGrpSpPr/>
          <p:nvPr/>
        </p:nvGrpSpPr>
        <p:grpSpPr>
          <a:xfrm>
            <a:off x="1548447" y="4909257"/>
            <a:ext cx="4655503" cy="1285608"/>
            <a:chOff x="1540632" y="3154249"/>
            <a:chExt cx="4655503" cy="1285608"/>
          </a:xfrm>
        </p:grpSpPr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B17D2115-F52D-31A3-F0C4-BF8173C2AA1D}"/>
                </a:ext>
              </a:extLst>
            </p:cNvPr>
            <p:cNvSpPr txBox="1"/>
            <p:nvPr/>
          </p:nvSpPr>
          <p:spPr>
            <a:xfrm>
              <a:off x="1557951" y="3380867"/>
              <a:ext cx="4638184" cy="1058990"/>
            </a:xfrm>
            <a:prstGeom prst="rect">
              <a:avLst/>
            </a:prstGeom>
            <a:solidFill>
              <a:srgbClr val="F2F2F2">
                <a:alpha val="50196"/>
              </a:srgbClr>
            </a:solidFill>
          </p:spPr>
          <p:txBody>
            <a:bodyPr wrap="square" lIns="36000" rIns="36000" rtlCol="0" anchor="ctr">
              <a:no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2025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년 교육 현장에서는 학생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학부모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교사가 함께 성장하는 </a:t>
              </a:r>
              <a:r>
                <a:rPr lang="en-US" altLang="ko-KR" sz="900" b="1" dirty="0">
                  <a:latin typeface="나눔고딕" pitchFamily="2" charset="-127"/>
                  <a:ea typeface="나눔고딕" pitchFamily="2" charset="-127"/>
                </a:rPr>
                <a:t>'</a:t>
              </a:r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교육공동체 역량 강화</a:t>
              </a:r>
              <a:r>
                <a:rPr lang="en-US" altLang="ko-KR" sz="900" b="1" dirty="0">
                  <a:latin typeface="나눔고딕" pitchFamily="2" charset="-127"/>
                  <a:ea typeface="나눔고딕" pitchFamily="2" charset="-127"/>
                </a:rPr>
                <a:t>'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가 핵심 과제로 추진되고 있습니다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주요 대상별 프로그램 유형과 내용은 다음과 같습니다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 </a:t>
              </a:r>
            </a:p>
            <a:p>
              <a:pPr>
                <a:lnSpc>
                  <a:spcPct val="130000"/>
                </a:lnSpc>
              </a:pPr>
              <a:endParaRPr lang="en-US" altLang="ko-KR" sz="900" dirty="0">
                <a:latin typeface="나눔고딕" pitchFamily="2" charset="-127"/>
                <a:ea typeface="나눔고딕" pitchFamily="2" charset="-127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ko-KR" altLang="ko-KR" sz="900" b="1" dirty="0">
                  <a:solidFill>
                    <a:srgbClr val="0A0A0A"/>
                  </a:solidFill>
                  <a:latin typeface="나눔고딕" pitchFamily="2" charset="-127"/>
                  <a:ea typeface="나눔고딕" pitchFamily="2" charset="-127"/>
                  <a:cs typeface="Arial" panose="020B0604020202020204" pitchFamily="34" charset="0"/>
                </a:rPr>
                <a:t>1. 교사 역량 강화 (전문적 학습공동체) </a:t>
              </a:r>
              <a:endParaRPr lang="ko-KR" altLang="ko-KR" sz="9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ko-KR" altLang="ko-KR" sz="900" dirty="0">
                  <a:solidFill>
                    <a:srgbClr val="0A0A0A"/>
                  </a:solidFill>
                  <a:latin typeface="나눔고딕" pitchFamily="2" charset="-127"/>
                  <a:ea typeface="나눔고딕" pitchFamily="2" charset="-127"/>
                  <a:cs typeface="Arial" panose="020B0604020202020204" pitchFamily="34" charset="0"/>
                </a:rPr>
                <a:t>교사의 수업 전문성과 에듀테크 활용 능력을 높이는 데 집중합니다.</a:t>
              </a:r>
              <a:endParaRPr lang="ko-KR" altLang="ko-KR" sz="9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68" name="사각형: 둥근 모서리 267">
              <a:extLst>
                <a:ext uri="{FF2B5EF4-FFF2-40B4-BE49-F238E27FC236}">
                  <a16:creationId xmlns:a16="http://schemas.microsoft.com/office/drawing/2014/main" id="{65B573FC-0F0B-1CF3-1AEB-04D01D31C97B}"/>
                </a:ext>
              </a:extLst>
            </p:cNvPr>
            <p:cNvSpPr/>
            <p:nvPr/>
          </p:nvSpPr>
          <p:spPr>
            <a:xfrm>
              <a:off x="1540632" y="3154249"/>
              <a:ext cx="1025096" cy="21958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콘텐츠 설명</a:t>
              </a:r>
              <a:endParaRPr lang="ko-KR" altLang="en-US" sz="11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</p:grpSp>
      <p:sp>
        <p:nvSpPr>
          <p:cNvPr id="277" name="TextBox 276">
            <a:extLst>
              <a:ext uri="{FF2B5EF4-FFF2-40B4-BE49-F238E27FC236}">
                <a16:creationId xmlns:a16="http://schemas.microsoft.com/office/drawing/2014/main" id="{577ABA06-AA7E-1210-5292-73F81BE85396}"/>
              </a:ext>
            </a:extLst>
          </p:cNvPr>
          <p:cNvSpPr txBox="1"/>
          <p:nvPr/>
        </p:nvSpPr>
        <p:spPr>
          <a:xfrm>
            <a:off x="5627077" y="5864673"/>
            <a:ext cx="576873" cy="230832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pPr algn="r"/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더보기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685DE0A5-6C8F-61CF-FCE5-B21360C79E57}"/>
              </a:ext>
            </a:extLst>
          </p:cNvPr>
          <p:cNvSpPr txBox="1"/>
          <p:nvPr/>
        </p:nvSpPr>
        <p:spPr>
          <a:xfrm>
            <a:off x="6271849" y="816421"/>
            <a:ext cx="12546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관련 콘텐츠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AB8510C3-47CB-7551-5EF7-D71FC8C644E0}"/>
              </a:ext>
            </a:extLst>
          </p:cNvPr>
          <p:cNvGrpSpPr/>
          <p:nvPr/>
        </p:nvGrpSpPr>
        <p:grpSpPr>
          <a:xfrm>
            <a:off x="6348413" y="1760441"/>
            <a:ext cx="3216764" cy="620919"/>
            <a:chOff x="6338274" y="1138420"/>
            <a:chExt cx="3216764" cy="620919"/>
          </a:xfrm>
        </p:grpSpPr>
        <p:grpSp>
          <p:nvGrpSpPr>
            <p:cNvPr id="280" name="그룹 279">
              <a:extLst>
                <a:ext uri="{FF2B5EF4-FFF2-40B4-BE49-F238E27FC236}">
                  <a16:creationId xmlns:a16="http://schemas.microsoft.com/office/drawing/2014/main" id="{15F850C7-0DC8-CB9F-7103-3F76D2C6B96E}"/>
                </a:ext>
              </a:extLst>
            </p:cNvPr>
            <p:cNvGrpSpPr/>
            <p:nvPr/>
          </p:nvGrpSpPr>
          <p:grpSpPr>
            <a:xfrm>
              <a:off x="7512920" y="1143786"/>
              <a:ext cx="2042118" cy="615553"/>
              <a:chOff x="7512920" y="1143786"/>
              <a:chExt cx="2042118" cy="615553"/>
            </a:xfrm>
          </p:grpSpPr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0ABF15FE-726E-56A1-EF90-C86618828826}"/>
                  </a:ext>
                </a:extLst>
              </p:cNvPr>
              <p:cNvGrpSpPr/>
              <p:nvPr/>
            </p:nvGrpSpPr>
            <p:grpSpPr>
              <a:xfrm>
                <a:off x="9448559" y="1162929"/>
                <a:ext cx="106479" cy="196636"/>
                <a:chOff x="2855796" y="3833936"/>
                <a:chExt cx="106479" cy="196636"/>
              </a:xfrm>
            </p:grpSpPr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7174BF79-E50D-00F5-C947-6D2AFCFBB8CB}"/>
                    </a:ext>
                  </a:extLst>
                </p:cNvPr>
                <p:cNvSpPr txBox="1"/>
                <p:nvPr/>
              </p:nvSpPr>
              <p:spPr>
                <a:xfrm>
                  <a:off x="2855796" y="3833936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6C644F13-204E-3031-0337-497BF30735EA}"/>
                    </a:ext>
                  </a:extLst>
                </p:cNvPr>
                <p:cNvSpPr txBox="1"/>
                <p:nvPr/>
              </p:nvSpPr>
              <p:spPr>
                <a:xfrm>
                  <a:off x="2855796" y="3869297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8AFDE5D8-2F70-2C51-99D5-69CB47407CDC}"/>
                    </a:ext>
                  </a:extLst>
                </p:cNvPr>
                <p:cNvSpPr txBox="1"/>
                <p:nvPr/>
              </p:nvSpPr>
              <p:spPr>
                <a:xfrm>
                  <a:off x="2855796" y="3907461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0709322-201F-F275-D1BB-22E4F506CA96}"/>
                  </a:ext>
                </a:extLst>
              </p:cNvPr>
              <p:cNvSpPr txBox="1"/>
              <p:nvPr/>
            </p:nvSpPr>
            <p:spPr>
              <a:xfrm>
                <a:off x="7512920" y="1143786"/>
                <a:ext cx="1988878" cy="615553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경기교육지원청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, 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교육 공동체 역량 강화 프로그램 운영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#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영통구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#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공동체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..</a:t>
                </a: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경기도 교육청</a:t>
                </a:r>
                <a:endPara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조회수 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999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회 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 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개월 전</a:t>
                </a:r>
                <a:endPara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grpSp>
          <p:nvGrpSpPr>
            <p:cNvPr id="281" name="그룹 280">
              <a:extLst>
                <a:ext uri="{FF2B5EF4-FFF2-40B4-BE49-F238E27FC236}">
                  <a16:creationId xmlns:a16="http://schemas.microsoft.com/office/drawing/2014/main" id="{184AA94C-DEEC-D508-8B61-6CF9A0875989}"/>
                </a:ext>
              </a:extLst>
            </p:cNvPr>
            <p:cNvGrpSpPr/>
            <p:nvPr/>
          </p:nvGrpSpPr>
          <p:grpSpPr>
            <a:xfrm>
              <a:off x="6338274" y="1138420"/>
              <a:ext cx="1174646" cy="615553"/>
              <a:chOff x="6338274" y="1138420"/>
              <a:chExt cx="1174646" cy="615553"/>
            </a:xfrm>
          </p:grpSpPr>
          <p:grpSp>
            <p:nvGrpSpPr>
              <p:cNvPr id="282" name="그룹 281">
                <a:extLst>
                  <a:ext uri="{FF2B5EF4-FFF2-40B4-BE49-F238E27FC236}">
                    <a16:creationId xmlns:a16="http://schemas.microsoft.com/office/drawing/2014/main" id="{BE13BA1B-5D54-5AEB-2BC4-8D24789E7F25}"/>
                  </a:ext>
                </a:extLst>
              </p:cNvPr>
              <p:cNvGrpSpPr/>
              <p:nvPr/>
            </p:nvGrpSpPr>
            <p:grpSpPr>
              <a:xfrm>
                <a:off x="6338274" y="1138420"/>
                <a:ext cx="1174646" cy="615553"/>
                <a:chOff x="4076927" y="978229"/>
                <a:chExt cx="2207986" cy="623266"/>
              </a:xfrm>
            </p:grpSpPr>
            <p:grpSp>
              <p:nvGrpSpPr>
                <p:cNvPr id="284" name="그룹 283">
                  <a:extLst>
                    <a:ext uri="{FF2B5EF4-FFF2-40B4-BE49-F238E27FC236}">
                      <a16:creationId xmlns:a16="http://schemas.microsoft.com/office/drawing/2014/main" id="{AA11E088-D758-239E-2F93-35FB7CD35ACF}"/>
                    </a:ext>
                  </a:extLst>
                </p:cNvPr>
                <p:cNvGrpSpPr/>
                <p:nvPr/>
              </p:nvGrpSpPr>
              <p:grpSpPr>
                <a:xfrm>
                  <a:off x="4076930" y="978229"/>
                  <a:ext cx="2207983" cy="623266"/>
                  <a:chOff x="3458512" y="4806727"/>
                  <a:chExt cx="840041" cy="914400"/>
                </a:xfrm>
              </p:grpSpPr>
              <p:sp>
                <p:nvSpPr>
                  <p:cNvPr id="286" name="직사각형 285">
                    <a:extLst>
                      <a:ext uri="{FF2B5EF4-FFF2-40B4-BE49-F238E27FC236}">
                        <a16:creationId xmlns:a16="http://schemas.microsoft.com/office/drawing/2014/main" id="{FDF93D56-9722-F2B7-E319-63B883D1338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58512" y="4806727"/>
                    <a:ext cx="84004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287" name="직선 연결선 286">
                    <a:extLst>
                      <a:ext uri="{FF2B5EF4-FFF2-40B4-BE49-F238E27FC236}">
                        <a16:creationId xmlns:a16="http://schemas.microsoft.com/office/drawing/2014/main" id="{584CDFAC-79BC-89A8-6968-2AE9C6556A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7" name="직선 연결선 96">
                    <a:extLst>
                      <a:ext uri="{FF2B5EF4-FFF2-40B4-BE49-F238E27FC236}">
                        <a16:creationId xmlns:a16="http://schemas.microsoft.com/office/drawing/2014/main" id="{AFF329C7-D7D1-E036-80E5-740D5B83CE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85" name="TextBox 284">
                  <a:extLst>
                    <a:ext uri="{FF2B5EF4-FFF2-40B4-BE49-F238E27FC236}">
                      <a16:creationId xmlns:a16="http://schemas.microsoft.com/office/drawing/2014/main" id="{4E2EE848-9244-A2A1-2D16-9876D78F3BFC}"/>
                    </a:ext>
                  </a:extLst>
                </p:cNvPr>
                <p:cNvSpPr txBox="1"/>
                <p:nvPr/>
              </p:nvSpPr>
              <p:spPr>
                <a:xfrm>
                  <a:off x="4076927" y="1191955"/>
                  <a:ext cx="2188390" cy="198268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83" name="직사각형 282">
                <a:extLst>
                  <a:ext uri="{FF2B5EF4-FFF2-40B4-BE49-F238E27FC236}">
                    <a16:creationId xmlns:a16="http://schemas.microsoft.com/office/drawing/2014/main" id="{0C90DC54-4E42-F6C2-BF42-194EF40E6FB3}"/>
                  </a:ext>
                </a:extLst>
              </p:cNvPr>
              <p:cNvSpPr/>
              <p:nvPr/>
            </p:nvSpPr>
            <p:spPr>
              <a:xfrm>
                <a:off x="7117283" y="1568455"/>
                <a:ext cx="359419" cy="148281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C077EBC7-E299-7389-DA62-B18B1D48A9B2}"/>
              </a:ext>
            </a:extLst>
          </p:cNvPr>
          <p:cNvGrpSpPr/>
          <p:nvPr/>
        </p:nvGrpSpPr>
        <p:grpSpPr>
          <a:xfrm>
            <a:off x="6343145" y="2448196"/>
            <a:ext cx="3216764" cy="620919"/>
            <a:chOff x="6338274" y="1138420"/>
            <a:chExt cx="3216764" cy="620919"/>
          </a:xfrm>
        </p:grpSpPr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7302AE5F-2191-D26D-22A0-447AF5026792}"/>
                </a:ext>
              </a:extLst>
            </p:cNvPr>
            <p:cNvGrpSpPr/>
            <p:nvPr/>
          </p:nvGrpSpPr>
          <p:grpSpPr>
            <a:xfrm>
              <a:off x="7512920" y="1143786"/>
              <a:ext cx="2042118" cy="615553"/>
              <a:chOff x="7512920" y="1143786"/>
              <a:chExt cx="2042118" cy="615553"/>
            </a:xfrm>
          </p:grpSpPr>
          <p:grpSp>
            <p:nvGrpSpPr>
              <p:cNvPr id="116" name="그룹 115">
                <a:extLst>
                  <a:ext uri="{FF2B5EF4-FFF2-40B4-BE49-F238E27FC236}">
                    <a16:creationId xmlns:a16="http://schemas.microsoft.com/office/drawing/2014/main" id="{3B3C61B0-4C05-D0DA-C3DD-B5A07E3620F4}"/>
                  </a:ext>
                </a:extLst>
              </p:cNvPr>
              <p:cNvGrpSpPr/>
              <p:nvPr/>
            </p:nvGrpSpPr>
            <p:grpSpPr>
              <a:xfrm>
                <a:off x="9448559" y="1162929"/>
                <a:ext cx="106479" cy="196636"/>
                <a:chOff x="2855796" y="3833936"/>
                <a:chExt cx="106479" cy="196636"/>
              </a:xfrm>
            </p:grpSpPr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B2D1B8E-F36B-7453-F919-2C40175DDF48}"/>
                    </a:ext>
                  </a:extLst>
                </p:cNvPr>
                <p:cNvSpPr txBox="1"/>
                <p:nvPr/>
              </p:nvSpPr>
              <p:spPr>
                <a:xfrm>
                  <a:off x="2855796" y="3833936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9D165F3D-5E7B-9BD7-0038-609E48D622B2}"/>
                    </a:ext>
                  </a:extLst>
                </p:cNvPr>
                <p:cNvSpPr txBox="1"/>
                <p:nvPr/>
              </p:nvSpPr>
              <p:spPr>
                <a:xfrm>
                  <a:off x="2855796" y="3869297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DECF853-D10E-F9F3-6123-39A06BCE1014}"/>
                    </a:ext>
                  </a:extLst>
                </p:cNvPr>
                <p:cNvSpPr txBox="1"/>
                <p:nvPr/>
              </p:nvSpPr>
              <p:spPr>
                <a:xfrm>
                  <a:off x="2855796" y="3907461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22B2A931-A050-C406-AD60-0942E2DF9A86}"/>
                  </a:ext>
                </a:extLst>
              </p:cNvPr>
              <p:cNvSpPr txBox="1"/>
              <p:nvPr/>
            </p:nvSpPr>
            <p:spPr>
              <a:xfrm>
                <a:off x="7512920" y="1143786"/>
                <a:ext cx="1988878" cy="615553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경기교육지원청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, 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교육 공동체 역량 강화 프로그램 운영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#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영통구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#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공동체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..</a:t>
                </a: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경기도 교육청</a:t>
                </a:r>
                <a:endPara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조회수 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999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회 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 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개월 전</a:t>
                </a:r>
                <a:endPara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B2D6B098-EFD9-E60E-39BA-E6816386CCB2}"/>
                </a:ext>
              </a:extLst>
            </p:cNvPr>
            <p:cNvGrpSpPr/>
            <p:nvPr/>
          </p:nvGrpSpPr>
          <p:grpSpPr>
            <a:xfrm>
              <a:off x="6338274" y="1138420"/>
              <a:ext cx="1174646" cy="615553"/>
              <a:chOff x="6338274" y="1138420"/>
              <a:chExt cx="1174646" cy="615553"/>
            </a:xfrm>
          </p:grpSpPr>
          <p:grpSp>
            <p:nvGrpSpPr>
              <p:cNvPr id="106" name="그룹 105">
                <a:extLst>
                  <a:ext uri="{FF2B5EF4-FFF2-40B4-BE49-F238E27FC236}">
                    <a16:creationId xmlns:a16="http://schemas.microsoft.com/office/drawing/2014/main" id="{474A18BD-D02C-004F-093A-0412305877F7}"/>
                  </a:ext>
                </a:extLst>
              </p:cNvPr>
              <p:cNvGrpSpPr/>
              <p:nvPr/>
            </p:nvGrpSpPr>
            <p:grpSpPr>
              <a:xfrm>
                <a:off x="6338274" y="1138420"/>
                <a:ext cx="1174646" cy="615553"/>
                <a:chOff x="4076927" y="978229"/>
                <a:chExt cx="2207986" cy="623266"/>
              </a:xfrm>
            </p:grpSpPr>
            <p:grpSp>
              <p:nvGrpSpPr>
                <p:cNvPr id="110" name="그룹 109">
                  <a:extLst>
                    <a:ext uri="{FF2B5EF4-FFF2-40B4-BE49-F238E27FC236}">
                      <a16:creationId xmlns:a16="http://schemas.microsoft.com/office/drawing/2014/main" id="{95A93C02-2FFC-229D-94DF-9B9B162C410C}"/>
                    </a:ext>
                  </a:extLst>
                </p:cNvPr>
                <p:cNvGrpSpPr/>
                <p:nvPr/>
              </p:nvGrpSpPr>
              <p:grpSpPr>
                <a:xfrm>
                  <a:off x="4076930" y="978229"/>
                  <a:ext cx="2207983" cy="623266"/>
                  <a:chOff x="3458512" y="4806727"/>
                  <a:chExt cx="840041" cy="914400"/>
                </a:xfrm>
              </p:grpSpPr>
              <p:sp>
                <p:nvSpPr>
                  <p:cNvPr id="113" name="직사각형 112">
                    <a:extLst>
                      <a:ext uri="{FF2B5EF4-FFF2-40B4-BE49-F238E27FC236}">
                        <a16:creationId xmlns:a16="http://schemas.microsoft.com/office/drawing/2014/main" id="{BF6380CE-6AF4-2407-4B83-73B1784BB59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58512" y="4806727"/>
                    <a:ext cx="84004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14" name="직선 연결선 113">
                    <a:extLst>
                      <a:ext uri="{FF2B5EF4-FFF2-40B4-BE49-F238E27FC236}">
                        <a16:creationId xmlns:a16="http://schemas.microsoft.com/office/drawing/2014/main" id="{3941E920-F1CB-647C-C090-9335584855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15" name="직선 연결선 114">
                    <a:extLst>
                      <a:ext uri="{FF2B5EF4-FFF2-40B4-BE49-F238E27FC236}">
                        <a16:creationId xmlns:a16="http://schemas.microsoft.com/office/drawing/2014/main" id="{3DEECD0E-C6D7-47D4-9D29-49523E1D75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EEC8999B-5686-FA61-9C3A-03B6E2A4EB88}"/>
                    </a:ext>
                  </a:extLst>
                </p:cNvPr>
                <p:cNvSpPr txBox="1"/>
                <p:nvPr/>
              </p:nvSpPr>
              <p:spPr>
                <a:xfrm>
                  <a:off x="4076927" y="1191955"/>
                  <a:ext cx="2188390" cy="198268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0291956F-8626-B34C-31B6-773E62C3BF5A}"/>
                  </a:ext>
                </a:extLst>
              </p:cNvPr>
              <p:cNvSpPr/>
              <p:nvPr/>
            </p:nvSpPr>
            <p:spPr>
              <a:xfrm>
                <a:off x="7117283" y="1568455"/>
                <a:ext cx="359419" cy="148281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BB2C4F55-6E7D-1CBF-989A-927A16DA7D09}"/>
              </a:ext>
            </a:extLst>
          </p:cNvPr>
          <p:cNvGrpSpPr/>
          <p:nvPr/>
        </p:nvGrpSpPr>
        <p:grpSpPr>
          <a:xfrm>
            <a:off x="6344854" y="3136820"/>
            <a:ext cx="3216764" cy="620919"/>
            <a:chOff x="6338274" y="1138420"/>
            <a:chExt cx="3216764" cy="620919"/>
          </a:xfrm>
        </p:grpSpPr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3C96F060-C3D7-5448-E4CF-B9EEA9308882}"/>
                </a:ext>
              </a:extLst>
            </p:cNvPr>
            <p:cNvGrpSpPr/>
            <p:nvPr/>
          </p:nvGrpSpPr>
          <p:grpSpPr>
            <a:xfrm>
              <a:off x="7512920" y="1143786"/>
              <a:ext cx="2042118" cy="615553"/>
              <a:chOff x="7512920" y="1143786"/>
              <a:chExt cx="2042118" cy="615553"/>
            </a:xfrm>
          </p:grpSpPr>
          <p:grpSp>
            <p:nvGrpSpPr>
              <p:cNvPr id="291" name="그룹 290">
                <a:extLst>
                  <a:ext uri="{FF2B5EF4-FFF2-40B4-BE49-F238E27FC236}">
                    <a16:creationId xmlns:a16="http://schemas.microsoft.com/office/drawing/2014/main" id="{E4956409-BA58-52DA-9F3B-48A4BB7785E5}"/>
                  </a:ext>
                </a:extLst>
              </p:cNvPr>
              <p:cNvGrpSpPr/>
              <p:nvPr/>
            </p:nvGrpSpPr>
            <p:grpSpPr>
              <a:xfrm>
                <a:off x="9448559" y="1162929"/>
                <a:ext cx="106479" cy="196636"/>
                <a:chOff x="2855796" y="3833936"/>
                <a:chExt cx="106479" cy="196636"/>
              </a:xfrm>
            </p:grpSpPr>
            <p:sp>
              <p:nvSpPr>
                <p:cNvPr id="293" name="TextBox 292">
                  <a:extLst>
                    <a:ext uri="{FF2B5EF4-FFF2-40B4-BE49-F238E27FC236}">
                      <a16:creationId xmlns:a16="http://schemas.microsoft.com/office/drawing/2014/main" id="{5EE4134A-63F1-FC17-C6D6-BC01727CFA46}"/>
                    </a:ext>
                  </a:extLst>
                </p:cNvPr>
                <p:cNvSpPr txBox="1"/>
                <p:nvPr/>
              </p:nvSpPr>
              <p:spPr>
                <a:xfrm>
                  <a:off x="2855796" y="3833936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294" name="TextBox 293">
                  <a:extLst>
                    <a:ext uri="{FF2B5EF4-FFF2-40B4-BE49-F238E27FC236}">
                      <a16:creationId xmlns:a16="http://schemas.microsoft.com/office/drawing/2014/main" id="{4601405C-C4AA-3074-856D-CD9E982DBD25}"/>
                    </a:ext>
                  </a:extLst>
                </p:cNvPr>
                <p:cNvSpPr txBox="1"/>
                <p:nvPr/>
              </p:nvSpPr>
              <p:spPr>
                <a:xfrm>
                  <a:off x="2855796" y="3869297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295" name="TextBox 294">
                  <a:extLst>
                    <a:ext uri="{FF2B5EF4-FFF2-40B4-BE49-F238E27FC236}">
                      <a16:creationId xmlns:a16="http://schemas.microsoft.com/office/drawing/2014/main" id="{488BD990-6697-B5BD-9646-85AD19F7049C}"/>
                    </a:ext>
                  </a:extLst>
                </p:cNvPr>
                <p:cNvSpPr txBox="1"/>
                <p:nvPr/>
              </p:nvSpPr>
              <p:spPr>
                <a:xfrm>
                  <a:off x="2855796" y="3907461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</p:grp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A7B5CD44-0932-6C0D-F267-03F885BE8261}"/>
                  </a:ext>
                </a:extLst>
              </p:cNvPr>
              <p:cNvSpPr txBox="1"/>
              <p:nvPr/>
            </p:nvSpPr>
            <p:spPr>
              <a:xfrm>
                <a:off x="7512920" y="1143786"/>
                <a:ext cx="1988878" cy="615553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경기교육지원청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, 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교육 공동체 역량 강화 프로그램 운영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#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영통구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#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공동체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..</a:t>
                </a: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경기도 교육청</a:t>
                </a:r>
                <a:endPara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조회수 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999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회 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 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개월 전</a:t>
                </a:r>
                <a:endPara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325CB43E-5897-C8B2-4318-02D039ED09A9}"/>
                </a:ext>
              </a:extLst>
            </p:cNvPr>
            <p:cNvGrpSpPr/>
            <p:nvPr/>
          </p:nvGrpSpPr>
          <p:grpSpPr>
            <a:xfrm>
              <a:off x="6338274" y="1138420"/>
              <a:ext cx="1174646" cy="615553"/>
              <a:chOff x="6338274" y="1138420"/>
              <a:chExt cx="1174646" cy="615553"/>
            </a:xfrm>
          </p:grpSpPr>
          <p:grpSp>
            <p:nvGrpSpPr>
              <p:cNvPr id="124" name="그룹 123">
                <a:extLst>
                  <a:ext uri="{FF2B5EF4-FFF2-40B4-BE49-F238E27FC236}">
                    <a16:creationId xmlns:a16="http://schemas.microsoft.com/office/drawing/2014/main" id="{10B5DD6C-A5B1-AA7A-B508-5097136D8994}"/>
                  </a:ext>
                </a:extLst>
              </p:cNvPr>
              <p:cNvGrpSpPr/>
              <p:nvPr/>
            </p:nvGrpSpPr>
            <p:grpSpPr>
              <a:xfrm>
                <a:off x="6338274" y="1138420"/>
                <a:ext cx="1174646" cy="615553"/>
                <a:chOff x="4076927" y="978229"/>
                <a:chExt cx="2207986" cy="623266"/>
              </a:xfrm>
            </p:grpSpPr>
            <p:grpSp>
              <p:nvGrpSpPr>
                <p:cNvPr id="126" name="그룹 125">
                  <a:extLst>
                    <a:ext uri="{FF2B5EF4-FFF2-40B4-BE49-F238E27FC236}">
                      <a16:creationId xmlns:a16="http://schemas.microsoft.com/office/drawing/2014/main" id="{701327F5-E86D-3A90-55B4-D28D2851C24C}"/>
                    </a:ext>
                  </a:extLst>
                </p:cNvPr>
                <p:cNvGrpSpPr/>
                <p:nvPr/>
              </p:nvGrpSpPr>
              <p:grpSpPr>
                <a:xfrm>
                  <a:off x="4076930" y="978229"/>
                  <a:ext cx="2207983" cy="623266"/>
                  <a:chOff x="3458512" y="4806727"/>
                  <a:chExt cx="840041" cy="914400"/>
                </a:xfrm>
              </p:grpSpPr>
              <p:sp>
                <p:nvSpPr>
                  <p:cNvPr id="288" name="직사각형 287">
                    <a:extLst>
                      <a:ext uri="{FF2B5EF4-FFF2-40B4-BE49-F238E27FC236}">
                        <a16:creationId xmlns:a16="http://schemas.microsoft.com/office/drawing/2014/main" id="{9C8B7ECE-009C-A7E6-55C7-296AC423E2B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58512" y="4806727"/>
                    <a:ext cx="84004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289" name="직선 연결선 288">
                    <a:extLst>
                      <a:ext uri="{FF2B5EF4-FFF2-40B4-BE49-F238E27FC236}">
                        <a16:creationId xmlns:a16="http://schemas.microsoft.com/office/drawing/2014/main" id="{326602B0-DDC3-0A91-F85E-0049FB8C62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90" name="직선 연결선 289">
                    <a:extLst>
                      <a:ext uri="{FF2B5EF4-FFF2-40B4-BE49-F238E27FC236}">
                        <a16:creationId xmlns:a16="http://schemas.microsoft.com/office/drawing/2014/main" id="{07A38BFC-66BD-7DBA-80AA-C6BE1C3328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4A5C00FD-3395-0CF1-C847-61176135737B}"/>
                    </a:ext>
                  </a:extLst>
                </p:cNvPr>
                <p:cNvSpPr txBox="1"/>
                <p:nvPr/>
              </p:nvSpPr>
              <p:spPr>
                <a:xfrm>
                  <a:off x="4076927" y="1191955"/>
                  <a:ext cx="2188390" cy="198268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6956DF8E-997E-98A2-92D0-17BC1D7E01F7}"/>
                  </a:ext>
                </a:extLst>
              </p:cNvPr>
              <p:cNvSpPr/>
              <p:nvPr/>
            </p:nvSpPr>
            <p:spPr>
              <a:xfrm>
                <a:off x="7117283" y="1568455"/>
                <a:ext cx="359419" cy="148281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E15B3E06-307E-FC83-FB60-3B9ACD9BE883}"/>
              </a:ext>
            </a:extLst>
          </p:cNvPr>
          <p:cNvGrpSpPr/>
          <p:nvPr/>
        </p:nvGrpSpPr>
        <p:grpSpPr>
          <a:xfrm>
            <a:off x="1565767" y="4022751"/>
            <a:ext cx="3550265" cy="231390"/>
            <a:chOff x="1237523" y="3928967"/>
            <a:chExt cx="3550265" cy="231390"/>
          </a:xfrm>
        </p:grpSpPr>
        <p:sp>
          <p:nvSpPr>
            <p:cNvPr id="297" name="모서리가 둥근 직사각형 122">
              <a:extLst>
                <a:ext uri="{FF2B5EF4-FFF2-40B4-BE49-F238E27FC236}">
                  <a16:creationId xmlns:a16="http://schemas.microsoft.com/office/drawing/2014/main" id="{2B9F5472-BFF5-7F2E-CDB1-88890BDEB7CE}"/>
                </a:ext>
              </a:extLst>
            </p:cNvPr>
            <p:cNvSpPr/>
            <p:nvPr/>
          </p:nvSpPr>
          <p:spPr>
            <a:xfrm>
              <a:off x="1237523" y="3933766"/>
              <a:ext cx="1007776" cy="22659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900" spc="-90" dirty="0">
                  <a:latin typeface="나눔고딕" pitchFamily="2" charset="-127"/>
                  <a:ea typeface="나눔고딕" pitchFamily="2" charset="-127"/>
                </a:rPr>
                <a:t>분야</a:t>
              </a:r>
              <a:endParaRPr lang="ko-KR" altLang="en-US" sz="1000" spc="-90" dirty="0"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FE78CDD0-1DF2-F2BB-247A-8845EA7C5CD2}"/>
                </a:ext>
              </a:extLst>
            </p:cNvPr>
            <p:cNvSpPr txBox="1"/>
            <p:nvPr/>
          </p:nvSpPr>
          <p:spPr>
            <a:xfrm>
              <a:off x="2255723" y="3928967"/>
              <a:ext cx="2532065" cy="2308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교육과정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소통화 협력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변화대응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전문성 개발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</p:grpSp>
      <p:grpSp>
        <p:nvGrpSpPr>
          <p:cNvPr id="315" name="그룹 314">
            <a:extLst>
              <a:ext uri="{FF2B5EF4-FFF2-40B4-BE49-F238E27FC236}">
                <a16:creationId xmlns:a16="http://schemas.microsoft.com/office/drawing/2014/main" id="{D5031F3C-EFCB-EE73-383F-CB427BEB0DCD}"/>
              </a:ext>
            </a:extLst>
          </p:cNvPr>
          <p:cNvGrpSpPr/>
          <p:nvPr/>
        </p:nvGrpSpPr>
        <p:grpSpPr>
          <a:xfrm>
            <a:off x="1565766" y="4313251"/>
            <a:ext cx="3550266" cy="230832"/>
            <a:chOff x="1237522" y="4242912"/>
            <a:chExt cx="3550266" cy="230832"/>
          </a:xfrm>
        </p:grpSpPr>
        <p:sp>
          <p:nvSpPr>
            <p:cNvPr id="298" name="모서리가 둥근 직사각형 122">
              <a:extLst>
                <a:ext uri="{FF2B5EF4-FFF2-40B4-BE49-F238E27FC236}">
                  <a16:creationId xmlns:a16="http://schemas.microsoft.com/office/drawing/2014/main" id="{8B1087D1-5484-31AA-50D8-0E9C4C60ACF9}"/>
                </a:ext>
              </a:extLst>
            </p:cNvPr>
            <p:cNvSpPr/>
            <p:nvPr/>
          </p:nvSpPr>
          <p:spPr>
            <a:xfrm>
              <a:off x="1237522" y="4246723"/>
              <a:ext cx="1007777" cy="22659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900" spc="-90" dirty="0">
                  <a:latin typeface="나눔고딕" pitchFamily="2" charset="-127"/>
                  <a:ea typeface="나눔고딕" pitchFamily="2" charset="-127"/>
                </a:rPr>
                <a:t>학습방법</a:t>
              </a: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244E3E86-1EF9-EBC7-F439-205FF62FB604}"/>
                </a:ext>
              </a:extLst>
            </p:cNvPr>
            <p:cNvSpPr txBox="1"/>
            <p:nvPr/>
          </p:nvSpPr>
          <p:spPr>
            <a:xfrm>
              <a:off x="2255723" y="4242912"/>
              <a:ext cx="2532065" cy="2308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영상 시청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</p:grpSp>
      <p:grpSp>
        <p:nvGrpSpPr>
          <p:cNvPr id="316" name="그룹 315">
            <a:extLst>
              <a:ext uri="{FF2B5EF4-FFF2-40B4-BE49-F238E27FC236}">
                <a16:creationId xmlns:a16="http://schemas.microsoft.com/office/drawing/2014/main" id="{B1152314-1D05-57BF-F1BC-11B14A08B925}"/>
              </a:ext>
            </a:extLst>
          </p:cNvPr>
          <p:cNvGrpSpPr/>
          <p:nvPr/>
        </p:nvGrpSpPr>
        <p:grpSpPr>
          <a:xfrm>
            <a:off x="1565766" y="4611135"/>
            <a:ext cx="3550266" cy="230832"/>
            <a:chOff x="1237522" y="4564241"/>
            <a:chExt cx="3550266" cy="230832"/>
          </a:xfrm>
        </p:grpSpPr>
        <p:sp>
          <p:nvSpPr>
            <p:cNvPr id="312" name="모서리가 둥근 직사각형 122">
              <a:extLst>
                <a:ext uri="{FF2B5EF4-FFF2-40B4-BE49-F238E27FC236}">
                  <a16:creationId xmlns:a16="http://schemas.microsoft.com/office/drawing/2014/main" id="{38870713-D150-1351-CB62-DD09E490F417}"/>
                </a:ext>
              </a:extLst>
            </p:cNvPr>
            <p:cNvSpPr/>
            <p:nvPr/>
          </p:nvSpPr>
          <p:spPr>
            <a:xfrm>
              <a:off x="1237522" y="4568052"/>
              <a:ext cx="1007777" cy="22659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900" spc="-90" dirty="0">
                  <a:latin typeface="나눔고딕" pitchFamily="2" charset="-127"/>
                  <a:ea typeface="나눔고딕" pitchFamily="2" charset="-127"/>
                </a:rPr>
                <a:t>추천대상</a:t>
              </a:r>
              <a:endParaRPr lang="ko-KR" altLang="en-US" sz="800" spc="-90" dirty="0"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80BF3A09-0048-B4BB-A7EE-99AA6CC916CE}"/>
                </a:ext>
              </a:extLst>
            </p:cNvPr>
            <p:cNvSpPr txBox="1"/>
            <p:nvPr/>
          </p:nvSpPr>
          <p:spPr>
            <a:xfrm>
              <a:off x="2255723" y="4564241"/>
              <a:ext cx="2532065" cy="2308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초등학교 교사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중학교 교사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고등학교 교사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</a:t>
              </a:r>
              <a:endParaRPr lang="ko-KR" altLang="en-US" sz="9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</p:grpSp>
      <p:grpSp>
        <p:nvGrpSpPr>
          <p:cNvPr id="317" name="그룹 316">
            <a:extLst>
              <a:ext uri="{FF2B5EF4-FFF2-40B4-BE49-F238E27FC236}">
                <a16:creationId xmlns:a16="http://schemas.microsoft.com/office/drawing/2014/main" id="{36E078EE-59E8-10C2-D4B9-070D0EBBB3AF}"/>
              </a:ext>
            </a:extLst>
          </p:cNvPr>
          <p:cNvGrpSpPr/>
          <p:nvPr/>
        </p:nvGrpSpPr>
        <p:grpSpPr>
          <a:xfrm>
            <a:off x="6348413" y="3823556"/>
            <a:ext cx="3216764" cy="620919"/>
            <a:chOff x="6338274" y="1138420"/>
            <a:chExt cx="3216764" cy="620919"/>
          </a:xfrm>
        </p:grpSpPr>
        <p:grpSp>
          <p:nvGrpSpPr>
            <p:cNvPr id="318" name="그룹 317">
              <a:extLst>
                <a:ext uri="{FF2B5EF4-FFF2-40B4-BE49-F238E27FC236}">
                  <a16:creationId xmlns:a16="http://schemas.microsoft.com/office/drawing/2014/main" id="{E0229A52-3478-700E-FAD3-2B0B75CA81E7}"/>
                </a:ext>
              </a:extLst>
            </p:cNvPr>
            <p:cNvGrpSpPr/>
            <p:nvPr/>
          </p:nvGrpSpPr>
          <p:grpSpPr>
            <a:xfrm>
              <a:off x="7512920" y="1143786"/>
              <a:ext cx="2042118" cy="615553"/>
              <a:chOff x="7512920" y="1143786"/>
              <a:chExt cx="2042118" cy="615553"/>
            </a:xfrm>
          </p:grpSpPr>
          <p:grpSp>
            <p:nvGrpSpPr>
              <p:cNvPr id="327" name="그룹 326">
                <a:extLst>
                  <a:ext uri="{FF2B5EF4-FFF2-40B4-BE49-F238E27FC236}">
                    <a16:creationId xmlns:a16="http://schemas.microsoft.com/office/drawing/2014/main" id="{BDF597C1-AE91-35BF-86CA-8F5EC48C8B5D}"/>
                  </a:ext>
                </a:extLst>
              </p:cNvPr>
              <p:cNvGrpSpPr/>
              <p:nvPr/>
            </p:nvGrpSpPr>
            <p:grpSpPr>
              <a:xfrm>
                <a:off x="9448559" y="1162929"/>
                <a:ext cx="106479" cy="196636"/>
                <a:chOff x="2855796" y="3833936"/>
                <a:chExt cx="106479" cy="196636"/>
              </a:xfrm>
            </p:grpSpPr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FF7ACC04-B0DA-3093-F17F-75276FF5EFE8}"/>
                    </a:ext>
                  </a:extLst>
                </p:cNvPr>
                <p:cNvSpPr txBox="1"/>
                <p:nvPr/>
              </p:nvSpPr>
              <p:spPr>
                <a:xfrm>
                  <a:off x="2855796" y="3833936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330" name="TextBox 329">
                  <a:extLst>
                    <a:ext uri="{FF2B5EF4-FFF2-40B4-BE49-F238E27FC236}">
                      <a16:creationId xmlns:a16="http://schemas.microsoft.com/office/drawing/2014/main" id="{D16CC730-F0EA-9CF3-784A-AC9CC31242E6}"/>
                    </a:ext>
                  </a:extLst>
                </p:cNvPr>
                <p:cNvSpPr txBox="1"/>
                <p:nvPr/>
              </p:nvSpPr>
              <p:spPr>
                <a:xfrm>
                  <a:off x="2855796" y="3869297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331" name="TextBox 330">
                  <a:extLst>
                    <a:ext uri="{FF2B5EF4-FFF2-40B4-BE49-F238E27FC236}">
                      <a16:creationId xmlns:a16="http://schemas.microsoft.com/office/drawing/2014/main" id="{4397E576-9A56-B69C-0D6E-21DAEE4F3B59}"/>
                    </a:ext>
                  </a:extLst>
                </p:cNvPr>
                <p:cNvSpPr txBox="1"/>
                <p:nvPr/>
              </p:nvSpPr>
              <p:spPr>
                <a:xfrm>
                  <a:off x="2855796" y="3907461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</p:grp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BE5C3DFF-2EEE-0ED6-9FF8-A07B9BEB6601}"/>
                  </a:ext>
                </a:extLst>
              </p:cNvPr>
              <p:cNvSpPr txBox="1"/>
              <p:nvPr/>
            </p:nvSpPr>
            <p:spPr>
              <a:xfrm>
                <a:off x="7512920" y="1143786"/>
                <a:ext cx="1988878" cy="615553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경기교육지원청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, 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교육 공동체 역량 강화 프로그램 운영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#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영통구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#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공동체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..</a:t>
                </a: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경기도 교육청</a:t>
                </a:r>
                <a:endPara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조회수 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999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회 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 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개월 전</a:t>
                </a:r>
                <a:endPara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grpSp>
          <p:nvGrpSpPr>
            <p:cNvPr id="319" name="그룹 318">
              <a:extLst>
                <a:ext uri="{FF2B5EF4-FFF2-40B4-BE49-F238E27FC236}">
                  <a16:creationId xmlns:a16="http://schemas.microsoft.com/office/drawing/2014/main" id="{603BE9EA-CEAB-0B69-EE29-46BF48AD00E9}"/>
                </a:ext>
              </a:extLst>
            </p:cNvPr>
            <p:cNvGrpSpPr/>
            <p:nvPr/>
          </p:nvGrpSpPr>
          <p:grpSpPr>
            <a:xfrm>
              <a:off x="6338274" y="1138420"/>
              <a:ext cx="1174646" cy="615553"/>
              <a:chOff x="6338274" y="1138420"/>
              <a:chExt cx="1174646" cy="615553"/>
            </a:xfrm>
          </p:grpSpPr>
          <p:grpSp>
            <p:nvGrpSpPr>
              <p:cNvPr id="320" name="그룹 319">
                <a:extLst>
                  <a:ext uri="{FF2B5EF4-FFF2-40B4-BE49-F238E27FC236}">
                    <a16:creationId xmlns:a16="http://schemas.microsoft.com/office/drawing/2014/main" id="{57313185-6CC8-6AA8-5019-A312CD7399C5}"/>
                  </a:ext>
                </a:extLst>
              </p:cNvPr>
              <p:cNvGrpSpPr/>
              <p:nvPr/>
            </p:nvGrpSpPr>
            <p:grpSpPr>
              <a:xfrm>
                <a:off x="6338274" y="1138420"/>
                <a:ext cx="1174646" cy="615553"/>
                <a:chOff x="4076927" y="978229"/>
                <a:chExt cx="2207986" cy="623266"/>
              </a:xfrm>
            </p:grpSpPr>
            <p:grpSp>
              <p:nvGrpSpPr>
                <p:cNvPr id="322" name="그룹 321">
                  <a:extLst>
                    <a:ext uri="{FF2B5EF4-FFF2-40B4-BE49-F238E27FC236}">
                      <a16:creationId xmlns:a16="http://schemas.microsoft.com/office/drawing/2014/main" id="{A7E13C2C-6990-F50D-7090-181D8C2917D1}"/>
                    </a:ext>
                  </a:extLst>
                </p:cNvPr>
                <p:cNvGrpSpPr/>
                <p:nvPr/>
              </p:nvGrpSpPr>
              <p:grpSpPr>
                <a:xfrm>
                  <a:off x="4076930" y="978229"/>
                  <a:ext cx="2207983" cy="623266"/>
                  <a:chOff x="3458512" y="4806727"/>
                  <a:chExt cx="840041" cy="914400"/>
                </a:xfrm>
              </p:grpSpPr>
              <p:sp>
                <p:nvSpPr>
                  <p:cNvPr id="324" name="직사각형 323">
                    <a:extLst>
                      <a:ext uri="{FF2B5EF4-FFF2-40B4-BE49-F238E27FC236}">
                        <a16:creationId xmlns:a16="http://schemas.microsoft.com/office/drawing/2014/main" id="{1A2DA413-7CB2-D605-1E18-BEC9F7F764F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58512" y="4806727"/>
                    <a:ext cx="84004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25" name="직선 연결선 324">
                    <a:extLst>
                      <a:ext uri="{FF2B5EF4-FFF2-40B4-BE49-F238E27FC236}">
                        <a16:creationId xmlns:a16="http://schemas.microsoft.com/office/drawing/2014/main" id="{454335DC-BD68-FDDF-71A8-31E1DB5D37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26" name="직선 연결선 325">
                    <a:extLst>
                      <a:ext uri="{FF2B5EF4-FFF2-40B4-BE49-F238E27FC236}">
                        <a16:creationId xmlns:a16="http://schemas.microsoft.com/office/drawing/2014/main" id="{2807573F-890E-BCF3-03A2-FA0D45F178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23" name="TextBox 322">
                  <a:extLst>
                    <a:ext uri="{FF2B5EF4-FFF2-40B4-BE49-F238E27FC236}">
                      <a16:creationId xmlns:a16="http://schemas.microsoft.com/office/drawing/2014/main" id="{47842D25-A299-DC08-4049-0DDE007687E5}"/>
                    </a:ext>
                  </a:extLst>
                </p:cNvPr>
                <p:cNvSpPr txBox="1"/>
                <p:nvPr/>
              </p:nvSpPr>
              <p:spPr>
                <a:xfrm>
                  <a:off x="4076927" y="1191955"/>
                  <a:ext cx="2188390" cy="198268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5C00594F-A22F-4E19-6CD9-7A82156EE09E}"/>
                  </a:ext>
                </a:extLst>
              </p:cNvPr>
              <p:cNvSpPr/>
              <p:nvPr/>
            </p:nvSpPr>
            <p:spPr>
              <a:xfrm>
                <a:off x="7117283" y="1568455"/>
                <a:ext cx="359419" cy="148281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  <p:grpSp>
        <p:nvGrpSpPr>
          <p:cNvPr id="332" name="그룹 331">
            <a:extLst>
              <a:ext uri="{FF2B5EF4-FFF2-40B4-BE49-F238E27FC236}">
                <a16:creationId xmlns:a16="http://schemas.microsoft.com/office/drawing/2014/main" id="{0DA5A293-6106-2E46-EB94-99DE8C877FC0}"/>
              </a:ext>
            </a:extLst>
          </p:cNvPr>
          <p:cNvGrpSpPr/>
          <p:nvPr/>
        </p:nvGrpSpPr>
        <p:grpSpPr>
          <a:xfrm>
            <a:off x="6343145" y="4511311"/>
            <a:ext cx="3216764" cy="620919"/>
            <a:chOff x="6338274" y="1138420"/>
            <a:chExt cx="3216764" cy="620919"/>
          </a:xfrm>
        </p:grpSpPr>
        <p:grpSp>
          <p:nvGrpSpPr>
            <p:cNvPr id="333" name="그룹 332">
              <a:extLst>
                <a:ext uri="{FF2B5EF4-FFF2-40B4-BE49-F238E27FC236}">
                  <a16:creationId xmlns:a16="http://schemas.microsoft.com/office/drawing/2014/main" id="{50DB6785-3CD1-DFE2-B611-9E0BF10AB8A8}"/>
                </a:ext>
              </a:extLst>
            </p:cNvPr>
            <p:cNvGrpSpPr/>
            <p:nvPr/>
          </p:nvGrpSpPr>
          <p:grpSpPr>
            <a:xfrm>
              <a:off x="7512920" y="1143786"/>
              <a:ext cx="2042118" cy="615553"/>
              <a:chOff x="7512920" y="1143786"/>
              <a:chExt cx="2042118" cy="615553"/>
            </a:xfrm>
          </p:grpSpPr>
          <p:grpSp>
            <p:nvGrpSpPr>
              <p:cNvPr id="342" name="그룹 341">
                <a:extLst>
                  <a:ext uri="{FF2B5EF4-FFF2-40B4-BE49-F238E27FC236}">
                    <a16:creationId xmlns:a16="http://schemas.microsoft.com/office/drawing/2014/main" id="{3CE3443C-1D8F-2FD6-29C2-99B077F2F047}"/>
                  </a:ext>
                </a:extLst>
              </p:cNvPr>
              <p:cNvGrpSpPr/>
              <p:nvPr/>
            </p:nvGrpSpPr>
            <p:grpSpPr>
              <a:xfrm>
                <a:off x="9448559" y="1162929"/>
                <a:ext cx="106479" cy="196636"/>
                <a:chOff x="2855796" y="3833936"/>
                <a:chExt cx="106479" cy="196636"/>
              </a:xfrm>
            </p:grpSpPr>
            <p:sp>
              <p:nvSpPr>
                <p:cNvPr id="344" name="TextBox 343">
                  <a:extLst>
                    <a:ext uri="{FF2B5EF4-FFF2-40B4-BE49-F238E27FC236}">
                      <a16:creationId xmlns:a16="http://schemas.microsoft.com/office/drawing/2014/main" id="{E6BF4CC4-D768-47EB-B5AD-604C2887E8DE}"/>
                    </a:ext>
                  </a:extLst>
                </p:cNvPr>
                <p:cNvSpPr txBox="1"/>
                <p:nvPr/>
              </p:nvSpPr>
              <p:spPr>
                <a:xfrm>
                  <a:off x="2855796" y="3833936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345" name="TextBox 344">
                  <a:extLst>
                    <a:ext uri="{FF2B5EF4-FFF2-40B4-BE49-F238E27FC236}">
                      <a16:creationId xmlns:a16="http://schemas.microsoft.com/office/drawing/2014/main" id="{91415E83-A7C9-0E9F-2552-2B7E7B9EEA1F}"/>
                    </a:ext>
                  </a:extLst>
                </p:cNvPr>
                <p:cNvSpPr txBox="1"/>
                <p:nvPr/>
              </p:nvSpPr>
              <p:spPr>
                <a:xfrm>
                  <a:off x="2855796" y="3869297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346" name="TextBox 345">
                  <a:extLst>
                    <a:ext uri="{FF2B5EF4-FFF2-40B4-BE49-F238E27FC236}">
                      <a16:creationId xmlns:a16="http://schemas.microsoft.com/office/drawing/2014/main" id="{946F0FC4-B425-43FD-C5E5-5E8DC270C977}"/>
                    </a:ext>
                  </a:extLst>
                </p:cNvPr>
                <p:cNvSpPr txBox="1"/>
                <p:nvPr/>
              </p:nvSpPr>
              <p:spPr>
                <a:xfrm>
                  <a:off x="2855796" y="3907461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</p:grpSp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D253B0D1-0092-E4E1-86CA-AB32BBE2BA3D}"/>
                  </a:ext>
                </a:extLst>
              </p:cNvPr>
              <p:cNvSpPr txBox="1"/>
              <p:nvPr/>
            </p:nvSpPr>
            <p:spPr>
              <a:xfrm>
                <a:off x="7512920" y="1143786"/>
                <a:ext cx="1988878" cy="615553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경기교육지원청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, 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교육 공동체 역량 강화 프로그램 운영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#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영통구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#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공동체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..</a:t>
                </a: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경기도 교육청</a:t>
                </a:r>
                <a:endPara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조회수 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999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회 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 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개월 전</a:t>
                </a:r>
                <a:endPara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grpSp>
          <p:nvGrpSpPr>
            <p:cNvPr id="334" name="그룹 333">
              <a:extLst>
                <a:ext uri="{FF2B5EF4-FFF2-40B4-BE49-F238E27FC236}">
                  <a16:creationId xmlns:a16="http://schemas.microsoft.com/office/drawing/2014/main" id="{91BBDE7F-1B48-345A-49C9-2EDF25DAC9FA}"/>
                </a:ext>
              </a:extLst>
            </p:cNvPr>
            <p:cNvGrpSpPr/>
            <p:nvPr/>
          </p:nvGrpSpPr>
          <p:grpSpPr>
            <a:xfrm>
              <a:off x="6338274" y="1138420"/>
              <a:ext cx="1174646" cy="615553"/>
              <a:chOff x="6338274" y="1138420"/>
              <a:chExt cx="1174646" cy="615553"/>
            </a:xfrm>
          </p:grpSpPr>
          <p:grpSp>
            <p:nvGrpSpPr>
              <p:cNvPr id="335" name="그룹 334">
                <a:extLst>
                  <a:ext uri="{FF2B5EF4-FFF2-40B4-BE49-F238E27FC236}">
                    <a16:creationId xmlns:a16="http://schemas.microsoft.com/office/drawing/2014/main" id="{5B8CBF4D-F453-2674-228D-D7BE56D3400E}"/>
                  </a:ext>
                </a:extLst>
              </p:cNvPr>
              <p:cNvGrpSpPr/>
              <p:nvPr/>
            </p:nvGrpSpPr>
            <p:grpSpPr>
              <a:xfrm>
                <a:off x="6338274" y="1138420"/>
                <a:ext cx="1174646" cy="615553"/>
                <a:chOff x="4076927" y="978229"/>
                <a:chExt cx="2207986" cy="623266"/>
              </a:xfrm>
            </p:grpSpPr>
            <p:grpSp>
              <p:nvGrpSpPr>
                <p:cNvPr id="337" name="그룹 336">
                  <a:extLst>
                    <a:ext uri="{FF2B5EF4-FFF2-40B4-BE49-F238E27FC236}">
                      <a16:creationId xmlns:a16="http://schemas.microsoft.com/office/drawing/2014/main" id="{FD520549-AE6D-7807-FA15-2FA1E214A251}"/>
                    </a:ext>
                  </a:extLst>
                </p:cNvPr>
                <p:cNvGrpSpPr/>
                <p:nvPr/>
              </p:nvGrpSpPr>
              <p:grpSpPr>
                <a:xfrm>
                  <a:off x="4076930" y="978229"/>
                  <a:ext cx="2207983" cy="623266"/>
                  <a:chOff x="3458512" y="4806727"/>
                  <a:chExt cx="840041" cy="914400"/>
                </a:xfrm>
              </p:grpSpPr>
              <p:sp>
                <p:nvSpPr>
                  <p:cNvPr id="339" name="직사각형 338">
                    <a:extLst>
                      <a:ext uri="{FF2B5EF4-FFF2-40B4-BE49-F238E27FC236}">
                        <a16:creationId xmlns:a16="http://schemas.microsoft.com/office/drawing/2014/main" id="{15A97BEA-41A3-B5A4-1D25-3AF6ECDD9C0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58512" y="4806727"/>
                    <a:ext cx="84004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40" name="직선 연결선 339">
                    <a:extLst>
                      <a:ext uri="{FF2B5EF4-FFF2-40B4-BE49-F238E27FC236}">
                        <a16:creationId xmlns:a16="http://schemas.microsoft.com/office/drawing/2014/main" id="{D11053E9-9FEE-FCE9-829C-527D9A2C06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41" name="직선 연결선 340">
                    <a:extLst>
                      <a:ext uri="{FF2B5EF4-FFF2-40B4-BE49-F238E27FC236}">
                        <a16:creationId xmlns:a16="http://schemas.microsoft.com/office/drawing/2014/main" id="{BCCF85ED-B4EC-13FF-D1FC-2C7568E2B7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38" name="TextBox 337">
                  <a:extLst>
                    <a:ext uri="{FF2B5EF4-FFF2-40B4-BE49-F238E27FC236}">
                      <a16:creationId xmlns:a16="http://schemas.microsoft.com/office/drawing/2014/main" id="{9C0D31E4-2202-F64F-DA20-DC54D9EA75D8}"/>
                    </a:ext>
                  </a:extLst>
                </p:cNvPr>
                <p:cNvSpPr txBox="1"/>
                <p:nvPr/>
              </p:nvSpPr>
              <p:spPr>
                <a:xfrm>
                  <a:off x="4076927" y="1191955"/>
                  <a:ext cx="2188390" cy="198268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2D6D6A2C-4CFD-5A57-0016-1F2174893B7A}"/>
                  </a:ext>
                </a:extLst>
              </p:cNvPr>
              <p:cNvSpPr/>
              <p:nvPr/>
            </p:nvSpPr>
            <p:spPr>
              <a:xfrm>
                <a:off x="7117283" y="1568455"/>
                <a:ext cx="359419" cy="148281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B5759519-2CD8-9675-4830-EEBC2CD3823B}"/>
              </a:ext>
            </a:extLst>
          </p:cNvPr>
          <p:cNvGrpSpPr/>
          <p:nvPr/>
        </p:nvGrpSpPr>
        <p:grpSpPr>
          <a:xfrm>
            <a:off x="6344854" y="5340613"/>
            <a:ext cx="3216764" cy="620919"/>
            <a:chOff x="6338274" y="1138420"/>
            <a:chExt cx="3216764" cy="620919"/>
          </a:xfrm>
        </p:grpSpPr>
        <p:grpSp>
          <p:nvGrpSpPr>
            <p:cNvPr id="348" name="그룹 347">
              <a:extLst>
                <a:ext uri="{FF2B5EF4-FFF2-40B4-BE49-F238E27FC236}">
                  <a16:creationId xmlns:a16="http://schemas.microsoft.com/office/drawing/2014/main" id="{9FA1D73C-BD07-D41E-F769-C8E5183FF542}"/>
                </a:ext>
              </a:extLst>
            </p:cNvPr>
            <p:cNvGrpSpPr/>
            <p:nvPr/>
          </p:nvGrpSpPr>
          <p:grpSpPr>
            <a:xfrm>
              <a:off x="7512920" y="1143786"/>
              <a:ext cx="2042118" cy="615553"/>
              <a:chOff x="7512920" y="1143786"/>
              <a:chExt cx="2042118" cy="615553"/>
            </a:xfrm>
          </p:grpSpPr>
          <p:grpSp>
            <p:nvGrpSpPr>
              <p:cNvPr id="357" name="그룹 356">
                <a:extLst>
                  <a:ext uri="{FF2B5EF4-FFF2-40B4-BE49-F238E27FC236}">
                    <a16:creationId xmlns:a16="http://schemas.microsoft.com/office/drawing/2014/main" id="{6D4B1DF0-D8B5-5C02-8914-67D006D01F3E}"/>
                  </a:ext>
                </a:extLst>
              </p:cNvPr>
              <p:cNvGrpSpPr/>
              <p:nvPr/>
            </p:nvGrpSpPr>
            <p:grpSpPr>
              <a:xfrm>
                <a:off x="9448559" y="1162929"/>
                <a:ext cx="106479" cy="196636"/>
                <a:chOff x="2855796" y="3833936"/>
                <a:chExt cx="106479" cy="196636"/>
              </a:xfrm>
            </p:grpSpPr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50BFBB8F-3680-F8C9-7D66-DF5A298FB8A0}"/>
                    </a:ext>
                  </a:extLst>
                </p:cNvPr>
                <p:cNvSpPr txBox="1"/>
                <p:nvPr/>
              </p:nvSpPr>
              <p:spPr>
                <a:xfrm>
                  <a:off x="2855796" y="3833936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5A4889A9-E2A8-7360-EBEF-37AB188CF75C}"/>
                    </a:ext>
                  </a:extLst>
                </p:cNvPr>
                <p:cNvSpPr txBox="1"/>
                <p:nvPr/>
              </p:nvSpPr>
              <p:spPr>
                <a:xfrm>
                  <a:off x="2855796" y="3869297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279C441B-5C8F-6A7D-197B-C9146A57B266}"/>
                    </a:ext>
                  </a:extLst>
                </p:cNvPr>
                <p:cNvSpPr txBox="1"/>
                <p:nvPr/>
              </p:nvSpPr>
              <p:spPr>
                <a:xfrm>
                  <a:off x="2855796" y="3907461"/>
                  <a:ext cx="106479" cy="123111"/>
                </a:xfrm>
                <a:prstGeom prst="rect">
                  <a:avLst/>
                </a:prstGeom>
                <a:noFill/>
              </p:spPr>
              <p:txBody>
                <a:bodyPr wrap="square" lIns="36000" tIns="0" rIns="36000" bIns="0" rtlCol="0" anchor="ctr" anchorCtr="0">
                  <a:spAutoFit/>
                </a:bodyPr>
                <a:lstStyle/>
                <a:p>
                  <a:r>
                    <a:rPr lang="ko-KR" altLang="en-US" sz="8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〮</a:t>
                  </a:r>
                  <a:endPara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</p:grpSp>
          <p:sp>
            <p:nvSpPr>
              <p:cNvPr id="358" name="TextBox 357">
                <a:extLst>
                  <a:ext uri="{FF2B5EF4-FFF2-40B4-BE49-F238E27FC236}">
                    <a16:creationId xmlns:a16="http://schemas.microsoft.com/office/drawing/2014/main" id="{BE9BB13C-B633-5D3C-347F-9BA263B4ADD5}"/>
                  </a:ext>
                </a:extLst>
              </p:cNvPr>
              <p:cNvSpPr txBox="1"/>
              <p:nvPr/>
            </p:nvSpPr>
            <p:spPr>
              <a:xfrm>
                <a:off x="7512920" y="1143786"/>
                <a:ext cx="1988878" cy="615553"/>
              </a:xfrm>
              <a:prstGeom prst="rect">
                <a:avLst/>
              </a:prstGeom>
              <a:noFill/>
            </p:spPr>
            <p:txBody>
              <a:bodyPr wrap="square" lIns="72000" rIns="72000" rtlCol="0">
                <a:spAutoFit/>
              </a:bodyPr>
              <a:lstStyle/>
              <a:p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경기교육지원청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, 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교육 공동체 역량 강화 프로그램 운영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#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영통구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#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공동체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..</a:t>
                </a: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경기도 교육청</a:t>
                </a:r>
                <a:endPara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조회수 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999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회 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 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개월 전</a:t>
                </a:r>
                <a:endPara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grpSp>
          <p:nvGrpSpPr>
            <p:cNvPr id="349" name="그룹 348">
              <a:extLst>
                <a:ext uri="{FF2B5EF4-FFF2-40B4-BE49-F238E27FC236}">
                  <a16:creationId xmlns:a16="http://schemas.microsoft.com/office/drawing/2014/main" id="{6D70088F-DF73-4062-306C-D8BFBCE7A4F5}"/>
                </a:ext>
              </a:extLst>
            </p:cNvPr>
            <p:cNvGrpSpPr/>
            <p:nvPr/>
          </p:nvGrpSpPr>
          <p:grpSpPr>
            <a:xfrm>
              <a:off x="6338274" y="1138420"/>
              <a:ext cx="1174646" cy="615553"/>
              <a:chOff x="6338274" y="1138420"/>
              <a:chExt cx="1174646" cy="615553"/>
            </a:xfrm>
          </p:grpSpPr>
          <p:grpSp>
            <p:nvGrpSpPr>
              <p:cNvPr id="350" name="그룹 349">
                <a:extLst>
                  <a:ext uri="{FF2B5EF4-FFF2-40B4-BE49-F238E27FC236}">
                    <a16:creationId xmlns:a16="http://schemas.microsoft.com/office/drawing/2014/main" id="{B1A157C0-550F-5A06-6A60-1ADFEC4548E1}"/>
                  </a:ext>
                </a:extLst>
              </p:cNvPr>
              <p:cNvGrpSpPr/>
              <p:nvPr/>
            </p:nvGrpSpPr>
            <p:grpSpPr>
              <a:xfrm>
                <a:off x="6338274" y="1138420"/>
                <a:ext cx="1174646" cy="615553"/>
                <a:chOff x="4076927" y="978229"/>
                <a:chExt cx="2207986" cy="623266"/>
              </a:xfrm>
            </p:grpSpPr>
            <p:grpSp>
              <p:nvGrpSpPr>
                <p:cNvPr id="352" name="그룹 351">
                  <a:extLst>
                    <a:ext uri="{FF2B5EF4-FFF2-40B4-BE49-F238E27FC236}">
                      <a16:creationId xmlns:a16="http://schemas.microsoft.com/office/drawing/2014/main" id="{0B5E86DD-E3A2-7668-3B79-3DBEA5341D6A}"/>
                    </a:ext>
                  </a:extLst>
                </p:cNvPr>
                <p:cNvGrpSpPr/>
                <p:nvPr/>
              </p:nvGrpSpPr>
              <p:grpSpPr>
                <a:xfrm>
                  <a:off x="4076930" y="978229"/>
                  <a:ext cx="2207983" cy="623266"/>
                  <a:chOff x="3458512" y="4806727"/>
                  <a:chExt cx="840041" cy="914400"/>
                </a:xfrm>
              </p:grpSpPr>
              <p:sp>
                <p:nvSpPr>
                  <p:cNvPr id="354" name="직사각형 353">
                    <a:extLst>
                      <a:ext uri="{FF2B5EF4-FFF2-40B4-BE49-F238E27FC236}">
                        <a16:creationId xmlns:a16="http://schemas.microsoft.com/office/drawing/2014/main" id="{D13AF523-DFB4-9CC7-C1C1-6C678DE87B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58512" y="4806727"/>
                    <a:ext cx="84004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55" name="직선 연결선 354">
                    <a:extLst>
                      <a:ext uri="{FF2B5EF4-FFF2-40B4-BE49-F238E27FC236}">
                        <a16:creationId xmlns:a16="http://schemas.microsoft.com/office/drawing/2014/main" id="{75C2B30D-1C28-B26D-2A6B-963A6E36A8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56" name="직선 연결선 355">
                    <a:extLst>
                      <a:ext uri="{FF2B5EF4-FFF2-40B4-BE49-F238E27FC236}">
                        <a16:creationId xmlns:a16="http://schemas.microsoft.com/office/drawing/2014/main" id="{7BF85E3E-7A90-7930-CD28-8363AFB178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53" name="TextBox 352">
                  <a:extLst>
                    <a:ext uri="{FF2B5EF4-FFF2-40B4-BE49-F238E27FC236}">
                      <a16:creationId xmlns:a16="http://schemas.microsoft.com/office/drawing/2014/main" id="{235F27CD-35A8-FA94-8F1E-A5D4AF7E9C1C}"/>
                    </a:ext>
                  </a:extLst>
                </p:cNvPr>
                <p:cNvSpPr txBox="1"/>
                <p:nvPr/>
              </p:nvSpPr>
              <p:spPr>
                <a:xfrm>
                  <a:off x="4076927" y="1191955"/>
                  <a:ext cx="2188390" cy="198268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51" name="직사각형 350">
                <a:extLst>
                  <a:ext uri="{FF2B5EF4-FFF2-40B4-BE49-F238E27FC236}">
                    <a16:creationId xmlns:a16="http://schemas.microsoft.com/office/drawing/2014/main" id="{77D6A7C4-96C7-5808-9283-638D3E49CEC0}"/>
                  </a:ext>
                </a:extLst>
              </p:cNvPr>
              <p:cNvSpPr/>
              <p:nvPr/>
            </p:nvSpPr>
            <p:spPr>
              <a:xfrm>
                <a:off x="7117283" y="1568455"/>
                <a:ext cx="359419" cy="148281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  <p:sp>
        <p:nvSpPr>
          <p:cNvPr id="362" name="TextBox 361">
            <a:extLst>
              <a:ext uri="{FF2B5EF4-FFF2-40B4-BE49-F238E27FC236}">
                <a16:creationId xmlns:a16="http://schemas.microsoft.com/office/drawing/2014/main" id="{B7961A13-0A28-0808-9470-79A08AFA5912}"/>
              </a:ext>
            </a:extLst>
          </p:cNvPr>
          <p:cNvSpPr txBox="1"/>
          <p:nvPr/>
        </p:nvSpPr>
        <p:spPr>
          <a:xfrm>
            <a:off x="5911323" y="3283570"/>
            <a:ext cx="377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고딕" pitchFamily="2" charset="-127"/>
                <a:ea typeface="나눔고딕" pitchFamily="2" charset="-127"/>
              </a:rPr>
              <a:t>♥</a:t>
            </a:r>
          </a:p>
        </p:txBody>
      </p:sp>
      <p:pic>
        <p:nvPicPr>
          <p:cNvPr id="364" name="그래픽 363" descr="반시계 방향으로 굽은 화살표">
            <a:extLst>
              <a:ext uri="{FF2B5EF4-FFF2-40B4-BE49-F238E27FC236}">
                <a16:creationId xmlns:a16="http://schemas.microsoft.com/office/drawing/2014/main" id="{2B2A0B34-3C46-4275-AE68-C94E71D2C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5668975" y="3361054"/>
            <a:ext cx="273706" cy="259156"/>
          </a:xfrm>
          <a:prstGeom prst="rect">
            <a:avLst/>
          </a:prstGeom>
        </p:spPr>
      </p:pic>
      <p:grpSp>
        <p:nvGrpSpPr>
          <p:cNvPr id="365" name="그룹 364">
            <a:extLst>
              <a:ext uri="{FF2B5EF4-FFF2-40B4-BE49-F238E27FC236}">
                <a16:creationId xmlns:a16="http://schemas.microsoft.com/office/drawing/2014/main" id="{9B3534F3-5491-8052-8855-D571C9B5DB41}"/>
              </a:ext>
            </a:extLst>
          </p:cNvPr>
          <p:cNvGrpSpPr/>
          <p:nvPr/>
        </p:nvGrpSpPr>
        <p:grpSpPr>
          <a:xfrm>
            <a:off x="8005157" y="5013730"/>
            <a:ext cx="243978" cy="444787"/>
            <a:chOff x="3169920" y="2849880"/>
            <a:chExt cx="243978" cy="444787"/>
          </a:xfrm>
        </p:grpSpPr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77D81A73-2FDF-3D5E-ECB7-985681719D2C}"/>
                </a:ext>
              </a:extLst>
            </p:cNvPr>
            <p:cNvSpPr txBox="1"/>
            <p:nvPr/>
          </p:nvSpPr>
          <p:spPr>
            <a:xfrm>
              <a:off x="3169920" y="284988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950E2C9B-1C64-7807-36D9-201D7D7869C1}"/>
                </a:ext>
              </a:extLst>
            </p:cNvPr>
            <p:cNvSpPr txBox="1"/>
            <p:nvPr/>
          </p:nvSpPr>
          <p:spPr>
            <a:xfrm>
              <a:off x="3169920" y="2918385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DA176380-B111-6985-2681-B834277DDF37}"/>
                </a:ext>
              </a:extLst>
            </p:cNvPr>
            <p:cNvSpPr txBox="1"/>
            <p:nvPr/>
          </p:nvSpPr>
          <p:spPr>
            <a:xfrm>
              <a:off x="3169920" y="298689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</p:grpSp>
      <p:sp>
        <p:nvSpPr>
          <p:cNvPr id="369" name="사각형: 둥근 모서리 368">
            <a:extLst>
              <a:ext uri="{FF2B5EF4-FFF2-40B4-BE49-F238E27FC236}">
                <a16:creationId xmlns:a16="http://schemas.microsoft.com/office/drawing/2014/main" id="{BBCF075A-E59A-85F3-5BE9-A820AE769259}"/>
              </a:ext>
            </a:extLst>
          </p:cNvPr>
          <p:cNvSpPr/>
          <p:nvPr/>
        </p:nvSpPr>
        <p:spPr>
          <a:xfrm>
            <a:off x="7721600" y="5991667"/>
            <a:ext cx="811092" cy="22762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더보기</a:t>
            </a:r>
            <a:endParaRPr lang="ko-KR" altLang="en-US" sz="9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D8E7684-C2D4-4891-5F22-8B4AD2C3B9B3}"/>
              </a:ext>
            </a:extLst>
          </p:cNvPr>
          <p:cNvSpPr/>
          <p:nvPr/>
        </p:nvSpPr>
        <p:spPr>
          <a:xfrm>
            <a:off x="1441493" y="392646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28335B-D637-2DFA-4BCC-53E7C2C61813}"/>
              </a:ext>
            </a:extLst>
          </p:cNvPr>
          <p:cNvSpPr/>
          <p:nvPr/>
        </p:nvSpPr>
        <p:spPr>
          <a:xfrm>
            <a:off x="1509426" y="1053212"/>
            <a:ext cx="4726205" cy="2865121"/>
          </a:xfrm>
          <a:prstGeom prst="rect">
            <a:avLst/>
          </a:prstGeom>
          <a:noFill/>
          <a:ln w="31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CE9CD65-EC8B-E6E2-A0C0-9C65BE31385C}"/>
              </a:ext>
            </a:extLst>
          </p:cNvPr>
          <p:cNvSpPr/>
          <p:nvPr/>
        </p:nvSpPr>
        <p:spPr>
          <a:xfrm>
            <a:off x="1441493" y="106016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3F0E889-28E7-AA81-2BDC-AC0C1D8188EE}"/>
              </a:ext>
            </a:extLst>
          </p:cNvPr>
          <p:cNvSpPr/>
          <p:nvPr/>
        </p:nvSpPr>
        <p:spPr>
          <a:xfrm>
            <a:off x="1555702" y="33164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E6A5B9B0-7935-25AD-2E56-9078FF2F13CC}"/>
              </a:ext>
            </a:extLst>
          </p:cNvPr>
          <p:cNvSpPr/>
          <p:nvPr/>
        </p:nvSpPr>
        <p:spPr>
          <a:xfrm>
            <a:off x="6297292" y="82455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72444D-4E81-D4CA-54F9-C0EDB1739F25}"/>
              </a:ext>
            </a:extLst>
          </p:cNvPr>
          <p:cNvSpPr txBox="1"/>
          <p:nvPr/>
        </p:nvSpPr>
        <p:spPr>
          <a:xfrm>
            <a:off x="4975224" y="809473"/>
            <a:ext cx="12563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평점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★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4.7</a:t>
            </a:r>
            <a:endParaRPr lang="ko-KR" altLang="en-US" sz="100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4EEE771-B7A7-47B1-AF32-1EDAB5D55C59}"/>
              </a:ext>
            </a:extLst>
          </p:cNvPr>
          <p:cNvSpPr/>
          <p:nvPr/>
        </p:nvSpPr>
        <p:spPr>
          <a:xfrm>
            <a:off x="5307010" y="80010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93B35-7FD4-9B0D-51DC-D8CDF6FE62F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112063-44FC-FDDA-064C-995F8E1901FF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콘텐츠 상세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975487-AD89-0683-C526-EE1C2294A314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V-HCR-02-002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9020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A8CDC14-8887-AB26-BD66-B4F119ACF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C983A095-600C-45BA-5750-EB6D4A852408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62CC678-C905-FA78-92B0-18FBCF28308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9C999C7F-DDEB-6A31-081E-204ECD1DB27E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560E4F20-F5A9-C611-A069-61B3D4E92305}"/>
              </a:ext>
            </a:extLst>
          </p:cNvPr>
          <p:cNvGraphicFramePr/>
          <p:nvPr/>
        </p:nvGraphicFramePr>
        <p:xfrm>
          <a:off x="9655174" y="276226"/>
          <a:ext cx="2532687" cy="5457503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평가 출력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정렬 조건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낮은순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최신순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Default: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및 평가내용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작성자 사진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(id),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평가내용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페이지에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행까지 출력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콘텐츠 평가 영역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2-1.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평가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별점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선택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2-2. 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내용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2-3.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확인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입력된 평가 내용이 위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  목록에 저장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2-4.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신고하기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endParaRPr lang="en-US" altLang="ko-KR" sz="800" b="1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808575"/>
                  </a:ext>
                </a:extLst>
              </a:tr>
              <a:tr h="2797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1100" b="0" i="0" u="none" strike="noStrike" cap="none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21120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05800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8406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0999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88056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BE85E3DA-E70C-A557-9E70-7B34381C62BD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508BF2-E0A6-467D-5FA3-8F2CC9B79BFA}"/>
              </a:ext>
            </a:extLst>
          </p:cNvPr>
          <p:cNvSpPr/>
          <p:nvPr/>
        </p:nvSpPr>
        <p:spPr>
          <a:xfrm>
            <a:off x="4388253" y="4374289"/>
            <a:ext cx="2304000" cy="324000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평가 등록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FBE16A-DFFA-37E9-4781-FE9659E77A44}"/>
              </a:ext>
            </a:extLst>
          </p:cNvPr>
          <p:cNvSpPr txBox="1"/>
          <p:nvPr/>
        </p:nvSpPr>
        <p:spPr>
          <a:xfrm>
            <a:off x="8374063" y="3393609"/>
            <a:ext cx="1143000" cy="2831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평점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: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★★★★☆</a:t>
            </a:r>
            <a:endParaRPr lang="en-US" altLang="ko-KR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5897E2-A57E-BDCD-E0B3-6A68569DC65C}"/>
              </a:ext>
            </a:extLst>
          </p:cNvPr>
          <p:cNvSpPr/>
          <p:nvPr/>
        </p:nvSpPr>
        <p:spPr>
          <a:xfrm>
            <a:off x="1556263" y="3681822"/>
            <a:ext cx="7960800" cy="559332"/>
          </a:xfrm>
          <a:prstGeom prst="rect">
            <a:avLst/>
          </a:prstGeom>
          <a:solidFill>
            <a:srgbClr val="F2F2F2">
              <a:alpha val="30196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나눔고딕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D119B-D215-EFE1-5ED6-A5FEC66857DC}"/>
              </a:ext>
            </a:extLst>
          </p:cNvPr>
          <p:cNvSpPr txBox="1"/>
          <p:nvPr/>
        </p:nvSpPr>
        <p:spPr>
          <a:xfrm>
            <a:off x="1487489" y="3432098"/>
            <a:ext cx="3327400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콘텐츠 평가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7F158A6-A07A-7368-FCC5-D0CFC4015395}"/>
              </a:ext>
            </a:extLst>
          </p:cNvPr>
          <p:cNvGrpSpPr/>
          <p:nvPr/>
        </p:nvGrpSpPr>
        <p:grpSpPr>
          <a:xfrm>
            <a:off x="1540632" y="1856586"/>
            <a:ext cx="7903406" cy="906092"/>
            <a:chOff x="1540632" y="5487809"/>
            <a:chExt cx="7903406" cy="906092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9B678D1D-8ED3-5C24-EA95-D62B1E86AE62}"/>
                </a:ext>
              </a:extLst>
            </p:cNvPr>
            <p:cNvGrpSpPr/>
            <p:nvPr/>
          </p:nvGrpSpPr>
          <p:grpSpPr>
            <a:xfrm>
              <a:off x="1551721" y="5487809"/>
              <a:ext cx="2340215" cy="471860"/>
              <a:chOff x="1551721" y="5276792"/>
              <a:chExt cx="2340215" cy="471860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64F49C4-6C9D-86BA-9903-EE84A85C8075}"/>
                  </a:ext>
                </a:extLst>
              </p:cNvPr>
              <p:cNvSpPr txBox="1"/>
              <p:nvPr/>
            </p:nvSpPr>
            <p:spPr>
              <a:xfrm>
                <a:off x="1899442" y="5276792"/>
                <a:ext cx="1992494" cy="47186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★★★★☆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4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김*동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(kim7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*****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) 2026-03-16  </a:t>
                </a:r>
              </a:p>
            </p:txBody>
          </p: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3CCE431D-604D-612F-F49C-3F9E4DA824E5}"/>
                  </a:ext>
                </a:extLst>
              </p:cNvPr>
              <p:cNvGrpSpPr/>
              <p:nvPr/>
            </p:nvGrpSpPr>
            <p:grpSpPr>
              <a:xfrm>
                <a:off x="1551721" y="5367431"/>
                <a:ext cx="378678" cy="376824"/>
                <a:chOff x="7252700" y="1491544"/>
                <a:chExt cx="395262" cy="330917"/>
              </a:xfrm>
            </p:grpSpPr>
            <p:sp>
              <p:nvSpPr>
                <p:cNvPr id="30" name="사각형: 둥근 모서리 29">
                  <a:extLst>
                    <a:ext uri="{FF2B5EF4-FFF2-40B4-BE49-F238E27FC236}">
                      <a16:creationId xmlns:a16="http://schemas.microsoft.com/office/drawing/2014/main" id="{B026BD75-9E0C-C3C1-88D4-E7EBB6F39FD2}"/>
                    </a:ext>
                  </a:extLst>
                </p:cNvPr>
                <p:cNvSpPr/>
                <p:nvPr/>
              </p:nvSpPr>
              <p:spPr>
                <a:xfrm>
                  <a:off x="7252700" y="1491544"/>
                  <a:ext cx="363780" cy="313441"/>
                </a:xfrm>
                <a:prstGeom prst="roundRect">
                  <a:avLst>
                    <a:gd name="adj" fmla="val 12547"/>
                  </a:avLst>
                </a:prstGeom>
                <a:solidFill>
                  <a:srgbClr val="F2F2F2">
                    <a:alpha val="50196"/>
                  </a:srgbClr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rIns="108000" rtlCol="0" anchor="ctr"/>
                <a:lstStyle/>
                <a:p>
                  <a:endParaRPr lang="ko-KR" altLang="en-US" sz="1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pic>
              <p:nvPicPr>
                <p:cNvPr id="31" name="그래픽 30" descr="사용자">
                  <a:extLst>
                    <a:ext uri="{FF2B5EF4-FFF2-40B4-BE49-F238E27FC236}">
                      <a16:creationId xmlns:a16="http://schemas.microsoft.com/office/drawing/2014/main" id="{8544675F-3B51-EDC7-C521-A8CFA38266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52701" y="1507343"/>
                  <a:ext cx="395261" cy="315118"/>
                </a:xfrm>
                <a:prstGeom prst="rect">
                  <a:avLst/>
                </a:prstGeom>
              </p:spPr>
            </p:pic>
          </p:grp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2E88FF-E525-95CF-AD76-2A4FA15C1482}"/>
                </a:ext>
              </a:extLst>
            </p:cNvPr>
            <p:cNvSpPr txBox="1"/>
            <p:nvPr/>
          </p:nvSpPr>
          <p:spPr>
            <a:xfrm>
              <a:off x="1540632" y="5970515"/>
              <a:ext cx="7903406" cy="423386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체계적인 학습자료를 제공해 주셔서 생각보다 짧은 시간에 부족한 생활교육 역량을 향상시키는데 많은 도움이 되었습니다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관련영상들도 이번에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학습모듈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구성할때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활용하면 참 좋을 것 같아요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8402140-7C1A-B75F-EC2F-28B68C013933}"/>
              </a:ext>
            </a:extLst>
          </p:cNvPr>
          <p:cNvGrpSpPr/>
          <p:nvPr/>
        </p:nvGrpSpPr>
        <p:grpSpPr>
          <a:xfrm>
            <a:off x="5410449" y="1556336"/>
            <a:ext cx="243978" cy="444787"/>
            <a:chOff x="3169920" y="2849880"/>
            <a:chExt cx="243978" cy="44478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D48A34E-866E-B880-4503-DFD8BC11CFE9}"/>
                </a:ext>
              </a:extLst>
            </p:cNvPr>
            <p:cNvSpPr txBox="1"/>
            <p:nvPr/>
          </p:nvSpPr>
          <p:spPr>
            <a:xfrm>
              <a:off x="3169920" y="284988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16F7C89-4AE1-1F85-E38C-1A010F0A3D16}"/>
                </a:ext>
              </a:extLst>
            </p:cNvPr>
            <p:cNvSpPr txBox="1"/>
            <p:nvPr/>
          </p:nvSpPr>
          <p:spPr>
            <a:xfrm>
              <a:off x="3169920" y="2918385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24F6CF2-5C48-D224-0EEF-68A92E76D9E7}"/>
                </a:ext>
              </a:extLst>
            </p:cNvPr>
            <p:cNvSpPr txBox="1"/>
            <p:nvPr/>
          </p:nvSpPr>
          <p:spPr>
            <a:xfrm>
              <a:off x="3169920" y="298689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FA6A20D-8A6D-F561-EFAC-C9BE1264B89B}"/>
              </a:ext>
            </a:extLst>
          </p:cNvPr>
          <p:cNvGrpSpPr/>
          <p:nvPr/>
        </p:nvGrpSpPr>
        <p:grpSpPr>
          <a:xfrm>
            <a:off x="9462621" y="3708106"/>
            <a:ext cx="18001" cy="504000"/>
            <a:chOff x="9231725" y="2171522"/>
            <a:chExt cx="36001" cy="792000"/>
          </a:xfrm>
        </p:grpSpPr>
        <p:sp>
          <p:nvSpPr>
            <p:cNvPr id="37" name="Track">
              <a:extLst>
                <a:ext uri="{FF2B5EF4-FFF2-40B4-BE49-F238E27FC236}">
                  <a16:creationId xmlns:a16="http://schemas.microsoft.com/office/drawing/2014/main" id="{706E588C-DDE4-45EE-83B2-6BBA692E0030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Track">
              <a:extLst>
                <a:ext uri="{FF2B5EF4-FFF2-40B4-BE49-F238E27FC236}">
                  <a16:creationId xmlns:a16="http://schemas.microsoft.com/office/drawing/2014/main" id="{949AD972-8AEA-9A8F-546E-963E2DF93D2A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0" name="모서리가 둥근 직사각형 53">
            <a:extLst>
              <a:ext uri="{FF2B5EF4-FFF2-40B4-BE49-F238E27FC236}">
                <a16:creationId xmlns:a16="http://schemas.microsoft.com/office/drawing/2014/main" id="{905D508D-4BD2-D46C-7BB6-524277C05D18}"/>
              </a:ext>
            </a:extLst>
          </p:cNvPr>
          <p:cNvSpPr/>
          <p:nvPr/>
        </p:nvSpPr>
        <p:spPr>
          <a:xfrm>
            <a:off x="8802406" y="4374289"/>
            <a:ext cx="720000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신고하기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C96C1A8-A2B3-6B2B-BDDC-CBCF4CD9A140}"/>
              </a:ext>
            </a:extLst>
          </p:cNvPr>
          <p:cNvCxnSpPr>
            <a:cxnSpLocks/>
          </p:cNvCxnSpPr>
          <p:nvPr/>
        </p:nvCxnSpPr>
        <p:spPr>
          <a:xfrm>
            <a:off x="1487488" y="698835"/>
            <a:ext cx="81010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04D6E64-3852-EA66-1CEB-3F90A78E54DF}"/>
              </a:ext>
            </a:extLst>
          </p:cNvPr>
          <p:cNvSpPr txBox="1"/>
          <p:nvPr/>
        </p:nvSpPr>
        <p:spPr>
          <a:xfrm>
            <a:off x="1487489" y="447436"/>
            <a:ext cx="3327400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000" b="1" dirty="0" err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평가 </a:t>
            </a:r>
            <a:r>
              <a:rPr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(23</a:t>
            </a:r>
            <a:r>
              <a:rPr lang="ko-KR" altLang="en-US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건</a:t>
            </a:r>
            <a:r>
              <a:rPr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35BBCD6-4F8A-E89B-1884-C96AE17001A3}"/>
              </a:ext>
            </a:extLst>
          </p:cNvPr>
          <p:cNvGrpSpPr/>
          <p:nvPr/>
        </p:nvGrpSpPr>
        <p:grpSpPr>
          <a:xfrm>
            <a:off x="1540632" y="743869"/>
            <a:ext cx="7903406" cy="906092"/>
            <a:chOff x="1540632" y="5487809"/>
            <a:chExt cx="7903406" cy="90609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27D7932F-A423-ADA1-FF76-C3618DDE9682}"/>
                </a:ext>
              </a:extLst>
            </p:cNvPr>
            <p:cNvGrpSpPr/>
            <p:nvPr/>
          </p:nvGrpSpPr>
          <p:grpSpPr>
            <a:xfrm>
              <a:off x="1551721" y="5487809"/>
              <a:ext cx="2340215" cy="471860"/>
              <a:chOff x="1551721" y="5276792"/>
              <a:chExt cx="2340215" cy="471860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2234E0A-C835-A686-26C6-5B21CE8D6149}"/>
                  </a:ext>
                </a:extLst>
              </p:cNvPr>
              <p:cNvSpPr txBox="1"/>
              <p:nvPr/>
            </p:nvSpPr>
            <p:spPr>
              <a:xfrm>
                <a:off x="1899442" y="5276792"/>
                <a:ext cx="1992494" cy="47186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★★★★★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5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윤*습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(</a:t>
                </a:r>
                <a:r>
                  <a:rPr lang="en-US" altLang="ko-KR" sz="900" dirty="0" err="1">
                    <a:latin typeface="나눔고딕" pitchFamily="2" charset="-127"/>
                    <a:ea typeface="나눔고딕" pitchFamily="2" charset="-127"/>
                  </a:rPr>
                  <a:t>amer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*****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) 2026-03-16  </a:t>
                </a:r>
              </a:p>
            </p:txBody>
          </p: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0704BD7D-F887-3F17-7E32-62CE9E046822}"/>
                  </a:ext>
                </a:extLst>
              </p:cNvPr>
              <p:cNvGrpSpPr/>
              <p:nvPr/>
            </p:nvGrpSpPr>
            <p:grpSpPr>
              <a:xfrm>
                <a:off x="1551721" y="5367431"/>
                <a:ext cx="378678" cy="376824"/>
                <a:chOff x="7252700" y="1491544"/>
                <a:chExt cx="395262" cy="330917"/>
              </a:xfrm>
            </p:grpSpPr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7B22FE0A-A909-7F60-B6EE-3E97F7B369DA}"/>
                    </a:ext>
                  </a:extLst>
                </p:cNvPr>
                <p:cNvSpPr/>
                <p:nvPr/>
              </p:nvSpPr>
              <p:spPr>
                <a:xfrm>
                  <a:off x="7252700" y="1491544"/>
                  <a:ext cx="363780" cy="313441"/>
                </a:xfrm>
                <a:prstGeom prst="roundRect">
                  <a:avLst>
                    <a:gd name="adj" fmla="val 12547"/>
                  </a:avLst>
                </a:prstGeom>
                <a:solidFill>
                  <a:srgbClr val="F2F2F2">
                    <a:alpha val="50196"/>
                  </a:srgbClr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rIns="108000" rtlCol="0" anchor="ctr"/>
                <a:lstStyle/>
                <a:p>
                  <a:endParaRPr lang="ko-KR" altLang="en-US" sz="1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pic>
              <p:nvPicPr>
                <p:cNvPr id="49" name="그래픽 48" descr="사용자">
                  <a:extLst>
                    <a:ext uri="{FF2B5EF4-FFF2-40B4-BE49-F238E27FC236}">
                      <a16:creationId xmlns:a16="http://schemas.microsoft.com/office/drawing/2014/main" id="{BC60B0A2-42C8-0BF4-5CF0-9132109609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52701" y="1507343"/>
                  <a:ext cx="395261" cy="315118"/>
                </a:xfrm>
                <a:prstGeom prst="rect">
                  <a:avLst/>
                </a:prstGeom>
              </p:spPr>
            </p:pic>
          </p:grp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EA6B114-36AD-3614-E37C-433AE5F15F8A}"/>
                </a:ext>
              </a:extLst>
            </p:cNvPr>
            <p:cNvSpPr txBox="1"/>
            <p:nvPr/>
          </p:nvSpPr>
          <p:spPr>
            <a:xfrm>
              <a:off x="1540632" y="5970515"/>
              <a:ext cx="7903406" cy="423386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제가 찾던 학습 공동체 활동 관련 교육 콘텐츠 였어요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^^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감사합니다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이곳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하이코칭에서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다양한 관련 영상 자료로 학습도 하고 필요할 때 마다 찾아 볼 수 도 있어서 너무너무 좋습니다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 </a:t>
              </a:r>
              <a:endParaRPr lang="en-US" altLang="ko-KR" sz="900" dirty="0">
                <a:latin typeface="나눔고딕" pitchFamily="2" charset="-127"/>
                <a:ea typeface="나눔고딕" pitchFamily="2" charset="-127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C293CE77-9236-5A18-D064-C8EF6905EFDA}"/>
              </a:ext>
            </a:extLst>
          </p:cNvPr>
          <p:cNvSpPr txBox="1"/>
          <p:nvPr/>
        </p:nvSpPr>
        <p:spPr>
          <a:xfrm>
            <a:off x="7401169" y="450662"/>
            <a:ext cx="2116995" cy="25109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</a:t>
            </a: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평점 </a:t>
            </a:r>
            <a:r>
              <a:rPr lang="ko-KR" altLang="en-US" sz="900" b="1" dirty="0" err="1">
                <a:latin typeface="나눔고딕" pitchFamily="2" charset="-127"/>
                <a:ea typeface="나눔고딕" pitchFamily="2" charset="-127"/>
              </a:rPr>
              <a:t>높은순</a:t>
            </a: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평점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낮은순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최신순</a:t>
            </a:r>
            <a:endParaRPr lang="en-US" altLang="ko-KR" sz="900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2" name="Pagination">
            <a:extLst>
              <a:ext uri="{FF2B5EF4-FFF2-40B4-BE49-F238E27FC236}">
                <a16:creationId xmlns:a16="http://schemas.microsoft.com/office/drawing/2014/main" id="{F443D3B7-DBC0-F7F8-D917-110CA53182E4}"/>
              </a:ext>
            </a:extLst>
          </p:cNvPr>
          <p:cNvGrpSpPr/>
          <p:nvPr/>
        </p:nvGrpSpPr>
        <p:grpSpPr>
          <a:xfrm>
            <a:off x="3701409" y="3144206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3" name="Previous">
              <a:extLst>
                <a:ext uri="{FF2B5EF4-FFF2-40B4-BE49-F238E27FC236}">
                  <a16:creationId xmlns:a16="http://schemas.microsoft.com/office/drawing/2014/main" id="{5FDB573D-4697-AF4A-81DC-7204B035393F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11" name="Page 1">
              <a:extLst>
                <a:ext uri="{FF2B5EF4-FFF2-40B4-BE49-F238E27FC236}">
                  <a16:creationId xmlns:a16="http://schemas.microsoft.com/office/drawing/2014/main" id="{323550B4-D845-F992-DF0B-190E240037BF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2" name="Page 2">
              <a:extLst>
                <a:ext uri="{FF2B5EF4-FFF2-40B4-BE49-F238E27FC236}">
                  <a16:creationId xmlns:a16="http://schemas.microsoft.com/office/drawing/2014/main" id="{028446F9-D1A3-EB8B-8220-1419174B41C3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13" name="Page 3">
              <a:extLst>
                <a:ext uri="{FF2B5EF4-FFF2-40B4-BE49-F238E27FC236}">
                  <a16:creationId xmlns:a16="http://schemas.microsoft.com/office/drawing/2014/main" id="{30E3ADCA-0384-A436-169F-439E5DCCEF2B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4" name="Page 4">
              <a:extLst>
                <a:ext uri="{FF2B5EF4-FFF2-40B4-BE49-F238E27FC236}">
                  <a16:creationId xmlns:a16="http://schemas.microsoft.com/office/drawing/2014/main" id="{30825476-1639-B2B4-F7A8-8DD35BA944ED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15" name="Page 5">
              <a:extLst>
                <a:ext uri="{FF2B5EF4-FFF2-40B4-BE49-F238E27FC236}">
                  <a16:creationId xmlns:a16="http://schemas.microsoft.com/office/drawing/2014/main" id="{4F72E046-D723-7762-69F6-9A17B576BFED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16" name="Next">
              <a:extLst>
                <a:ext uri="{FF2B5EF4-FFF2-40B4-BE49-F238E27FC236}">
                  <a16:creationId xmlns:a16="http://schemas.microsoft.com/office/drawing/2014/main" id="{C655E11A-3212-4FE3-6323-93070E2C4FFF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17" name="Page 1">
              <a:extLst>
                <a:ext uri="{FF2B5EF4-FFF2-40B4-BE49-F238E27FC236}">
                  <a16:creationId xmlns:a16="http://schemas.microsoft.com/office/drawing/2014/main" id="{7CDB36F3-CE1D-C180-E7B9-F4B72691797F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18" name="Page 2">
              <a:extLst>
                <a:ext uri="{FF2B5EF4-FFF2-40B4-BE49-F238E27FC236}">
                  <a16:creationId xmlns:a16="http://schemas.microsoft.com/office/drawing/2014/main" id="{FFDC8D08-2A6F-0B2C-9DDD-1416E884409E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19" name="Page 3">
              <a:extLst>
                <a:ext uri="{FF2B5EF4-FFF2-40B4-BE49-F238E27FC236}">
                  <a16:creationId xmlns:a16="http://schemas.microsoft.com/office/drawing/2014/main" id="{613AB87E-DF0A-A2A6-B7BF-0CE181F3F72A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0" name="Page 4">
              <a:extLst>
                <a:ext uri="{FF2B5EF4-FFF2-40B4-BE49-F238E27FC236}">
                  <a16:creationId xmlns:a16="http://schemas.microsoft.com/office/drawing/2014/main" id="{BEE47BFF-4F00-F369-A250-A2FE9E650AB0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21" name="Page 5">
              <a:extLst>
                <a:ext uri="{FF2B5EF4-FFF2-40B4-BE49-F238E27FC236}">
                  <a16:creationId xmlns:a16="http://schemas.microsoft.com/office/drawing/2014/main" id="{46C3455B-BEAD-C5F3-EA58-B5CC29F37B91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2" name="Page 5">
              <a:extLst>
                <a:ext uri="{FF2B5EF4-FFF2-40B4-BE49-F238E27FC236}">
                  <a16:creationId xmlns:a16="http://schemas.microsoft.com/office/drawing/2014/main" id="{14914363-46C0-3781-9208-34B153541D59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3" name="Page 2">
              <a:extLst>
                <a:ext uri="{FF2B5EF4-FFF2-40B4-BE49-F238E27FC236}">
                  <a16:creationId xmlns:a16="http://schemas.microsoft.com/office/drawing/2014/main" id="{30CD7B36-8615-2303-119C-469D9C705D71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24" name="타원 23">
            <a:extLst>
              <a:ext uri="{FF2B5EF4-FFF2-40B4-BE49-F238E27FC236}">
                <a16:creationId xmlns:a16="http://schemas.microsoft.com/office/drawing/2014/main" id="{8BD9D502-6B28-F481-8381-302A93A725B8}"/>
              </a:ext>
            </a:extLst>
          </p:cNvPr>
          <p:cNvSpPr/>
          <p:nvPr/>
        </p:nvSpPr>
        <p:spPr>
          <a:xfrm>
            <a:off x="1434759" y="41897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3253374-D682-B1FE-A6C6-EF82516A6085}"/>
              </a:ext>
            </a:extLst>
          </p:cNvPr>
          <p:cNvSpPr/>
          <p:nvPr/>
        </p:nvSpPr>
        <p:spPr>
          <a:xfrm>
            <a:off x="7510986" y="45691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>
            <a:noAutofit/>
          </a:bodyPr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0044140-6A7F-9C31-9C03-A5FD7C4EDCE5}"/>
              </a:ext>
            </a:extLst>
          </p:cNvPr>
          <p:cNvSpPr/>
          <p:nvPr/>
        </p:nvSpPr>
        <p:spPr>
          <a:xfrm>
            <a:off x="1470619" y="366181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BF795442-28A1-9EAF-5FA5-491CC33324CB}"/>
              </a:ext>
            </a:extLst>
          </p:cNvPr>
          <p:cNvSpPr/>
          <p:nvPr/>
        </p:nvSpPr>
        <p:spPr>
          <a:xfrm>
            <a:off x="1397673" y="340547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7BB8415E-51DD-9987-540F-64C6110DFCF0}"/>
              </a:ext>
            </a:extLst>
          </p:cNvPr>
          <p:cNvSpPr/>
          <p:nvPr/>
        </p:nvSpPr>
        <p:spPr>
          <a:xfrm>
            <a:off x="8420561" y="344851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EA4BE232-E04C-6F70-6D33-B1C0AEE3BCED}"/>
              </a:ext>
            </a:extLst>
          </p:cNvPr>
          <p:cNvSpPr/>
          <p:nvPr/>
        </p:nvSpPr>
        <p:spPr>
          <a:xfrm>
            <a:off x="4262558" y="431335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BACE2E7E-9D9A-3225-F6FA-F3E94541BDB4}"/>
              </a:ext>
            </a:extLst>
          </p:cNvPr>
          <p:cNvSpPr/>
          <p:nvPr/>
        </p:nvSpPr>
        <p:spPr>
          <a:xfrm>
            <a:off x="8674702" y="430769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646FC89-2727-9A67-5C6C-850C93407FB7}"/>
              </a:ext>
            </a:extLst>
          </p:cNvPr>
          <p:cNvSpPr/>
          <p:nvPr/>
        </p:nvSpPr>
        <p:spPr>
          <a:xfrm>
            <a:off x="1457111" y="762670"/>
            <a:ext cx="8115675" cy="2627435"/>
          </a:xfrm>
          <a:prstGeom prst="rect">
            <a:avLst/>
          </a:prstGeom>
          <a:noFill/>
          <a:ln w="31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844CB2F5-F28A-143A-7EB6-AA0D408CBBCB}"/>
              </a:ext>
            </a:extLst>
          </p:cNvPr>
          <p:cNvSpPr/>
          <p:nvPr/>
        </p:nvSpPr>
        <p:spPr>
          <a:xfrm>
            <a:off x="1388231" y="76412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>
            <a:noAutofit/>
          </a:bodyPr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6B13DB-B4C1-4BD0-6675-FBE65FC104F0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D5826B-DD03-98F1-3309-28E782C6A161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콘텐츠 상세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B1C03D-AB51-2440-389F-E27CC5EF4EDA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V-HCR-02-002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894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27316</TotalTime>
  <Words>1600</Words>
  <Application>Microsoft Office PowerPoint</Application>
  <PresentationFormat>와이드스크린</PresentationFormat>
  <Paragraphs>444</Paragraphs>
  <Slides>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8</vt:i4>
      </vt:variant>
    </vt:vector>
  </HeadingPairs>
  <TitlesOfParts>
    <vt:vector size="19" baseType="lpstr">
      <vt:lpstr>나눔고딕</vt:lpstr>
      <vt:lpstr>바탕체</vt:lpstr>
      <vt:lpstr>Segoe UI</vt:lpstr>
      <vt:lpstr>Arial</vt:lpstr>
      <vt:lpstr>굴림</vt:lpstr>
      <vt:lpstr>맑은 고딕</vt:lpstr>
      <vt:lpstr>맑은 고딕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티브 네</cp:lastModifiedBy>
  <cp:revision>985</cp:revision>
  <dcterms:created xsi:type="dcterms:W3CDTF">2023-06-09T00:38:08Z</dcterms:created>
  <dcterms:modified xsi:type="dcterms:W3CDTF">2025-12-30T09:45:15Z</dcterms:modified>
</cp:coreProperties>
</file>