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5"/>
  </p:notesMasterIdLst>
  <p:sldIdLst>
    <p:sldId id="256" r:id="rId5"/>
    <p:sldId id="583" r:id="rId6"/>
    <p:sldId id="273" r:id="rId7"/>
    <p:sldId id="591" r:id="rId8"/>
    <p:sldId id="615" r:id="rId9"/>
    <p:sldId id="597" r:id="rId10"/>
    <p:sldId id="605" r:id="rId11"/>
    <p:sldId id="616" r:id="rId12"/>
    <p:sldId id="617" r:id="rId13"/>
    <p:sldId id="296" r:id="rId14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나눔고딕" pitchFamily="2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2F2F2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6" autoAdjust="0"/>
    <p:restoredTop sz="96170" autoAdjust="0"/>
  </p:normalViewPr>
  <p:slideViewPr>
    <p:cSldViewPr snapToGrid="0">
      <p:cViewPr varScale="1">
        <p:scale>
          <a:sx n="101" d="100"/>
          <a:sy n="101" d="100"/>
        </p:scale>
        <p:origin x="660" y="102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modSld">
      <pc:chgData name="티브 네" userId="9e3acfc50ce54e29" providerId="LiveId" clId="{4139813F-4D5D-4F18-94CA-FEC2BF2114AF}" dt="2026-01-07T05:18:34.301" v="18"/>
      <pc:docMkLst>
        <pc:docMk/>
      </pc:docMkLst>
      <pc:sldChg chg="modSp mod">
        <pc:chgData name="티브 네" userId="9e3acfc50ce54e29" providerId="LiveId" clId="{4139813F-4D5D-4F18-94CA-FEC2BF2114AF}" dt="2026-01-07T05:18:01.780" v="12"/>
        <pc:sldMkLst>
          <pc:docMk/>
          <pc:sldMk cId="396894962" sldId="605"/>
        </pc:sldMkLst>
        <pc:graphicFrameChg chg="mod modGraphic">
          <ac:chgData name="티브 네" userId="9e3acfc50ce54e29" providerId="LiveId" clId="{4139813F-4D5D-4F18-94CA-FEC2BF2114AF}" dt="2026-01-07T05:18:01.780" v="12"/>
          <ac:graphicFrameMkLst>
            <pc:docMk/>
            <pc:sldMk cId="396894962" sldId="605"/>
            <ac:graphicFrameMk id="39" creationId="{560E4F20-F5A9-C611-A069-61B3D4E92305}"/>
          </ac:graphicFrameMkLst>
        </pc:graphicFrameChg>
      </pc:sldChg>
      <pc:sldChg chg="modSp mod">
        <pc:chgData name="티브 네" userId="9e3acfc50ce54e29" providerId="LiveId" clId="{4139813F-4D5D-4F18-94CA-FEC2BF2114AF}" dt="2026-01-07T05:18:21.580" v="15"/>
        <pc:sldMkLst>
          <pc:docMk/>
          <pc:sldMk cId="1772573449" sldId="616"/>
        </pc:sldMkLst>
        <pc:graphicFrameChg chg="mod modGraphic">
          <ac:chgData name="티브 네" userId="9e3acfc50ce54e29" providerId="LiveId" clId="{4139813F-4D5D-4F18-94CA-FEC2BF2114AF}" dt="2026-01-07T05:18:21.580" v="15"/>
          <ac:graphicFrameMkLst>
            <pc:docMk/>
            <pc:sldMk cId="1772573449" sldId="616"/>
            <ac:graphicFrameMk id="39" creationId="{6B6360D6-B3C0-5A7D-E9FB-825931971731}"/>
          </ac:graphicFrameMkLst>
        </pc:graphicFrameChg>
      </pc:sldChg>
      <pc:sldChg chg="modSp mod">
        <pc:chgData name="티브 네" userId="9e3acfc50ce54e29" providerId="LiveId" clId="{4139813F-4D5D-4F18-94CA-FEC2BF2114AF}" dt="2026-01-07T05:18:34.301" v="18"/>
        <pc:sldMkLst>
          <pc:docMk/>
          <pc:sldMk cId="3412176299" sldId="617"/>
        </pc:sldMkLst>
        <pc:graphicFrameChg chg="mod modGraphic">
          <ac:chgData name="티브 네" userId="9e3acfc50ce54e29" providerId="LiveId" clId="{4139813F-4D5D-4F18-94CA-FEC2BF2114AF}" dt="2026-01-07T05:18:34.301" v="18"/>
          <ac:graphicFrameMkLst>
            <pc:docMk/>
            <pc:sldMk cId="3412176299" sldId="617"/>
            <ac:graphicFrameMk id="39" creationId="{30F50217-3372-70B6-6AEA-ABA49B4BC82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85C769-0DE2-E516-876E-9E91CF2C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14869DD-63CB-AEE3-FC77-1D4E6A00E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9B68BE2-022E-18E8-1B4D-7E75D4F6F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278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6EB4F3-FAD3-42F9-E4C5-30616EA3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1217A8-EEE0-48F1-6BBB-50D37A907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F5913A3-59E6-7161-EC9E-803C9088C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180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CDE160-AA58-E1C0-1062-90B875AC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E0BD068-85F3-D004-5A3E-F61912C16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8757151-1B53-9347-6D16-8CC70BE97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8159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FDD2BA5-E2D9-4D89-9530-C444F0D3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389CE74-0D95-EE8F-A54C-646C787BA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40C4F49-6F4F-5528-F007-0BBDCD948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520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65D5E9E-1E0B-821B-CE59-1386D4AF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9855092-79D7-6ECB-46C1-ED57237F7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83288BF-D7F2-A024-D64B-92B575085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2960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F941A64-5F97-58F5-527F-1A44FD95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93E9FA-3D86-ADAD-31CE-E5CE8B11B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D60AC13-5AB9-D4D0-8013-0173192F7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897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945092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학습콘텐츠추천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05528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0.73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85964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학습콘텐츠추천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 오타 수정 및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V-HCR-02-001, V-HCR-02-002)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상세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&gt;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개선요청 기능 추가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V-HCR-02-002~004)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rgbClr val="000000">
                              <a:lumMod val="95000"/>
                              <a:lumOff val="5000"/>
                            </a:srgb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4051995-2041-4857-560A-91B21A5D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그림 400">
            <a:extLst>
              <a:ext uri="{FF2B5EF4-FFF2-40B4-BE49-F238E27FC236}">
                <a16:creationId xmlns:a16="http://schemas.microsoft.com/office/drawing/2014/main" id="{288840CC-1881-DD50-8742-1BF65027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2"/>
          <a:stretch>
            <a:fillRect/>
          </a:stretch>
        </p:blipFill>
        <p:spPr>
          <a:xfrm>
            <a:off x="1563562" y="5671263"/>
            <a:ext cx="7974259" cy="890197"/>
          </a:xfrm>
          <a:prstGeom prst="rect">
            <a:avLst/>
          </a:prstGeom>
        </p:spPr>
      </p:pic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A4E1F18-6D6C-4958-8B3C-51D99681336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BE25ADB-EF36-B914-2AC2-90C690170F1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031ECEE-35D8-1FD7-CB91-295624DBDAD4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A417873-CDC9-1FD1-F351-443639BEF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586860"/>
              </p:ext>
            </p:extLst>
          </p:nvPr>
        </p:nvGraphicFramePr>
        <p:xfrm>
          <a:off x="9655174" y="276226"/>
          <a:ext cx="2532687" cy="368590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내부망에서 영상자료 링크 등록 시 썸네일 노출 방안 결정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!(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연계파트와  가능범위 협의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ex.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Default </a:t>
                      </a:r>
                      <a:r>
                        <a:rPr 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채널 경우 묶음 그대로 처리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묶음 채널에서 분리해서 등록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확인중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조회 필터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분야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관심사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 후 정리 예정</a:t>
                      </a:r>
                      <a:endParaRPr lang="en-US" altLang="ko-KR" sz="800" b="0" u="none" strike="noStrike" cap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검색 영역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키워드 입력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검색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결과 값이 아래 목록에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AI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 콘텐츠의 구분 정렬 선택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- default: 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맞춤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’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2-2.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V-HCR-02-002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V-HCR-01-001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목록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줄에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 항목씩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줄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V-HCR-02-002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DF30703-C9C9-AD09-6CCA-4FB3A942B0B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990C7-E906-C1D5-D6B9-4C676EB7480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 콘텐츠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F02A3-0B15-2ABE-4A7F-EB6CF9A63E7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V-HCR-02-001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1342D0-C663-3762-2331-4B3A5AF2410A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90F641-872C-9620-2764-91FCCE00F90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학습콘텐츠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403C90BF-9763-2030-AC4A-6989700F2D47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추천</a:t>
            </a: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0A1410BF-6E49-BAD8-020F-5AD2596FF041}"/>
              </a:ext>
            </a:extLst>
          </p:cNvPr>
          <p:cNvGrpSpPr/>
          <p:nvPr/>
        </p:nvGrpSpPr>
        <p:grpSpPr>
          <a:xfrm>
            <a:off x="1495727" y="2015933"/>
            <a:ext cx="1988878" cy="1510654"/>
            <a:chOff x="1495727" y="1661113"/>
            <a:chExt cx="1988878" cy="151065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F45E64E-7196-A119-D788-E84CC2A2BEB9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5609E4D-63E1-B7A9-AE47-988D6113F7A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B557B8C5-BBE5-39EF-D5EF-5DE08911609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C21B5005-A151-0C35-F607-33277F8DF9D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57BF7516-D05E-D73B-236B-54DF40CC62A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C7A27-7AF4-0A9B-1E5F-FC93C780378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E760B9C-CA5A-4A34-95C1-D3B822A3C84C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03C96241-A6A5-6113-BE72-CD09B90914AB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9383F9B6-1512-BAFD-31E1-891343193BC5}"/>
              </a:ext>
            </a:extLst>
          </p:cNvPr>
          <p:cNvGrpSpPr/>
          <p:nvPr/>
        </p:nvGrpSpPr>
        <p:grpSpPr>
          <a:xfrm>
            <a:off x="3526868" y="2015933"/>
            <a:ext cx="1988878" cy="1510654"/>
            <a:chOff x="3526868" y="1661113"/>
            <a:chExt cx="1988878" cy="1510654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AD9B54F3-EBD4-5EF1-A46D-2E4F7DFB9B0F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720268FC-2BD2-A8AE-646E-7E06957702B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39" name="직사각형 138">
                  <a:extLst>
                    <a:ext uri="{FF2B5EF4-FFF2-40B4-BE49-F238E27FC236}">
                      <a16:creationId xmlns:a16="http://schemas.microsoft.com/office/drawing/2014/main" id="{1BBC1EC9-8CC6-7165-39A0-F32980E66C9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40" name="직선 연결선 139">
                  <a:extLst>
                    <a:ext uri="{FF2B5EF4-FFF2-40B4-BE49-F238E27FC236}">
                      <a16:creationId xmlns:a16="http://schemas.microsoft.com/office/drawing/2014/main" id="{7222E36B-9402-535A-738C-7829B1A9D75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1" name="직선 연결선 140">
                  <a:extLst>
                    <a:ext uri="{FF2B5EF4-FFF2-40B4-BE49-F238E27FC236}">
                      <a16:creationId xmlns:a16="http://schemas.microsoft.com/office/drawing/2014/main" id="{14FA010B-DDBC-A6B1-258B-C8EB3F2CF78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AE363BD-1626-EEAE-4E72-B203FEF9CEF8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D0BCE19-AB9F-A29D-B821-C95C92C4018F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26F86074-6657-F32B-1EE5-8FB8079C5A5A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A495769C-4D6D-4F1F-91C1-5674F61031D3}"/>
              </a:ext>
            </a:extLst>
          </p:cNvPr>
          <p:cNvGrpSpPr/>
          <p:nvPr/>
        </p:nvGrpSpPr>
        <p:grpSpPr>
          <a:xfrm>
            <a:off x="5554712" y="2015933"/>
            <a:ext cx="1988878" cy="1510654"/>
            <a:chOff x="5554712" y="1661113"/>
            <a:chExt cx="1988878" cy="1510654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B8482FA8-7155-3ACD-F345-D67ADEE112D6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6A6E0C97-FDF2-C4F0-510D-1531A034238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720B0520-7373-DB47-C021-84DF2E34F61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3459DBA6-1395-1F77-16EE-CCB8182FB01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842C376F-8869-B071-584F-5295EF011A2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F4981C7-BCAE-5956-87E5-7E2CDB58531F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456C73C-C104-D245-9C34-B27EDB646E1C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A3087626-5C4C-06DA-0205-F50A013C1301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1EA73C64-20EC-5217-D077-B6F324D01A52}"/>
              </a:ext>
            </a:extLst>
          </p:cNvPr>
          <p:cNvGrpSpPr/>
          <p:nvPr/>
        </p:nvGrpSpPr>
        <p:grpSpPr>
          <a:xfrm>
            <a:off x="7594091" y="2015933"/>
            <a:ext cx="1988878" cy="1510654"/>
            <a:chOff x="7594091" y="1661113"/>
            <a:chExt cx="1988878" cy="1510654"/>
          </a:xfrm>
        </p:grpSpPr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455857E1-6815-C79C-09FC-E03CB3539F87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2CA3578-0E2D-4717-7730-A9B5C21A8A9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CE93C3E1-3B46-FB2E-1EDA-AD7944F5330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6041BBB7-F223-FFD3-EAF8-0E2FD7BCCB1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3AE0613B-4394-ED9B-9E50-2CCD26AE5CC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B1A5ECE-86DE-2210-CEE5-8A24EDCCDD4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FF632B1-237F-99D3-C534-F12924B8C6FD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56A7D151-EC60-5004-305C-ADF0D9E9D22E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ABE766-2D91-C9A4-EA12-E75F0E3A8FA5}"/>
              </a:ext>
            </a:extLst>
          </p:cNvPr>
          <p:cNvSpPr/>
          <p:nvPr/>
        </p:nvSpPr>
        <p:spPr>
          <a:xfrm>
            <a:off x="8247759" y="1381226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err="1">
                <a:solidFill>
                  <a:schemeClr val="bg1"/>
                </a:solidFill>
                <a:latin typeface="+mn-ea"/>
              </a:rPr>
              <a:t>학습콘텐츠</a:t>
            </a: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 등록</a:t>
            </a: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E1CF858B-1A42-4EC2-0B5A-593BFCE03694}"/>
              </a:ext>
            </a:extLst>
          </p:cNvPr>
          <p:cNvGrpSpPr/>
          <p:nvPr/>
        </p:nvGrpSpPr>
        <p:grpSpPr>
          <a:xfrm>
            <a:off x="1555479" y="3553762"/>
            <a:ext cx="7956000" cy="308244"/>
            <a:chOff x="1409337" y="3497166"/>
            <a:chExt cx="7452000" cy="308244"/>
          </a:xfrm>
        </p:grpSpPr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5CD752CE-AF6F-7F21-3489-D5B2304DDBC1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사각형: 둥근 모서리 264">
              <a:extLst>
                <a:ext uri="{FF2B5EF4-FFF2-40B4-BE49-F238E27FC236}">
                  <a16:creationId xmlns:a16="http://schemas.microsoft.com/office/drawing/2014/main" id="{7CE514E0-8417-251E-7689-575E5348D963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1B36B0BB-D52E-AB98-90C6-BDFBCEE8E9F7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22A54D9C-7383-1483-614E-0FEAE31B2930}"/>
              </a:ext>
            </a:extLst>
          </p:cNvPr>
          <p:cNvSpPr txBox="1"/>
          <p:nvPr/>
        </p:nvSpPr>
        <p:spPr>
          <a:xfrm>
            <a:off x="1486100" y="3842657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1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1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학습콘텐츠</a:t>
            </a:r>
            <a:endParaRPr lang="ko-KR" altLang="en-US" sz="11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91B377E3-0DBD-F230-ABD2-DBE2A94E15E6}"/>
              </a:ext>
            </a:extLst>
          </p:cNvPr>
          <p:cNvGrpSpPr/>
          <p:nvPr/>
        </p:nvGrpSpPr>
        <p:grpSpPr>
          <a:xfrm>
            <a:off x="1499636" y="4129989"/>
            <a:ext cx="1988878" cy="1510654"/>
            <a:chOff x="1495727" y="1661113"/>
            <a:chExt cx="1988878" cy="1510654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13ACDD26-826A-B683-9072-810FB99A4B15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76" name="그룹 275">
                <a:extLst>
                  <a:ext uri="{FF2B5EF4-FFF2-40B4-BE49-F238E27FC236}">
                    <a16:creationId xmlns:a16="http://schemas.microsoft.com/office/drawing/2014/main" id="{146F2F27-770F-57A0-A798-12242004273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78" name="직사각형 277">
                  <a:extLst>
                    <a:ext uri="{FF2B5EF4-FFF2-40B4-BE49-F238E27FC236}">
                      <a16:creationId xmlns:a16="http://schemas.microsoft.com/office/drawing/2014/main" id="{B82827CD-56FB-D7B2-EE51-266D19F4047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9" name="직선 연결선 278">
                  <a:extLst>
                    <a:ext uri="{FF2B5EF4-FFF2-40B4-BE49-F238E27FC236}">
                      <a16:creationId xmlns:a16="http://schemas.microsoft.com/office/drawing/2014/main" id="{BA04F960-9C4E-16E3-E369-851433EEF4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0" name="직선 연결선 279">
                  <a:extLst>
                    <a:ext uri="{FF2B5EF4-FFF2-40B4-BE49-F238E27FC236}">
                      <a16:creationId xmlns:a16="http://schemas.microsoft.com/office/drawing/2014/main" id="{197FFEEE-37DD-CB49-7453-DCD026F5570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96433AB-4ACA-3376-9C97-34D20AD3629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CDF8CEC-F9AC-C550-6505-4515745884A7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B5C2476B-41E4-2137-90C8-2711627C703F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CAB320D1-6CD9-947E-147A-349C4BF326AE}"/>
              </a:ext>
            </a:extLst>
          </p:cNvPr>
          <p:cNvGrpSpPr/>
          <p:nvPr/>
        </p:nvGrpSpPr>
        <p:grpSpPr>
          <a:xfrm>
            <a:off x="3530777" y="4129989"/>
            <a:ext cx="1988878" cy="1510654"/>
            <a:chOff x="3526868" y="1661113"/>
            <a:chExt cx="1988878" cy="1510654"/>
          </a:xfrm>
        </p:grpSpPr>
        <p:grpSp>
          <p:nvGrpSpPr>
            <p:cNvPr id="282" name="그룹 281">
              <a:extLst>
                <a:ext uri="{FF2B5EF4-FFF2-40B4-BE49-F238E27FC236}">
                  <a16:creationId xmlns:a16="http://schemas.microsoft.com/office/drawing/2014/main" id="{05ECCB7C-7A94-727D-E5DA-FDCD28BBC7EE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4FB185A0-9976-E04F-B241-62F283E4CB9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427ADF5A-0BF5-5160-0C8F-D4E46990EF9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015A4F0A-AAE2-2B1D-B4C2-4991E04992E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674DFB87-FCB0-2434-C5C2-FEFA11C4F77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6A80F9B-DE2F-A8F6-AB69-ADDAD71DC09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6FFC7CF-957D-1BDF-2A6A-29B8CC44A366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561DD836-AE49-AA33-C9EA-A4BC17567C0E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C095DDE-D957-3687-AE22-24020F18262C}"/>
              </a:ext>
            </a:extLst>
          </p:cNvPr>
          <p:cNvGrpSpPr/>
          <p:nvPr/>
        </p:nvGrpSpPr>
        <p:grpSpPr>
          <a:xfrm>
            <a:off x="5558621" y="4129989"/>
            <a:ext cx="1988878" cy="1510654"/>
            <a:chOff x="5554712" y="1661113"/>
            <a:chExt cx="1988878" cy="1510654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18EE1472-A4CD-8197-2666-9B34B4BD9241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A9CB7910-12AC-C990-4244-CCB134C1343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5F92203C-2AF7-E81F-0456-98C141C5665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56B0E0F2-4A1C-3431-3FA7-6695A917586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672F611D-C2A6-2734-0672-561DD0E49CE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89CCE87-9357-332F-2AE9-B0B52C7E5884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75E7DBF-9E20-DD36-ABB0-E753022B4D42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C0385AAB-92B3-5533-3BF1-46BA40F6043C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A68575C-FDB4-0E32-C2E8-4FF69BAAD2C6}"/>
              </a:ext>
            </a:extLst>
          </p:cNvPr>
          <p:cNvGrpSpPr/>
          <p:nvPr/>
        </p:nvGrpSpPr>
        <p:grpSpPr>
          <a:xfrm>
            <a:off x="7598000" y="4129989"/>
            <a:ext cx="1988878" cy="1510654"/>
            <a:chOff x="7594091" y="1661113"/>
            <a:chExt cx="1988878" cy="1510654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6D4D3289-DDA3-29F6-F4A3-9B715ED762A5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0A1CC717-8F97-795C-196D-192E3B97CFA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B818B8A1-6C5A-3C50-2706-9637C63E73E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62" name="직선 연결선 361">
                  <a:extLst>
                    <a:ext uri="{FF2B5EF4-FFF2-40B4-BE49-F238E27FC236}">
                      <a16:creationId xmlns:a16="http://schemas.microsoft.com/office/drawing/2014/main" id="{D6F02A63-E938-7E43-0FC8-ECB9BAD389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63" name="직선 연결선 362">
                  <a:extLst>
                    <a:ext uri="{FF2B5EF4-FFF2-40B4-BE49-F238E27FC236}">
                      <a16:creationId xmlns:a16="http://schemas.microsoft.com/office/drawing/2014/main" id="{A5F810E0-2624-4123-93B9-28E5DD65554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E20498B4-E35A-C23A-ABEE-760140CDCB7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B057D31-4B91-FE79-C2ED-DA79C4C2C3F8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4EEE74FB-7B29-B97D-B29B-48E93FF2EDF1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FE9AFB45-FE07-5D85-822B-F6757458F382}"/>
              </a:ext>
            </a:extLst>
          </p:cNvPr>
          <p:cNvSpPr txBox="1"/>
          <p:nvPr/>
        </p:nvSpPr>
        <p:spPr>
          <a:xfrm>
            <a:off x="1503547" y="1365069"/>
            <a:ext cx="2215966" cy="2863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 b="1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100" b="1" dirty="0">
                <a:latin typeface="나눔고딕" pitchFamily="2" charset="-127"/>
                <a:ea typeface="나눔고딕" pitchFamily="2" charset="-127"/>
              </a:rPr>
              <a:t>추천 </a:t>
            </a:r>
            <a:r>
              <a:rPr lang="ko-KR" altLang="en-US" sz="11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endParaRPr lang="en-US" altLang="ko-KR" sz="11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63AEFA3-1F90-A87F-1714-278918E4264B}"/>
              </a:ext>
            </a:extLst>
          </p:cNvPr>
          <p:cNvSpPr txBox="1"/>
          <p:nvPr/>
        </p:nvSpPr>
        <p:spPr>
          <a:xfrm>
            <a:off x="7909169" y="1693704"/>
            <a:ext cx="1608371" cy="26847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맞춤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관심사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트렌드</a:t>
            </a:r>
            <a:endParaRPr lang="en-US" altLang="ko-KR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6965C0BC-ACCB-DBED-1AFA-311D69AF1BA4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022C48FA-4A5A-1F67-EDAF-391BC63547A1}"/>
              </a:ext>
            </a:extLst>
          </p:cNvPr>
          <p:cNvGrpSpPr/>
          <p:nvPr/>
        </p:nvGrpSpPr>
        <p:grpSpPr>
          <a:xfrm>
            <a:off x="1553796" y="986782"/>
            <a:ext cx="1880090" cy="251620"/>
            <a:chOff x="1553796" y="986782"/>
            <a:chExt cx="1880090" cy="251620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B5E00879-30F1-D402-E6E4-AC2EB8788488}"/>
                </a:ext>
              </a:extLst>
            </p:cNvPr>
            <p:cNvSpPr txBox="1"/>
            <p:nvPr/>
          </p:nvSpPr>
          <p:spPr>
            <a:xfrm>
              <a:off x="1553796" y="992181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분야</a:t>
              </a:r>
              <a:endParaRPr lang="en-US" altLang="ko-KR" sz="1200" b="1" dirty="0"/>
            </a:p>
          </p:txBody>
        </p: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38656BD5-BB48-5793-C71B-D8134DCD2793}"/>
                </a:ext>
              </a:extLst>
            </p:cNvPr>
            <p:cNvGrpSpPr/>
            <p:nvPr/>
          </p:nvGrpSpPr>
          <p:grpSpPr>
            <a:xfrm>
              <a:off x="1977044" y="986782"/>
              <a:ext cx="1456842" cy="250711"/>
              <a:chOff x="4011039" y="2223936"/>
              <a:chExt cx="1059173" cy="250711"/>
            </a:xfrm>
          </p:grpSpPr>
          <p:sp>
            <p:nvSpPr>
              <p:cNvPr id="395" name="Input">
                <a:extLst>
                  <a:ext uri="{FF2B5EF4-FFF2-40B4-BE49-F238E27FC236}">
                    <a16:creationId xmlns:a16="http://schemas.microsoft.com/office/drawing/2014/main" id="{5D853666-6175-885E-AC1A-E1E788CFC1DC}"/>
                  </a:ext>
                </a:extLst>
              </p:cNvPr>
              <p:cNvSpPr/>
              <p:nvPr/>
            </p:nvSpPr>
            <p:spPr>
              <a:xfrm>
                <a:off x="4011039" y="2223936"/>
                <a:ext cx="1059173" cy="25071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96" name="Chevron Right">
                <a:extLst>
                  <a:ext uri="{FF2B5EF4-FFF2-40B4-BE49-F238E27FC236}">
                    <a16:creationId xmlns:a16="http://schemas.microsoft.com/office/drawing/2014/main" id="{7A0AABA4-F1FE-A26C-52DC-B26308AC3D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7854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3F9CB547-29DA-B229-0F41-B98C6EC83AF4}"/>
              </a:ext>
            </a:extLst>
          </p:cNvPr>
          <p:cNvGrpSpPr/>
          <p:nvPr/>
        </p:nvGrpSpPr>
        <p:grpSpPr>
          <a:xfrm>
            <a:off x="3509114" y="980906"/>
            <a:ext cx="2014453" cy="257178"/>
            <a:chOff x="3735757" y="980906"/>
            <a:chExt cx="2014453" cy="257178"/>
          </a:xfrm>
        </p:grpSpPr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8C2D721A-225F-86F3-6AAC-8EB565D8442A}"/>
                </a:ext>
              </a:extLst>
            </p:cNvPr>
            <p:cNvSpPr txBox="1"/>
            <p:nvPr/>
          </p:nvSpPr>
          <p:spPr>
            <a:xfrm>
              <a:off x="3735757" y="991863"/>
              <a:ext cx="5989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관심사</a:t>
              </a:r>
              <a:endParaRPr lang="en-US" altLang="ko-KR" sz="1200" b="1" dirty="0"/>
            </a:p>
          </p:txBody>
        </p:sp>
        <p:grpSp>
          <p:nvGrpSpPr>
            <p:cNvPr id="387" name="그룹 386">
              <a:extLst>
                <a:ext uri="{FF2B5EF4-FFF2-40B4-BE49-F238E27FC236}">
                  <a16:creationId xmlns:a16="http://schemas.microsoft.com/office/drawing/2014/main" id="{B4CAB0B6-4B95-70D9-B754-D6DC8E4F9B2E}"/>
                </a:ext>
              </a:extLst>
            </p:cNvPr>
            <p:cNvGrpSpPr/>
            <p:nvPr/>
          </p:nvGrpSpPr>
          <p:grpSpPr>
            <a:xfrm>
              <a:off x="4293368" y="980906"/>
              <a:ext cx="1456842" cy="250711"/>
              <a:chOff x="3120087" y="2216121"/>
              <a:chExt cx="1059173" cy="250711"/>
            </a:xfrm>
          </p:grpSpPr>
          <p:sp>
            <p:nvSpPr>
              <p:cNvPr id="388" name="Input">
                <a:extLst>
                  <a:ext uri="{FF2B5EF4-FFF2-40B4-BE49-F238E27FC236}">
                    <a16:creationId xmlns:a16="http://schemas.microsoft.com/office/drawing/2014/main" id="{8AE9DF85-56E1-3920-0D70-235706DF7D07}"/>
                  </a:ext>
                </a:extLst>
              </p:cNvPr>
              <p:cNvSpPr/>
              <p:nvPr/>
            </p:nvSpPr>
            <p:spPr>
              <a:xfrm>
                <a:off x="3120087" y="2216121"/>
                <a:ext cx="1059173" cy="25071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389" name="Chevron Right">
                <a:extLst>
                  <a:ext uri="{FF2B5EF4-FFF2-40B4-BE49-F238E27FC236}">
                    <a16:creationId xmlns:a16="http://schemas.microsoft.com/office/drawing/2014/main" id="{2ABE7059-447C-9946-5E5F-351C20083F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063834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5465ED31-B6E9-97EA-48DA-C881FFFE14EC}"/>
              </a:ext>
            </a:extLst>
          </p:cNvPr>
          <p:cNvSpPr/>
          <p:nvPr/>
        </p:nvSpPr>
        <p:spPr>
          <a:xfrm>
            <a:off x="1441493" y="8569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67B994C-03B5-B278-A2C0-DD35156A700D}"/>
              </a:ext>
            </a:extLst>
          </p:cNvPr>
          <p:cNvSpPr/>
          <p:nvPr/>
        </p:nvSpPr>
        <p:spPr>
          <a:xfrm>
            <a:off x="1894881" y="9228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8E483C8-CB37-0E00-7D1F-4A4A176A0433}"/>
              </a:ext>
            </a:extLst>
          </p:cNvPr>
          <p:cNvSpPr/>
          <p:nvPr/>
        </p:nvSpPr>
        <p:spPr>
          <a:xfrm>
            <a:off x="3958459" y="9230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362487D-4A06-DDE7-9749-03A9F282A651}"/>
              </a:ext>
            </a:extLst>
          </p:cNvPr>
          <p:cNvSpPr/>
          <p:nvPr/>
        </p:nvSpPr>
        <p:spPr>
          <a:xfrm>
            <a:off x="1441493" y="138604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A6A74C5-ABFD-4B5F-E763-76D3A4B965C8}"/>
              </a:ext>
            </a:extLst>
          </p:cNvPr>
          <p:cNvSpPr/>
          <p:nvPr/>
        </p:nvSpPr>
        <p:spPr>
          <a:xfrm>
            <a:off x="1508624" y="20245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4EB4C9-6772-389F-8EC3-04B0AA1FD20A}"/>
              </a:ext>
            </a:extLst>
          </p:cNvPr>
          <p:cNvSpPr/>
          <p:nvPr/>
        </p:nvSpPr>
        <p:spPr>
          <a:xfrm>
            <a:off x="7974688" y="17347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D3B2502-E399-31A9-1D41-1DBBDD4065B7}"/>
              </a:ext>
            </a:extLst>
          </p:cNvPr>
          <p:cNvSpPr/>
          <p:nvPr/>
        </p:nvSpPr>
        <p:spPr>
          <a:xfrm>
            <a:off x="8093288" y="13761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DAAE929-C168-FBE9-9DE2-C352F4C88AFA}"/>
              </a:ext>
            </a:extLst>
          </p:cNvPr>
          <p:cNvSpPr/>
          <p:nvPr/>
        </p:nvSpPr>
        <p:spPr>
          <a:xfrm>
            <a:off x="1460004" y="378951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BE33F4-89CC-8020-F42D-371BA264CC41}"/>
              </a:ext>
            </a:extLst>
          </p:cNvPr>
          <p:cNvGrpSpPr/>
          <p:nvPr/>
        </p:nvGrpSpPr>
        <p:grpSpPr>
          <a:xfrm>
            <a:off x="5656394" y="983603"/>
            <a:ext cx="3857910" cy="246220"/>
            <a:chOff x="-1713300" y="928991"/>
            <a:chExt cx="3857910" cy="226043"/>
          </a:xfrm>
        </p:grpSpPr>
        <p:sp>
          <p:nvSpPr>
            <p:cNvPr id="19" name="Input">
              <a:extLst>
                <a:ext uri="{FF2B5EF4-FFF2-40B4-BE49-F238E27FC236}">
                  <a16:creationId xmlns:a16="http://schemas.microsoft.com/office/drawing/2014/main" id="{80B4947E-3565-B009-5875-2AD8088313B1}"/>
                </a:ext>
              </a:extLst>
            </p:cNvPr>
            <p:cNvSpPr/>
            <p:nvPr/>
          </p:nvSpPr>
          <p:spPr>
            <a:xfrm>
              <a:off x="-1713300" y="928991"/>
              <a:ext cx="3318457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0" name="Input">
              <a:extLst>
                <a:ext uri="{FF2B5EF4-FFF2-40B4-BE49-F238E27FC236}">
                  <a16:creationId xmlns:a16="http://schemas.microsoft.com/office/drawing/2014/main" id="{1C38ABFD-9DB8-E8A9-EECD-F4FA2AACACE4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D25B8275-36CC-01D9-0C7E-1F9D4671F5BC}"/>
              </a:ext>
            </a:extLst>
          </p:cNvPr>
          <p:cNvSpPr/>
          <p:nvPr/>
        </p:nvSpPr>
        <p:spPr>
          <a:xfrm>
            <a:off x="5606456" y="91500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39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AD6152E-74D5-C51F-D65B-43EA44DE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AE17529-2073-86F7-A0A2-75A2471309F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86A129E-4A03-59EE-74DF-F74835E7FAF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AE176E4-B951-5BD4-E65F-F94D4104D95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590CFF2-0897-41E5-8C65-44901017B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847710"/>
              </p:ext>
            </p:extLst>
          </p:nvPr>
        </p:nvGraphicFramePr>
        <p:xfrm>
          <a:off x="9655174" y="276226"/>
          <a:ext cx="2532687" cy="97315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내부망에서 영상자료 링크 등록 시 썸네일 노출 방안 결정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!(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연계파트와  가능범위 협의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ex.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Default </a:t>
                      </a:r>
                      <a:r>
                        <a:rPr 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</a:t>
                      </a:r>
                      <a:r>
                        <a:rPr 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채널 경우 묶음 그대로 처리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묶음 채널에서 분리해서 등록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확인중</a:t>
                      </a:r>
                      <a:endParaRPr lang="en-US" altLang="ko-KR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2" name="그림 261">
            <a:extLst>
              <a:ext uri="{FF2B5EF4-FFF2-40B4-BE49-F238E27FC236}">
                <a16:creationId xmlns:a16="http://schemas.microsoft.com/office/drawing/2014/main" id="{C059D213-70E6-BD91-E3A0-4975CA249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408497"/>
            <a:ext cx="8091366" cy="279144"/>
          </a:xfrm>
          <a:prstGeom prst="rect">
            <a:avLst/>
          </a:prstGeom>
        </p:spPr>
      </p:pic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F80F95B8-188A-742A-D087-9E89743353A4}"/>
              </a:ext>
            </a:extLst>
          </p:cNvPr>
          <p:cNvGrpSpPr/>
          <p:nvPr/>
        </p:nvGrpSpPr>
        <p:grpSpPr>
          <a:xfrm>
            <a:off x="1493443" y="755153"/>
            <a:ext cx="1988878" cy="1510654"/>
            <a:chOff x="1495727" y="1661113"/>
            <a:chExt cx="1988878" cy="1510654"/>
          </a:xfrm>
        </p:grpSpPr>
        <p:grpSp>
          <p:nvGrpSpPr>
            <p:cNvPr id="382" name="그룹 381">
              <a:extLst>
                <a:ext uri="{FF2B5EF4-FFF2-40B4-BE49-F238E27FC236}">
                  <a16:creationId xmlns:a16="http://schemas.microsoft.com/office/drawing/2014/main" id="{981FFF81-C560-D97E-56F8-5A009D801F77}"/>
                </a:ext>
              </a:extLst>
            </p:cNvPr>
            <p:cNvGrpSpPr/>
            <p:nvPr/>
          </p:nvGrpSpPr>
          <p:grpSpPr>
            <a:xfrm>
              <a:off x="1557808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7CB9FAC0-DCC2-9F22-6555-85E72526526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73" name="직사각형 172">
                  <a:extLst>
                    <a:ext uri="{FF2B5EF4-FFF2-40B4-BE49-F238E27FC236}">
                      <a16:creationId xmlns:a16="http://schemas.microsoft.com/office/drawing/2014/main" id="{7FE1E537-AD56-CCBF-7E4C-96F42683193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74" name="직선 연결선 173">
                  <a:extLst>
                    <a:ext uri="{FF2B5EF4-FFF2-40B4-BE49-F238E27FC236}">
                      <a16:creationId xmlns:a16="http://schemas.microsoft.com/office/drawing/2014/main" id="{95603817-AF1E-08DD-A2D4-F908A018B2C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5" name="직선 연결선 174">
                  <a:extLst>
                    <a:ext uri="{FF2B5EF4-FFF2-40B4-BE49-F238E27FC236}">
                      <a16:creationId xmlns:a16="http://schemas.microsoft.com/office/drawing/2014/main" id="{90475C9E-6A78-6300-6E4C-65A2C535F5E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8D7257A-A31A-8F5C-5E9F-30921F2B579C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CC1A921B-D6D3-5023-5D38-AC264CC8551D}"/>
                </a:ext>
              </a:extLst>
            </p:cNvPr>
            <p:cNvSpPr txBox="1"/>
            <p:nvPr/>
          </p:nvSpPr>
          <p:spPr>
            <a:xfrm>
              <a:off x="1495727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41437BB-368C-A778-DEE4-65455B8B017F}"/>
                </a:ext>
              </a:extLst>
            </p:cNvPr>
            <p:cNvSpPr/>
            <p:nvPr/>
          </p:nvSpPr>
          <p:spPr>
            <a:xfrm>
              <a:off x="3029467" y="2347325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36D5E95-E001-5AD0-9A95-394E61332321}"/>
              </a:ext>
            </a:extLst>
          </p:cNvPr>
          <p:cNvGrpSpPr/>
          <p:nvPr/>
        </p:nvGrpSpPr>
        <p:grpSpPr>
          <a:xfrm>
            <a:off x="3524584" y="755153"/>
            <a:ext cx="1988878" cy="1510654"/>
            <a:chOff x="3526868" y="1661113"/>
            <a:chExt cx="1988878" cy="1510654"/>
          </a:xfrm>
        </p:grpSpPr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82BEB18F-FD80-6EDD-7592-12123564471D}"/>
                </a:ext>
              </a:extLst>
            </p:cNvPr>
            <p:cNvGrpSpPr/>
            <p:nvPr/>
          </p:nvGrpSpPr>
          <p:grpSpPr>
            <a:xfrm>
              <a:off x="3588949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04D6938C-7799-9515-56EF-788EC998039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769CF85F-6B09-060A-5ED5-07DC77AB04B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AE3B84C2-5D43-8602-379A-DE0DE31F295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4F4BE620-2C94-AF61-90EA-F5C1946C87E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CC62386-FC94-044D-28FC-6670908A6FF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46ADE38-AF80-0103-F919-23760EC97812}"/>
                </a:ext>
              </a:extLst>
            </p:cNvPr>
            <p:cNvSpPr txBox="1"/>
            <p:nvPr/>
          </p:nvSpPr>
          <p:spPr>
            <a:xfrm>
              <a:off x="3526868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상반기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캠페인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자율형학교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_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공동체역량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자기주도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951287E8-CFF7-0C18-D940-5881BA99B8E4}"/>
                </a:ext>
              </a:extLst>
            </p:cNvPr>
            <p:cNvSpPr/>
            <p:nvPr/>
          </p:nvSpPr>
          <p:spPr>
            <a:xfrm>
              <a:off x="5051501" y="2347324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82CEB0D0-D182-C4E9-0694-FC8E75983319}"/>
              </a:ext>
            </a:extLst>
          </p:cNvPr>
          <p:cNvGrpSpPr/>
          <p:nvPr/>
        </p:nvGrpSpPr>
        <p:grpSpPr>
          <a:xfrm>
            <a:off x="5552428" y="755153"/>
            <a:ext cx="1988878" cy="1510654"/>
            <a:chOff x="5554712" y="1661113"/>
            <a:chExt cx="1988878" cy="1510654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4DEBF9AA-17C1-8797-C7C8-AA1234922CB3}"/>
                </a:ext>
              </a:extLst>
            </p:cNvPr>
            <p:cNvGrpSpPr/>
            <p:nvPr/>
          </p:nvGrpSpPr>
          <p:grpSpPr>
            <a:xfrm>
              <a:off x="5616793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85769956-E045-0CE1-8279-FD57FB56BD4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11" name="직사각형 210">
                  <a:extLst>
                    <a:ext uri="{FF2B5EF4-FFF2-40B4-BE49-F238E27FC236}">
                      <a16:creationId xmlns:a16="http://schemas.microsoft.com/office/drawing/2014/main" id="{88308AD5-3EE5-8026-7483-4501C1BAA40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12" name="직선 연결선 211">
                  <a:extLst>
                    <a:ext uri="{FF2B5EF4-FFF2-40B4-BE49-F238E27FC236}">
                      <a16:creationId xmlns:a16="http://schemas.microsoft.com/office/drawing/2014/main" id="{791393C8-0295-DED3-85B8-2A7770C56F3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3" name="직선 연결선 212">
                  <a:extLst>
                    <a:ext uri="{FF2B5EF4-FFF2-40B4-BE49-F238E27FC236}">
                      <a16:creationId xmlns:a16="http://schemas.microsoft.com/office/drawing/2014/main" id="{8658C48E-C9FE-F5A0-EF4B-7F022D5E0D4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0EA2E8A7-BF76-8EFC-C8C1-6C6D76C6DBC4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AC3F22E-9181-0095-FBEF-BCC704AF6CD6}"/>
                </a:ext>
              </a:extLst>
            </p:cNvPr>
            <p:cNvSpPr txBox="1"/>
            <p:nvPr/>
          </p:nvSpPr>
          <p:spPr>
            <a:xfrm>
              <a:off x="5554712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경기도교육청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‘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특성화고 미래 역량 강화 사업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‘ 41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개 학교 선정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ED3636E0-6E79-0C21-D0E0-4EBDA009ABEE}"/>
                </a:ext>
              </a:extLst>
            </p:cNvPr>
            <p:cNvSpPr/>
            <p:nvPr/>
          </p:nvSpPr>
          <p:spPr>
            <a:xfrm>
              <a:off x="7077825" y="2360672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9ADFF815-C72C-85FA-2BF6-C7C2E592D0AB}"/>
              </a:ext>
            </a:extLst>
          </p:cNvPr>
          <p:cNvGrpSpPr/>
          <p:nvPr/>
        </p:nvGrpSpPr>
        <p:grpSpPr>
          <a:xfrm>
            <a:off x="7591807" y="755153"/>
            <a:ext cx="1988878" cy="1510654"/>
            <a:chOff x="7594091" y="1661113"/>
            <a:chExt cx="1988878" cy="1510654"/>
          </a:xfrm>
        </p:grpSpPr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07CE2D33-970E-A44C-D321-754DF16FEF87}"/>
                </a:ext>
              </a:extLst>
            </p:cNvPr>
            <p:cNvGrpSpPr/>
            <p:nvPr/>
          </p:nvGrpSpPr>
          <p:grpSpPr>
            <a:xfrm>
              <a:off x="7656172" y="1661113"/>
              <a:ext cx="1861494" cy="878264"/>
              <a:chOff x="3881483" y="978229"/>
              <a:chExt cx="2403430" cy="623266"/>
            </a:xfrm>
          </p:grpSpPr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86AF7B14-7270-A517-6D9E-72C9FB9511A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84" name="직사각형 383">
                  <a:extLst>
                    <a:ext uri="{FF2B5EF4-FFF2-40B4-BE49-F238E27FC236}">
                      <a16:creationId xmlns:a16="http://schemas.microsoft.com/office/drawing/2014/main" id="{8FABF190-1122-2FB0-DF90-794DB0404F2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2A729970-BD46-887A-0F27-D8CA1932D0F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6D1B7212-DD45-F382-30EA-9DB902AE331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73E7D23-202C-AA11-36B1-B54B586FA7E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AC8FA3BC-B4D8-F02A-B224-A24130D9FA07}"/>
                </a:ext>
              </a:extLst>
            </p:cNvPr>
            <p:cNvSpPr txBox="1"/>
            <p:nvPr/>
          </p:nvSpPr>
          <p:spPr>
            <a:xfrm>
              <a:off x="7594091" y="2556214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수원과학고 거점학교 디지털 역량 강화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챗</a:t>
              </a:r>
              <a:r>
                <a:rPr lang="en-US" altLang="ko-KR" sz="900" dirty="0" err="1">
                  <a:latin typeface="나눔고딕" pitchFamily="2" charset="-127"/>
                  <a:ea typeface="나눔고딕" pitchFamily="2" charset="-127"/>
                </a:rPr>
                <a:t>gpt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강사김코칭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미래교육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6CCBEDDF-3C21-5C9C-DC69-BC63432F554E}"/>
                </a:ext>
              </a:extLst>
            </p:cNvPr>
            <p:cNvSpPr/>
            <p:nvPr/>
          </p:nvSpPr>
          <p:spPr>
            <a:xfrm>
              <a:off x="9122719" y="2360671"/>
              <a:ext cx="359419" cy="148281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dirty="0">
                  <a:latin typeface="+mn-ea"/>
                </a:rPr>
                <a:t>26:47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387" name="Pagination">
            <a:extLst>
              <a:ext uri="{FF2B5EF4-FFF2-40B4-BE49-F238E27FC236}">
                <a16:creationId xmlns:a16="http://schemas.microsoft.com/office/drawing/2014/main" id="{E16BED8B-CB9F-A5F2-67A7-37EF6975885A}"/>
              </a:ext>
            </a:extLst>
          </p:cNvPr>
          <p:cNvGrpSpPr/>
          <p:nvPr/>
        </p:nvGrpSpPr>
        <p:grpSpPr>
          <a:xfrm>
            <a:off x="3707992" y="2602415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88" name="Previous">
              <a:extLst>
                <a:ext uri="{FF2B5EF4-FFF2-40B4-BE49-F238E27FC236}">
                  <a16:creationId xmlns:a16="http://schemas.microsoft.com/office/drawing/2014/main" id="{CCCF7A46-9D16-5CA3-D9EA-F92BC0D42EDE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89" name="Page 1">
              <a:extLst>
                <a:ext uri="{FF2B5EF4-FFF2-40B4-BE49-F238E27FC236}">
                  <a16:creationId xmlns:a16="http://schemas.microsoft.com/office/drawing/2014/main" id="{6B160C5F-FB61-3546-7458-1618170F59C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90" name="Page 2">
              <a:extLst>
                <a:ext uri="{FF2B5EF4-FFF2-40B4-BE49-F238E27FC236}">
                  <a16:creationId xmlns:a16="http://schemas.microsoft.com/office/drawing/2014/main" id="{1A57D8DE-F76C-D0DC-36BE-10BCA515DC5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91" name="Page 3">
              <a:extLst>
                <a:ext uri="{FF2B5EF4-FFF2-40B4-BE49-F238E27FC236}">
                  <a16:creationId xmlns:a16="http://schemas.microsoft.com/office/drawing/2014/main" id="{96461FBE-1BEA-6F94-5D45-A1594A7CD76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92" name="Page 4">
              <a:extLst>
                <a:ext uri="{FF2B5EF4-FFF2-40B4-BE49-F238E27FC236}">
                  <a16:creationId xmlns:a16="http://schemas.microsoft.com/office/drawing/2014/main" id="{0B7B2AD8-29E3-DFD7-A8E9-6543AE21C50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93" name="Page 5">
              <a:extLst>
                <a:ext uri="{FF2B5EF4-FFF2-40B4-BE49-F238E27FC236}">
                  <a16:creationId xmlns:a16="http://schemas.microsoft.com/office/drawing/2014/main" id="{7CC5D659-E169-3781-C5E3-2A9BEF49608C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94" name="Next">
              <a:extLst>
                <a:ext uri="{FF2B5EF4-FFF2-40B4-BE49-F238E27FC236}">
                  <a16:creationId xmlns:a16="http://schemas.microsoft.com/office/drawing/2014/main" id="{87A4957C-A6B4-AD62-3DCF-B30A5030194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95" name="Page 1">
              <a:extLst>
                <a:ext uri="{FF2B5EF4-FFF2-40B4-BE49-F238E27FC236}">
                  <a16:creationId xmlns:a16="http://schemas.microsoft.com/office/drawing/2014/main" id="{6E821988-7260-1157-D968-02F64602F28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96" name="Page 2">
              <a:extLst>
                <a:ext uri="{FF2B5EF4-FFF2-40B4-BE49-F238E27FC236}">
                  <a16:creationId xmlns:a16="http://schemas.microsoft.com/office/drawing/2014/main" id="{2ADDF9D0-6F05-3EC0-4CB0-B35449116EC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97" name="Page 3">
              <a:extLst>
                <a:ext uri="{FF2B5EF4-FFF2-40B4-BE49-F238E27FC236}">
                  <a16:creationId xmlns:a16="http://schemas.microsoft.com/office/drawing/2014/main" id="{BDC2D170-6BDE-BE2D-1B8A-EEA8CB0AA5B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98" name="Page 4">
              <a:extLst>
                <a:ext uri="{FF2B5EF4-FFF2-40B4-BE49-F238E27FC236}">
                  <a16:creationId xmlns:a16="http://schemas.microsoft.com/office/drawing/2014/main" id="{852E2E07-C6A6-0C39-D1C7-0C39ADC84EFC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99" name="Page 5">
              <a:extLst>
                <a:ext uri="{FF2B5EF4-FFF2-40B4-BE49-F238E27FC236}">
                  <a16:creationId xmlns:a16="http://schemas.microsoft.com/office/drawing/2014/main" id="{07DD4CD0-D47F-C448-CC8F-12E9DE21102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00" name="Page 5">
              <a:extLst>
                <a:ext uri="{FF2B5EF4-FFF2-40B4-BE49-F238E27FC236}">
                  <a16:creationId xmlns:a16="http://schemas.microsoft.com/office/drawing/2014/main" id="{E623CFF8-5EAB-64FF-4073-81925850C8B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01" name="Page 2">
              <a:extLst>
                <a:ext uri="{FF2B5EF4-FFF2-40B4-BE49-F238E27FC236}">
                  <a16:creationId xmlns:a16="http://schemas.microsoft.com/office/drawing/2014/main" id="{6C9567BA-BA05-BBD7-7981-A185EE01FEF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18A1B3A6-F6B9-5F1C-2DB9-48B88835464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CCC41-CFD0-0D53-1A07-7CCE46FCF33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3832E-6AA1-49D3-F38A-CBF713A7EB8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 콘텐츠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C7BC5-5445-7FF5-AEC7-9728252C220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V-HCR-02-001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600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DEAA79-6991-83B2-5D21-9B7947D7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5EA4636-347E-7317-6375-2E56CA7C84C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8E2FFC0-A56A-6A08-4BCD-BDC6316359D7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904D2D8-7FD0-03F8-64AE-A40A2CD8881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AF543DF-5C30-8D34-DEFF-D8042766EE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195385"/>
              </p:ext>
            </p:extLst>
          </p:nvPr>
        </p:nvGraphicFramePr>
        <p:xfrm>
          <a:off x="9655174" y="276226"/>
          <a:ext cx="2532687" cy="222286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유튜브 동영상 콘텐츠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추후 중앙교육연수원과 혀의 후 출력 항목 변경 가능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영상 콘텐츠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플레이어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기본정보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태그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제작기관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제작자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등록시기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사용자들의 평가 점수 평균값을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콘텐츠 메타정보 출력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분야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학습방법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추천대상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콘텐츠 설명 정보를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 학습 콘텐츠와 관련된 콘텐츠 목록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클릭 시 해당 영상 상세 화면으로 이동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F72D30-E7E3-215A-6FFE-2C86DAD48DEA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추천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37367C-3179-D90C-D8A6-FC121BD5A66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D27147A-BB0B-9B35-E0AE-C8CD2C742C8D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학습콘텐츠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추천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8BD6A9A-3015-73B5-2859-F66F6DCA2D93}"/>
              </a:ext>
            </a:extLst>
          </p:cNvPr>
          <p:cNvGrpSpPr/>
          <p:nvPr/>
        </p:nvGrpSpPr>
        <p:grpSpPr>
          <a:xfrm>
            <a:off x="1553095" y="1076324"/>
            <a:ext cx="4652081" cy="2219158"/>
            <a:chOff x="3881483" y="978229"/>
            <a:chExt cx="2403431" cy="62326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77C4BF0-1092-80C5-4F73-25606257BE4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1005092-6AA0-CA02-037C-7B631797FE55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3D4A8B5C-249D-638B-093E-CA143BCCE9FE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7C54CF5-7C77-A4B0-F892-007E04F32FE0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AA3B6C-0CA6-6431-45F1-60CA8C515C9F}"/>
                </a:ext>
              </a:extLst>
            </p:cNvPr>
            <p:cNvSpPr txBox="1"/>
            <p:nvPr/>
          </p:nvSpPr>
          <p:spPr>
            <a:xfrm>
              <a:off x="3884473" y="1224403"/>
              <a:ext cx="2400441" cy="13295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3200" b="1" dirty="0">
                  <a:latin typeface="+mn-ea"/>
                  <a:ea typeface="+mn-ea"/>
                </a:rPr>
                <a:t>▶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170936E-91D8-466F-88BC-7BB48FA45A92}"/>
              </a:ext>
            </a:extLst>
          </p:cNvPr>
          <p:cNvSpPr txBox="1"/>
          <p:nvPr/>
        </p:nvSpPr>
        <p:spPr>
          <a:xfrm>
            <a:off x="1553095" y="3367591"/>
            <a:ext cx="4638385" cy="584775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경기교육지원청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교육 공동체 역량 강화 프로그램 운영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편 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영통구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교육공동체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역량강화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소통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공유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#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성과관리</a:t>
            </a: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경기도 교육청                                                                              조회수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9,999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회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전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BCC21D56-EC2C-5442-C9AF-B123580B89E3}"/>
              </a:ext>
            </a:extLst>
          </p:cNvPr>
          <p:cNvGrpSpPr/>
          <p:nvPr/>
        </p:nvGrpSpPr>
        <p:grpSpPr>
          <a:xfrm>
            <a:off x="6346089" y="1071862"/>
            <a:ext cx="3163524" cy="620919"/>
            <a:chOff x="6338274" y="1138420"/>
            <a:chExt cx="3163524" cy="62091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85EAEF-BE45-490B-674B-C198AB36EE4E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B8D297C3-3CBD-63CA-8096-676ADE4F209F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A784E48C-211A-FC2F-30E2-02ED507C66CC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C9B14B2D-3E9E-F9AD-9184-5CAA09546432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BB6806BA-2872-C12E-5091-B27182DB36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7772E64F-C606-4636-4670-5A1A8DAC17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9" name="직선 연결선 48">
                    <a:extLst>
                      <a:ext uri="{FF2B5EF4-FFF2-40B4-BE49-F238E27FC236}">
                        <a16:creationId xmlns:a16="http://schemas.microsoft.com/office/drawing/2014/main" id="{553B60A6-1DCD-5DFE-86E8-ADFB3FD94D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8E5A5E0-9225-3351-0EDF-C01FC0DAD94A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6DB79CC0-8A01-B46A-DDC5-82CFCD2B781E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73E6DB70-E260-1A7A-BDAE-6BBDAC5D6245}"/>
              </a:ext>
            </a:extLst>
          </p:cNvPr>
          <p:cNvGrpSpPr/>
          <p:nvPr/>
        </p:nvGrpSpPr>
        <p:grpSpPr>
          <a:xfrm>
            <a:off x="1548447" y="4909257"/>
            <a:ext cx="4655503" cy="1285608"/>
            <a:chOff x="1540632" y="3154249"/>
            <a:chExt cx="4655503" cy="1285608"/>
          </a:xfrm>
        </p:grpSpPr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17D2115-F52D-31A3-F0C4-BF8173C2AA1D}"/>
                </a:ext>
              </a:extLst>
            </p:cNvPr>
            <p:cNvSpPr txBox="1"/>
            <p:nvPr/>
          </p:nvSpPr>
          <p:spPr>
            <a:xfrm>
              <a:off x="1557951" y="3380867"/>
              <a:ext cx="4638184" cy="1058990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</p:spPr>
          <p:txBody>
            <a:bodyPr wrap="square" lIns="36000" rIns="3600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2025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년 교육 현장에서는 학생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학부모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교사가 함께 성장하는 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'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교육공동체 역량 강화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'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가 핵심 과제로 추진되고 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주요 대상별 프로그램 유형과 내용은 다음과 같습니다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 </a:t>
              </a:r>
            </a:p>
            <a:p>
              <a:pPr>
                <a:lnSpc>
                  <a:spcPct val="130000"/>
                </a:lnSpc>
              </a:pP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ko-KR" altLang="ko-KR" sz="900" b="1" dirty="0">
                  <a:solidFill>
                    <a:srgbClr val="0A0A0A"/>
                  </a:solidFill>
                  <a:latin typeface="나눔고딕" pitchFamily="2" charset="-127"/>
                  <a:ea typeface="나눔고딕" pitchFamily="2" charset="-127"/>
                  <a:cs typeface="Arial" panose="020B0604020202020204" pitchFamily="34" charset="0"/>
                </a:rPr>
                <a:t>1. 교사 역량 강화 (전문적 학습공동체) </a:t>
              </a:r>
              <a:endParaRPr lang="ko-KR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ko-KR" altLang="ko-KR" sz="900" dirty="0">
                  <a:solidFill>
                    <a:srgbClr val="0A0A0A"/>
                  </a:solidFill>
                  <a:latin typeface="나눔고딕" pitchFamily="2" charset="-127"/>
                  <a:ea typeface="나눔고딕" pitchFamily="2" charset="-127"/>
                  <a:cs typeface="Arial" panose="020B0604020202020204" pitchFamily="34" charset="0"/>
                </a:rPr>
                <a:t>교사의 수업 전문성과 에듀테크 활용 능력을 높이는 데 집중합니다.</a:t>
              </a:r>
              <a:endParaRPr lang="ko-KR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68" name="사각형: 둥근 모서리 267">
              <a:extLst>
                <a:ext uri="{FF2B5EF4-FFF2-40B4-BE49-F238E27FC236}">
                  <a16:creationId xmlns:a16="http://schemas.microsoft.com/office/drawing/2014/main" id="{65B573FC-0F0B-1CF3-1AEB-04D01D31C97B}"/>
                </a:ext>
              </a:extLst>
            </p:cNvPr>
            <p:cNvSpPr/>
            <p:nvPr/>
          </p:nvSpPr>
          <p:spPr>
            <a:xfrm>
              <a:off x="1540632" y="3154249"/>
              <a:ext cx="1025096" cy="21958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콘텐츠 설명</a:t>
              </a:r>
              <a:endParaRPr lang="ko-KR" altLang="en-US" sz="11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277" name="TextBox 276">
            <a:extLst>
              <a:ext uri="{FF2B5EF4-FFF2-40B4-BE49-F238E27FC236}">
                <a16:creationId xmlns:a16="http://schemas.microsoft.com/office/drawing/2014/main" id="{577ABA06-AA7E-1210-5292-73F81BE85396}"/>
              </a:ext>
            </a:extLst>
          </p:cNvPr>
          <p:cNvSpPr txBox="1"/>
          <p:nvPr/>
        </p:nvSpPr>
        <p:spPr>
          <a:xfrm>
            <a:off x="5627077" y="5864673"/>
            <a:ext cx="576873" cy="230832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 algn="r"/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더보기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685DE0A5-6C8F-61CF-FCE5-B21360C79E57}"/>
              </a:ext>
            </a:extLst>
          </p:cNvPr>
          <p:cNvSpPr txBox="1"/>
          <p:nvPr/>
        </p:nvSpPr>
        <p:spPr>
          <a:xfrm>
            <a:off x="6271849" y="816421"/>
            <a:ext cx="12546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관련 콘텐츠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AB8510C3-47CB-7551-5EF7-D71FC8C644E0}"/>
              </a:ext>
            </a:extLst>
          </p:cNvPr>
          <p:cNvGrpSpPr/>
          <p:nvPr/>
        </p:nvGrpSpPr>
        <p:grpSpPr>
          <a:xfrm>
            <a:off x="6348413" y="1760441"/>
            <a:ext cx="3163524" cy="620919"/>
            <a:chOff x="6338274" y="1138420"/>
            <a:chExt cx="3163524" cy="620919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0709322-201F-F275-D1BB-22E4F506CA96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184AA94C-DEEC-D508-8B61-6CF9A087598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BE13BA1B-5D54-5AEB-2BC4-8D24789E7F25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284" name="그룹 283">
                  <a:extLst>
                    <a:ext uri="{FF2B5EF4-FFF2-40B4-BE49-F238E27FC236}">
                      <a16:creationId xmlns:a16="http://schemas.microsoft.com/office/drawing/2014/main" id="{AA11E088-D758-239E-2F93-35FB7CD35ACF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286" name="직사각형 285">
                    <a:extLst>
                      <a:ext uri="{FF2B5EF4-FFF2-40B4-BE49-F238E27FC236}">
                        <a16:creationId xmlns:a16="http://schemas.microsoft.com/office/drawing/2014/main" id="{FDF93D56-9722-F2B7-E319-63B883D133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87" name="직선 연결선 286">
                    <a:extLst>
                      <a:ext uri="{FF2B5EF4-FFF2-40B4-BE49-F238E27FC236}">
                        <a16:creationId xmlns:a16="http://schemas.microsoft.com/office/drawing/2014/main" id="{584CDFAC-79BC-89A8-6968-2AE9C6556A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7" name="직선 연결선 96">
                    <a:extLst>
                      <a:ext uri="{FF2B5EF4-FFF2-40B4-BE49-F238E27FC236}">
                        <a16:creationId xmlns:a16="http://schemas.microsoft.com/office/drawing/2014/main" id="{AFF329C7-D7D1-E036-80E5-740D5B83CE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4E2EE848-9244-A2A1-2D16-9876D78F3BFC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0C90DC54-4E42-F6C2-BF42-194EF40E6FB3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077EBC7-E299-7389-DA62-B18B1D48A9B2}"/>
              </a:ext>
            </a:extLst>
          </p:cNvPr>
          <p:cNvGrpSpPr/>
          <p:nvPr/>
        </p:nvGrpSpPr>
        <p:grpSpPr>
          <a:xfrm>
            <a:off x="6343145" y="2448196"/>
            <a:ext cx="3163524" cy="620919"/>
            <a:chOff x="6338274" y="1138420"/>
            <a:chExt cx="3163524" cy="620919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2B2A931-A050-C406-AD60-0942E2DF9A86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B2D6B098-EFD9-E60E-39BA-E6816386CCB2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474A18BD-D02C-004F-093A-0412305877F7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95A93C02-2FFC-229D-94DF-9B9B162C410C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BF6380CE-6AF4-2407-4B83-73B1784BB5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14" name="직선 연결선 113">
                    <a:extLst>
                      <a:ext uri="{FF2B5EF4-FFF2-40B4-BE49-F238E27FC236}">
                        <a16:creationId xmlns:a16="http://schemas.microsoft.com/office/drawing/2014/main" id="{3941E920-F1CB-647C-C090-9335584855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5" name="직선 연결선 114">
                    <a:extLst>
                      <a:ext uri="{FF2B5EF4-FFF2-40B4-BE49-F238E27FC236}">
                        <a16:creationId xmlns:a16="http://schemas.microsoft.com/office/drawing/2014/main" id="{3DEECD0E-C6D7-47D4-9D29-49523E1D7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EC8999B-5686-FA61-9C3A-03B6E2A4EB88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0291956F-8626-B34C-31B6-773E62C3BF5A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B2C4F55-6E7D-1CBF-989A-927A16DA7D09}"/>
              </a:ext>
            </a:extLst>
          </p:cNvPr>
          <p:cNvGrpSpPr/>
          <p:nvPr/>
        </p:nvGrpSpPr>
        <p:grpSpPr>
          <a:xfrm>
            <a:off x="6344854" y="3136820"/>
            <a:ext cx="3163524" cy="620919"/>
            <a:chOff x="6338274" y="1138420"/>
            <a:chExt cx="3163524" cy="620919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7B5CD44-0932-6C0D-F267-03F885BE8261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25CB43E-5897-C8B2-4318-02D039ED09A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10B5DD6C-A5B1-AA7A-B508-5097136D8994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126" name="그룹 125">
                  <a:extLst>
                    <a:ext uri="{FF2B5EF4-FFF2-40B4-BE49-F238E27FC236}">
                      <a16:creationId xmlns:a16="http://schemas.microsoft.com/office/drawing/2014/main" id="{701327F5-E86D-3A90-55B4-D28D2851C24C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288" name="직사각형 287">
                    <a:extLst>
                      <a:ext uri="{FF2B5EF4-FFF2-40B4-BE49-F238E27FC236}">
                        <a16:creationId xmlns:a16="http://schemas.microsoft.com/office/drawing/2014/main" id="{9C8B7ECE-009C-A7E6-55C7-296AC423E2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89" name="직선 연결선 288">
                    <a:extLst>
                      <a:ext uri="{FF2B5EF4-FFF2-40B4-BE49-F238E27FC236}">
                        <a16:creationId xmlns:a16="http://schemas.microsoft.com/office/drawing/2014/main" id="{326602B0-DDC3-0A91-F85E-0049FB8C62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90" name="직선 연결선 289">
                    <a:extLst>
                      <a:ext uri="{FF2B5EF4-FFF2-40B4-BE49-F238E27FC236}">
                        <a16:creationId xmlns:a16="http://schemas.microsoft.com/office/drawing/2014/main" id="{07A38BFC-66BD-7DBA-80AA-C6BE1C3328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A5C00FD-3395-0CF1-C847-61176135737B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6956DF8E-997E-98A2-92D0-17BC1D7E01F7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E15B3E06-307E-FC83-FB60-3B9ACD9BE883}"/>
              </a:ext>
            </a:extLst>
          </p:cNvPr>
          <p:cNvGrpSpPr/>
          <p:nvPr/>
        </p:nvGrpSpPr>
        <p:grpSpPr>
          <a:xfrm>
            <a:off x="1565767" y="4022751"/>
            <a:ext cx="3550265" cy="231390"/>
            <a:chOff x="1237523" y="3928967"/>
            <a:chExt cx="3550265" cy="231390"/>
          </a:xfrm>
        </p:grpSpPr>
        <p:sp>
          <p:nvSpPr>
            <p:cNvPr id="297" name="모서리가 둥근 직사각형 122">
              <a:extLst>
                <a:ext uri="{FF2B5EF4-FFF2-40B4-BE49-F238E27FC236}">
                  <a16:creationId xmlns:a16="http://schemas.microsoft.com/office/drawing/2014/main" id="{2B9F5472-BFF5-7F2E-CDB1-88890BDEB7CE}"/>
                </a:ext>
              </a:extLst>
            </p:cNvPr>
            <p:cNvSpPr/>
            <p:nvPr/>
          </p:nvSpPr>
          <p:spPr>
            <a:xfrm>
              <a:off x="1237523" y="3933766"/>
              <a:ext cx="1007776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분야</a:t>
              </a:r>
              <a:endParaRPr lang="ko-KR" altLang="en-US" sz="1000" spc="-9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FE78CDD0-1DF2-F2BB-247A-8845EA7C5CD2}"/>
                </a:ext>
              </a:extLst>
            </p:cNvPr>
            <p:cNvSpPr txBox="1"/>
            <p:nvPr/>
          </p:nvSpPr>
          <p:spPr>
            <a:xfrm>
              <a:off x="2255723" y="3928967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교육과정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소통화 협력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변화대응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전문성 개발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D5031F3C-EFCB-EE73-383F-CB427BEB0DCD}"/>
              </a:ext>
            </a:extLst>
          </p:cNvPr>
          <p:cNvGrpSpPr/>
          <p:nvPr/>
        </p:nvGrpSpPr>
        <p:grpSpPr>
          <a:xfrm>
            <a:off x="1565766" y="4313251"/>
            <a:ext cx="3550266" cy="230832"/>
            <a:chOff x="1237522" y="4242912"/>
            <a:chExt cx="3550266" cy="230832"/>
          </a:xfrm>
        </p:grpSpPr>
        <p:sp>
          <p:nvSpPr>
            <p:cNvPr id="298" name="모서리가 둥근 직사각형 122">
              <a:extLst>
                <a:ext uri="{FF2B5EF4-FFF2-40B4-BE49-F238E27FC236}">
                  <a16:creationId xmlns:a16="http://schemas.microsoft.com/office/drawing/2014/main" id="{8B1087D1-5484-31AA-50D8-0E9C4C60ACF9}"/>
                </a:ext>
              </a:extLst>
            </p:cNvPr>
            <p:cNvSpPr/>
            <p:nvPr/>
          </p:nvSpPr>
          <p:spPr>
            <a:xfrm>
              <a:off x="1237522" y="4246723"/>
              <a:ext cx="1007777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학습방법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44E3E86-1EF9-EBC7-F439-205FF62FB604}"/>
                </a:ext>
              </a:extLst>
            </p:cNvPr>
            <p:cNvSpPr txBox="1"/>
            <p:nvPr/>
          </p:nvSpPr>
          <p:spPr>
            <a:xfrm>
              <a:off x="2255723" y="4242912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영상 시청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6" name="그룹 315">
            <a:extLst>
              <a:ext uri="{FF2B5EF4-FFF2-40B4-BE49-F238E27FC236}">
                <a16:creationId xmlns:a16="http://schemas.microsoft.com/office/drawing/2014/main" id="{B1152314-1D05-57BF-F1BC-11B14A08B925}"/>
              </a:ext>
            </a:extLst>
          </p:cNvPr>
          <p:cNvGrpSpPr/>
          <p:nvPr/>
        </p:nvGrpSpPr>
        <p:grpSpPr>
          <a:xfrm>
            <a:off x="1565766" y="4611135"/>
            <a:ext cx="3550266" cy="230832"/>
            <a:chOff x="1237522" y="4564241"/>
            <a:chExt cx="3550266" cy="230832"/>
          </a:xfrm>
        </p:grpSpPr>
        <p:sp>
          <p:nvSpPr>
            <p:cNvPr id="312" name="모서리가 둥근 직사각형 122">
              <a:extLst>
                <a:ext uri="{FF2B5EF4-FFF2-40B4-BE49-F238E27FC236}">
                  <a16:creationId xmlns:a16="http://schemas.microsoft.com/office/drawing/2014/main" id="{38870713-D150-1351-CB62-DD09E490F417}"/>
                </a:ext>
              </a:extLst>
            </p:cNvPr>
            <p:cNvSpPr/>
            <p:nvPr/>
          </p:nvSpPr>
          <p:spPr>
            <a:xfrm>
              <a:off x="1237522" y="4568052"/>
              <a:ext cx="1007777" cy="22659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900" spc="-90" dirty="0">
                  <a:latin typeface="나눔고딕" pitchFamily="2" charset="-127"/>
                  <a:ea typeface="나눔고딕" pitchFamily="2" charset="-127"/>
                </a:rPr>
                <a:t>추천대상</a:t>
              </a:r>
              <a:endParaRPr lang="ko-KR" altLang="en-US" sz="800" spc="-9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80BF3A09-0048-B4BB-A7EE-99AA6CC916CE}"/>
                </a:ext>
              </a:extLst>
            </p:cNvPr>
            <p:cNvSpPr txBox="1"/>
            <p:nvPr/>
          </p:nvSpPr>
          <p:spPr>
            <a:xfrm>
              <a:off x="2255723" y="4564241"/>
              <a:ext cx="2532065" cy="2308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초등학교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중학교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고등학교 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endParaRPr lang="ko-KR" altLang="en-US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</p:grpSp>
      <p:grpSp>
        <p:nvGrpSpPr>
          <p:cNvPr id="317" name="그룹 316">
            <a:extLst>
              <a:ext uri="{FF2B5EF4-FFF2-40B4-BE49-F238E27FC236}">
                <a16:creationId xmlns:a16="http://schemas.microsoft.com/office/drawing/2014/main" id="{36E078EE-59E8-10C2-D4B9-070D0EBBB3AF}"/>
              </a:ext>
            </a:extLst>
          </p:cNvPr>
          <p:cNvGrpSpPr/>
          <p:nvPr/>
        </p:nvGrpSpPr>
        <p:grpSpPr>
          <a:xfrm>
            <a:off x="6348413" y="3823556"/>
            <a:ext cx="3163524" cy="620919"/>
            <a:chOff x="6338274" y="1138420"/>
            <a:chExt cx="3163524" cy="620919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BE5C3DFF-2EEE-0ED6-9FF8-A07B9BEB6601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603BE9EA-CEAB-0B69-EE29-46BF48AD00E9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57313185-6CC8-6AA8-5019-A312CD7399C5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22" name="그룹 321">
                  <a:extLst>
                    <a:ext uri="{FF2B5EF4-FFF2-40B4-BE49-F238E27FC236}">
                      <a16:creationId xmlns:a16="http://schemas.microsoft.com/office/drawing/2014/main" id="{A7E13C2C-6990-F50D-7090-181D8C2917D1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24" name="직사각형 323">
                    <a:extLst>
                      <a:ext uri="{FF2B5EF4-FFF2-40B4-BE49-F238E27FC236}">
                        <a16:creationId xmlns:a16="http://schemas.microsoft.com/office/drawing/2014/main" id="{1A2DA413-7CB2-D605-1E18-BEC9F7F764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25" name="직선 연결선 324">
                    <a:extLst>
                      <a:ext uri="{FF2B5EF4-FFF2-40B4-BE49-F238E27FC236}">
                        <a16:creationId xmlns:a16="http://schemas.microsoft.com/office/drawing/2014/main" id="{454335DC-BD68-FDDF-71A8-31E1DB5D3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6" name="직선 연결선 325">
                    <a:extLst>
                      <a:ext uri="{FF2B5EF4-FFF2-40B4-BE49-F238E27FC236}">
                        <a16:creationId xmlns:a16="http://schemas.microsoft.com/office/drawing/2014/main" id="{2807573F-890E-BCF3-03A2-FA0D45F178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47842D25-A299-DC08-4049-0DDE007687E5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5C00594F-A22F-4E19-6CD9-7A82156EE09E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0DA5A293-6106-2E46-EB94-99DE8C877FC0}"/>
              </a:ext>
            </a:extLst>
          </p:cNvPr>
          <p:cNvGrpSpPr/>
          <p:nvPr/>
        </p:nvGrpSpPr>
        <p:grpSpPr>
          <a:xfrm>
            <a:off x="6343145" y="4511311"/>
            <a:ext cx="3163524" cy="620919"/>
            <a:chOff x="6338274" y="1138420"/>
            <a:chExt cx="3163524" cy="620919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D253B0D1-0092-E4E1-86CA-AB32BBE2BA3D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34" name="그룹 333">
              <a:extLst>
                <a:ext uri="{FF2B5EF4-FFF2-40B4-BE49-F238E27FC236}">
                  <a16:creationId xmlns:a16="http://schemas.microsoft.com/office/drawing/2014/main" id="{91BBDE7F-1B48-345A-49C9-2EDF25DAC9FA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35" name="그룹 334">
                <a:extLst>
                  <a:ext uri="{FF2B5EF4-FFF2-40B4-BE49-F238E27FC236}">
                    <a16:creationId xmlns:a16="http://schemas.microsoft.com/office/drawing/2014/main" id="{5B8CBF4D-F453-2674-228D-D7BE56D3400E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37" name="그룹 336">
                  <a:extLst>
                    <a:ext uri="{FF2B5EF4-FFF2-40B4-BE49-F238E27FC236}">
                      <a16:creationId xmlns:a16="http://schemas.microsoft.com/office/drawing/2014/main" id="{FD520549-AE6D-7807-FA15-2FA1E214A251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39" name="직사각형 338">
                    <a:extLst>
                      <a:ext uri="{FF2B5EF4-FFF2-40B4-BE49-F238E27FC236}">
                        <a16:creationId xmlns:a16="http://schemas.microsoft.com/office/drawing/2014/main" id="{15A97BEA-41A3-B5A4-1D25-3AF6ECDD9C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40" name="직선 연결선 339">
                    <a:extLst>
                      <a:ext uri="{FF2B5EF4-FFF2-40B4-BE49-F238E27FC236}">
                        <a16:creationId xmlns:a16="http://schemas.microsoft.com/office/drawing/2014/main" id="{D11053E9-9FEE-FCE9-829C-527D9A2C06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1" name="직선 연결선 340">
                    <a:extLst>
                      <a:ext uri="{FF2B5EF4-FFF2-40B4-BE49-F238E27FC236}">
                        <a16:creationId xmlns:a16="http://schemas.microsoft.com/office/drawing/2014/main" id="{BCCF85ED-B4EC-13FF-D1FC-2C7568E2B7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38" name="TextBox 337">
                  <a:extLst>
                    <a:ext uri="{FF2B5EF4-FFF2-40B4-BE49-F238E27FC236}">
                      <a16:creationId xmlns:a16="http://schemas.microsoft.com/office/drawing/2014/main" id="{9C0D31E4-2202-F64F-DA20-DC54D9EA75D8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2D6D6A2C-4CFD-5A57-0016-1F2174893B7A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B5759519-2CD8-9675-4830-EEBC2CD3823B}"/>
              </a:ext>
            </a:extLst>
          </p:cNvPr>
          <p:cNvGrpSpPr/>
          <p:nvPr/>
        </p:nvGrpSpPr>
        <p:grpSpPr>
          <a:xfrm>
            <a:off x="6344854" y="5340613"/>
            <a:ext cx="3163524" cy="620919"/>
            <a:chOff x="6338274" y="1138420"/>
            <a:chExt cx="3163524" cy="620919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BE9BB13C-B633-5D3C-347F-9BA263B4ADD5}"/>
                </a:ext>
              </a:extLst>
            </p:cNvPr>
            <p:cNvSpPr txBox="1"/>
            <p:nvPr/>
          </p:nvSpPr>
          <p:spPr>
            <a:xfrm>
              <a:off x="7512920" y="1143786"/>
              <a:ext cx="1988878" cy="61555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경기교육지원청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,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교육 공동체 역량 강화 프로그램 운영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영통구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#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공동체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..</a:t>
              </a: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경기도 교육청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조회수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999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회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개월 전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6D70088F-DF73-4062-306C-D8BFBCE7A4F5}"/>
                </a:ext>
              </a:extLst>
            </p:cNvPr>
            <p:cNvGrpSpPr/>
            <p:nvPr/>
          </p:nvGrpSpPr>
          <p:grpSpPr>
            <a:xfrm>
              <a:off x="6338274" y="1138420"/>
              <a:ext cx="1174646" cy="615553"/>
              <a:chOff x="6338274" y="1138420"/>
              <a:chExt cx="1174646" cy="615553"/>
            </a:xfrm>
          </p:grpSpPr>
          <p:grpSp>
            <p:nvGrpSpPr>
              <p:cNvPr id="350" name="그룹 349">
                <a:extLst>
                  <a:ext uri="{FF2B5EF4-FFF2-40B4-BE49-F238E27FC236}">
                    <a16:creationId xmlns:a16="http://schemas.microsoft.com/office/drawing/2014/main" id="{B1A157C0-550F-5A06-6A60-1ADFEC4548E1}"/>
                  </a:ext>
                </a:extLst>
              </p:cNvPr>
              <p:cNvGrpSpPr/>
              <p:nvPr/>
            </p:nvGrpSpPr>
            <p:grpSpPr>
              <a:xfrm>
                <a:off x="6338274" y="1138420"/>
                <a:ext cx="1174646" cy="615553"/>
                <a:chOff x="4076927" y="978229"/>
                <a:chExt cx="2207986" cy="623266"/>
              </a:xfrm>
            </p:grpSpPr>
            <p:grpSp>
              <p:nvGrpSpPr>
                <p:cNvPr id="352" name="그룹 351">
                  <a:extLst>
                    <a:ext uri="{FF2B5EF4-FFF2-40B4-BE49-F238E27FC236}">
                      <a16:creationId xmlns:a16="http://schemas.microsoft.com/office/drawing/2014/main" id="{0B5E86DD-E3A2-7668-3B79-3DBEA5341D6A}"/>
                    </a:ext>
                  </a:extLst>
                </p:cNvPr>
                <p:cNvGrpSpPr/>
                <p:nvPr/>
              </p:nvGrpSpPr>
              <p:grpSpPr>
                <a:xfrm>
                  <a:off x="4076930" y="978229"/>
                  <a:ext cx="2207983" cy="623266"/>
                  <a:chOff x="3458512" y="4806727"/>
                  <a:chExt cx="840041" cy="914400"/>
                </a:xfrm>
              </p:grpSpPr>
              <p:sp>
                <p:nvSpPr>
                  <p:cNvPr id="354" name="직사각형 353">
                    <a:extLst>
                      <a:ext uri="{FF2B5EF4-FFF2-40B4-BE49-F238E27FC236}">
                        <a16:creationId xmlns:a16="http://schemas.microsoft.com/office/drawing/2014/main" id="{D13AF523-DFB4-9CC7-C1C1-6C678DE87B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58512" y="4806727"/>
                    <a:ext cx="84004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55" name="직선 연결선 354">
                    <a:extLst>
                      <a:ext uri="{FF2B5EF4-FFF2-40B4-BE49-F238E27FC236}">
                        <a16:creationId xmlns:a16="http://schemas.microsoft.com/office/drawing/2014/main" id="{75C2B30D-1C28-B26D-2A6B-963A6E36A8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6" name="직선 연결선 355">
                    <a:extLst>
                      <a:ext uri="{FF2B5EF4-FFF2-40B4-BE49-F238E27FC236}">
                        <a16:creationId xmlns:a16="http://schemas.microsoft.com/office/drawing/2014/main" id="{7BF85E3E-7A90-7930-CD28-8363AFB178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3458512" y="4806727"/>
                    <a:ext cx="840041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53" name="TextBox 352">
                  <a:extLst>
                    <a:ext uri="{FF2B5EF4-FFF2-40B4-BE49-F238E27FC236}">
                      <a16:creationId xmlns:a16="http://schemas.microsoft.com/office/drawing/2014/main" id="{235F27CD-35A8-FA94-8F1E-A5D4AF7E9C1C}"/>
                    </a:ext>
                  </a:extLst>
                </p:cNvPr>
                <p:cNvSpPr txBox="1"/>
                <p:nvPr/>
              </p:nvSpPr>
              <p:spPr>
                <a:xfrm>
                  <a:off x="4076927" y="1191955"/>
                  <a:ext cx="2188390" cy="198268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7D6A7C4-96C7-5808-9283-638D3E49CEC0}"/>
                  </a:ext>
                </a:extLst>
              </p:cNvPr>
              <p:cNvSpPr/>
              <p:nvPr/>
            </p:nvSpPr>
            <p:spPr>
              <a:xfrm>
                <a:off x="7117283" y="1568455"/>
                <a:ext cx="359419" cy="148281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B7961A13-0A28-0808-9470-79A08AFA5912}"/>
              </a:ext>
            </a:extLst>
          </p:cNvPr>
          <p:cNvSpPr txBox="1"/>
          <p:nvPr/>
        </p:nvSpPr>
        <p:spPr>
          <a:xfrm>
            <a:off x="5911323" y="3283570"/>
            <a:ext cx="377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♥</a:t>
            </a:r>
          </a:p>
        </p:txBody>
      </p:sp>
      <p:pic>
        <p:nvPicPr>
          <p:cNvPr id="364" name="그래픽 363" descr="반시계 방향으로 굽은 화살표">
            <a:extLst>
              <a:ext uri="{FF2B5EF4-FFF2-40B4-BE49-F238E27FC236}">
                <a16:creationId xmlns:a16="http://schemas.microsoft.com/office/drawing/2014/main" id="{2B2A0B34-3C46-4275-AE68-C94E71D2C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668975" y="3361054"/>
            <a:ext cx="273706" cy="259156"/>
          </a:xfrm>
          <a:prstGeom prst="rect">
            <a:avLst/>
          </a:prstGeom>
        </p:spPr>
      </p:pic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9B3534F3-5491-8052-8855-D571C9B5DB41}"/>
              </a:ext>
            </a:extLst>
          </p:cNvPr>
          <p:cNvGrpSpPr/>
          <p:nvPr/>
        </p:nvGrpSpPr>
        <p:grpSpPr>
          <a:xfrm>
            <a:off x="8005157" y="5013730"/>
            <a:ext cx="243978" cy="444787"/>
            <a:chOff x="3169920" y="2849880"/>
            <a:chExt cx="243978" cy="444787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77D81A73-2FDF-3D5E-ECB7-985681719D2C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950E2C9B-1C64-7807-36D9-201D7D7869C1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DA176380-B111-6985-2681-B834277DDF37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sp>
        <p:nvSpPr>
          <p:cNvPr id="369" name="사각형: 둥근 모서리 368">
            <a:extLst>
              <a:ext uri="{FF2B5EF4-FFF2-40B4-BE49-F238E27FC236}">
                <a16:creationId xmlns:a16="http://schemas.microsoft.com/office/drawing/2014/main" id="{BBCF075A-E59A-85F3-5BE9-A820AE769259}"/>
              </a:ext>
            </a:extLst>
          </p:cNvPr>
          <p:cNvSpPr/>
          <p:nvPr/>
        </p:nvSpPr>
        <p:spPr>
          <a:xfrm>
            <a:off x="7721600" y="5991667"/>
            <a:ext cx="811092" cy="22762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더보기</a:t>
            </a:r>
            <a:endParaRPr lang="ko-KR" altLang="en-US" sz="9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D8E7684-C2D4-4891-5F22-8B4AD2C3B9B3}"/>
              </a:ext>
            </a:extLst>
          </p:cNvPr>
          <p:cNvSpPr/>
          <p:nvPr/>
        </p:nvSpPr>
        <p:spPr>
          <a:xfrm>
            <a:off x="1441493" y="39264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28335B-D637-2DFA-4BCC-53E7C2C61813}"/>
              </a:ext>
            </a:extLst>
          </p:cNvPr>
          <p:cNvSpPr/>
          <p:nvPr/>
        </p:nvSpPr>
        <p:spPr>
          <a:xfrm>
            <a:off x="1509426" y="1053212"/>
            <a:ext cx="4726205" cy="2865121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CE9CD65-EC8B-E6E2-A0C0-9C65BE31385C}"/>
              </a:ext>
            </a:extLst>
          </p:cNvPr>
          <p:cNvSpPr/>
          <p:nvPr/>
        </p:nvSpPr>
        <p:spPr>
          <a:xfrm>
            <a:off x="1441493" y="106016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3F0E889-28E7-AA81-2BDC-AC0C1D8188EE}"/>
              </a:ext>
            </a:extLst>
          </p:cNvPr>
          <p:cNvSpPr/>
          <p:nvPr/>
        </p:nvSpPr>
        <p:spPr>
          <a:xfrm>
            <a:off x="1555702" y="33164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6A5B9B0-7935-25AD-2E56-9078FF2F13CC}"/>
              </a:ext>
            </a:extLst>
          </p:cNvPr>
          <p:cNvSpPr/>
          <p:nvPr/>
        </p:nvSpPr>
        <p:spPr>
          <a:xfrm>
            <a:off x="6297292" y="82455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2444D-4E81-D4CA-54F9-C0EDB1739F25}"/>
              </a:ext>
            </a:extLst>
          </p:cNvPr>
          <p:cNvSpPr txBox="1"/>
          <p:nvPr/>
        </p:nvSpPr>
        <p:spPr>
          <a:xfrm>
            <a:off x="4975224" y="809473"/>
            <a:ext cx="12563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평점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★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4.7</a:t>
            </a:r>
            <a:endParaRPr lang="ko-KR" altLang="en-US" sz="10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4EEE771-B7A7-47B1-AF32-1EDAB5D55C59}"/>
              </a:ext>
            </a:extLst>
          </p:cNvPr>
          <p:cNvSpPr/>
          <p:nvPr/>
        </p:nvSpPr>
        <p:spPr>
          <a:xfrm>
            <a:off x="5307010" y="8001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93B35-7FD4-9B0D-51DC-D8CDF6FE62F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12063-44FC-FDDA-064C-995F8E1901FF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상세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75487-AD89-0683-C526-EE1C2294A31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V-HCR-02-002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902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A8CDC14-8887-AB26-BD66-B4F119AC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983A095-600C-45BA-5750-EB6D4A852408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62CC678-C905-FA78-92B0-18FBCF28308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C999C7F-DDEB-6A31-081E-204ECD1DB27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60E4F20-F5A9-C611-A069-61B3D4E923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546425"/>
              </p:ext>
            </p:extLst>
          </p:nvPr>
        </p:nvGraphicFramePr>
        <p:xfrm>
          <a:off x="9655174" y="276226"/>
          <a:ext cx="2532687" cy="37441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평가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콘텐츠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평점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콘텐츠 학습완료 상태가 아닌 경우 접근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작성불가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(F-03-005)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 후 정상일 경우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(F-03-006)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등록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개선요청 수정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E85E3DA-E70C-A557-9E70-7B34381C62BD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508BF2-E0A6-467D-5FA3-8F2CC9B79BFA}"/>
              </a:ext>
            </a:extLst>
          </p:cNvPr>
          <p:cNvSpPr/>
          <p:nvPr/>
        </p:nvSpPr>
        <p:spPr>
          <a:xfrm>
            <a:off x="4388253" y="4374289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BE16A-DFFA-37E9-4781-FE9659E77A44}"/>
              </a:ext>
            </a:extLst>
          </p:cNvPr>
          <p:cNvSpPr txBox="1"/>
          <p:nvPr/>
        </p:nvSpPr>
        <p:spPr>
          <a:xfrm>
            <a:off x="8082643" y="3393609"/>
            <a:ext cx="1434420" cy="2831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평점주기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: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★★★★☆</a:t>
            </a:r>
            <a:endParaRPr lang="en-US" altLang="ko-KR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5897E2-A57E-BDCD-E0B3-6A68569DC65C}"/>
              </a:ext>
            </a:extLst>
          </p:cNvPr>
          <p:cNvSpPr/>
          <p:nvPr/>
        </p:nvSpPr>
        <p:spPr>
          <a:xfrm>
            <a:off x="1556263" y="3681822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D119B-D215-EFE1-5ED6-A5FEC66857DC}"/>
              </a:ext>
            </a:extLst>
          </p:cNvPr>
          <p:cNvSpPr txBox="1"/>
          <p:nvPr/>
        </p:nvSpPr>
        <p:spPr>
          <a:xfrm>
            <a:off x="1487489" y="3432098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콘텐츠 평가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F158A6-A07A-7368-FCC5-D0CFC4015395}"/>
              </a:ext>
            </a:extLst>
          </p:cNvPr>
          <p:cNvGrpSpPr/>
          <p:nvPr/>
        </p:nvGrpSpPr>
        <p:grpSpPr>
          <a:xfrm>
            <a:off x="1540632" y="1856586"/>
            <a:ext cx="7903406" cy="906092"/>
            <a:chOff x="1540632" y="5487809"/>
            <a:chExt cx="7903406" cy="906092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B678D1D-8ED3-5C24-EA95-D62B1E86AE62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1860"/>
              <a:chOff x="1551721" y="5276792"/>
              <a:chExt cx="2340215" cy="47186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4F49C4-6C9D-86BA-9903-EE84A85C8075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186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★★★★☆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김*동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(kim7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*****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) 2026-03-16  </a:t>
                </a:r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3CCE431D-604D-612F-F49C-3F9E4DA824E5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B026BD75-9E0C-C3C1-88D4-E7EBB6F39FD2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31" name="그래픽 30" descr="사용자">
                  <a:extLst>
                    <a:ext uri="{FF2B5EF4-FFF2-40B4-BE49-F238E27FC236}">
                      <a16:creationId xmlns:a16="http://schemas.microsoft.com/office/drawing/2014/main" id="{8544675F-3B51-EDC7-C521-A8CFA38266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2E88FF-E525-95CF-AD76-2A4FA15C1482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2338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관련영상들도 이번에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학습모듈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구성할때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활용하면 참 좋을 것 같아요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8402140-7C1A-B75F-EC2F-28B68C013933}"/>
              </a:ext>
            </a:extLst>
          </p:cNvPr>
          <p:cNvGrpSpPr/>
          <p:nvPr/>
        </p:nvGrpSpPr>
        <p:grpSpPr>
          <a:xfrm>
            <a:off x="5410449" y="1556336"/>
            <a:ext cx="243978" cy="444787"/>
            <a:chOff x="3169920" y="2849880"/>
            <a:chExt cx="243978" cy="4447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D48A34E-866E-B880-4503-DFD8BC11CFE9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6F7C89-4AE1-1F85-E38C-1A010F0A3D16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24F6CF2-5C48-D224-0EEF-68A92E76D9E7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FA6A20D-8A6D-F561-EFAC-C9BE1264B89B}"/>
              </a:ext>
            </a:extLst>
          </p:cNvPr>
          <p:cNvGrpSpPr/>
          <p:nvPr/>
        </p:nvGrpSpPr>
        <p:grpSpPr>
          <a:xfrm>
            <a:off x="9462621" y="3708106"/>
            <a:ext cx="18001" cy="504000"/>
            <a:chOff x="9231725" y="2171522"/>
            <a:chExt cx="36001" cy="792000"/>
          </a:xfrm>
        </p:grpSpPr>
        <p:sp>
          <p:nvSpPr>
            <p:cNvPr id="37" name="Track">
              <a:extLst>
                <a:ext uri="{FF2B5EF4-FFF2-40B4-BE49-F238E27FC236}">
                  <a16:creationId xmlns:a16="http://schemas.microsoft.com/office/drawing/2014/main" id="{706E588C-DDE4-45EE-83B2-6BBA692E0030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rack">
              <a:extLst>
                <a:ext uri="{FF2B5EF4-FFF2-40B4-BE49-F238E27FC236}">
                  <a16:creationId xmlns:a16="http://schemas.microsoft.com/office/drawing/2014/main" id="{949AD972-8AEA-9A8F-546E-963E2DF93D2A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모서리가 둥근 직사각형 53">
            <a:extLst>
              <a:ext uri="{FF2B5EF4-FFF2-40B4-BE49-F238E27FC236}">
                <a16:creationId xmlns:a16="http://schemas.microsoft.com/office/drawing/2014/main" id="{905D508D-4BD2-D46C-7BB6-524277C05D18}"/>
              </a:ext>
            </a:extLst>
          </p:cNvPr>
          <p:cNvSpPr/>
          <p:nvPr/>
        </p:nvSpPr>
        <p:spPr>
          <a:xfrm>
            <a:off x="8802406" y="4374289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6C1A8-A2B3-6B2B-BDDC-CBCF4CD9A140}"/>
              </a:ext>
            </a:extLst>
          </p:cNvPr>
          <p:cNvCxnSpPr>
            <a:cxnSpLocks/>
          </p:cNvCxnSpPr>
          <p:nvPr/>
        </p:nvCxnSpPr>
        <p:spPr>
          <a:xfrm>
            <a:off x="1487488" y="698835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04D6E64-3852-EA66-1CEB-3F90A78E54DF}"/>
              </a:ext>
            </a:extLst>
          </p:cNvPr>
          <p:cNvSpPr txBox="1"/>
          <p:nvPr/>
        </p:nvSpPr>
        <p:spPr>
          <a:xfrm>
            <a:off x="1487489" y="447436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평가 </a:t>
            </a:r>
            <a:r>
              <a:rPr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35BBCD6-4F8A-E89B-1884-C96AE17001A3}"/>
              </a:ext>
            </a:extLst>
          </p:cNvPr>
          <p:cNvGrpSpPr/>
          <p:nvPr/>
        </p:nvGrpSpPr>
        <p:grpSpPr>
          <a:xfrm>
            <a:off x="1540632" y="743869"/>
            <a:ext cx="7903406" cy="906092"/>
            <a:chOff x="1540632" y="5487809"/>
            <a:chExt cx="7903406" cy="90609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7D7932F-A423-ADA1-FF76-C3618DDE9682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1860"/>
              <a:chOff x="1551721" y="5276792"/>
              <a:chExt cx="2340215" cy="47186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234E0A-C835-A686-26C6-5B21CE8D6149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186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★★★★★ 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윤*습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</a:t>
                </a:r>
                <a:r>
                  <a:rPr lang="en-US" altLang="ko-KR" sz="900" dirty="0" err="1">
                    <a:latin typeface="나눔고딕" pitchFamily="2" charset="-127"/>
                    <a:ea typeface="나눔고딕" pitchFamily="2" charset="-127"/>
                  </a:rPr>
                  <a:t>amer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*****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) 2026-03-16  </a:t>
                </a:r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0704BD7D-F887-3F17-7E32-62CE9E046822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7B22FE0A-A909-7F60-B6EE-3E97F7B369DA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49" name="그래픽 48" descr="사용자">
                  <a:extLst>
                    <a:ext uri="{FF2B5EF4-FFF2-40B4-BE49-F238E27FC236}">
                      <a16:creationId xmlns:a16="http://schemas.microsoft.com/office/drawing/2014/main" id="{BC60B0A2-42C8-0BF4-5CF0-9132109609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EA6B114-36AD-3614-E37C-433AE5F15F8A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2338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제가 찾던 학습 공동체 활동 관련 교육 콘텐츠 였어요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^^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감사합니다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이곳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하이코칭에서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다양한 관련 영상 자료로 학습도 하고 필요할 때 마다 찾아 볼 수 도 있어서 너무너무 좋습니다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 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293CE77-9236-5A18-D064-C8EF6905EFDA}"/>
              </a:ext>
            </a:extLst>
          </p:cNvPr>
          <p:cNvSpPr txBox="1"/>
          <p:nvPr/>
        </p:nvSpPr>
        <p:spPr>
          <a:xfrm>
            <a:off x="7401169" y="450662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평점 </a:t>
            </a:r>
            <a:r>
              <a:rPr lang="ko-KR" altLang="en-US" sz="900" b="1" dirty="0" err="1">
                <a:latin typeface="나눔고딕" pitchFamily="2" charset="-127"/>
                <a:ea typeface="나눔고딕" pitchFamily="2" charset="-127"/>
              </a:rPr>
              <a:t>높은순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평점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낮은순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최신순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2" name="Pagination">
            <a:extLst>
              <a:ext uri="{FF2B5EF4-FFF2-40B4-BE49-F238E27FC236}">
                <a16:creationId xmlns:a16="http://schemas.microsoft.com/office/drawing/2014/main" id="{F443D3B7-DBC0-F7F8-D917-110CA53182E4}"/>
              </a:ext>
            </a:extLst>
          </p:cNvPr>
          <p:cNvGrpSpPr/>
          <p:nvPr/>
        </p:nvGrpSpPr>
        <p:grpSpPr>
          <a:xfrm>
            <a:off x="3701409" y="314420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" name="Previous">
              <a:extLst>
                <a:ext uri="{FF2B5EF4-FFF2-40B4-BE49-F238E27FC236}">
                  <a16:creationId xmlns:a16="http://schemas.microsoft.com/office/drawing/2014/main" id="{5FDB573D-4697-AF4A-81DC-7204B035393F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1" name="Page 1">
              <a:extLst>
                <a:ext uri="{FF2B5EF4-FFF2-40B4-BE49-F238E27FC236}">
                  <a16:creationId xmlns:a16="http://schemas.microsoft.com/office/drawing/2014/main" id="{323550B4-D845-F992-DF0B-190E240037BF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2" name="Page 2">
              <a:extLst>
                <a:ext uri="{FF2B5EF4-FFF2-40B4-BE49-F238E27FC236}">
                  <a16:creationId xmlns:a16="http://schemas.microsoft.com/office/drawing/2014/main" id="{028446F9-D1A3-EB8B-8220-1419174B41C3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3" name="Page 3">
              <a:extLst>
                <a:ext uri="{FF2B5EF4-FFF2-40B4-BE49-F238E27FC236}">
                  <a16:creationId xmlns:a16="http://schemas.microsoft.com/office/drawing/2014/main" id="{30E3ADCA-0384-A436-169F-439E5DCCEF2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4" name="Page 4">
              <a:extLst>
                <a:ext uri="{FF2B5EF4-FFF2-40B4-BE49-F238E27FC236}">
                  <a16:creationId xmlns:a16="http://schemas.microsoft.com/office/drawing/2014/main" id="{30825476-1639-B2B4-F7A8-8DD35BA944ED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5" name="Page 5">
              <a:extLst>
                <a:ext uri="{FF2B5EF4-FFF2-40B4-BE49-F238E27FC236}">
                  <a16:creationId xmlns:a16="http://schemas.microsoft.com/office/drawing/2014/main" id="{4F72E046-D723-7762-69F6-9A17B576BFED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6" name="Next">
              <a:extLst>
                <a:ext uri="{FF2B5EF4-FFF2-40B4-BE49-F238E27FC236}">
                  <a16:creationId xmlns:a16="http://schemas.microsoft.com/office/drawing/2014/main" id="{C655E11A-3212-4FE3-6323-93070E2C4FF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7" name="Page 1">
              <a:extLst>
                <a:ext uri="{FF2B5EF4-FFF2-40B4-BE49-F238E27FC236}">
                  <a16:creationId xmlns:a16="http://schemas.microsoft.com/office/drawing/2014/main" id="{7CDB36F3-CE1D-C180-E7B9-F4B72691797F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8" name="Page 2">
              <a:extLst>
                <a:ext uri="{FF2B5EF4-FFF2-40B4-BE49-F238E27FC236}">
                  <a16:creationId xmlns:a16="http://schemas.microsoft.com/office/drawing/2014/main" id="{FFDC8D08-2A6F-0B2C-9DDD-1416E884409E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9" name="Page 3">
              <a:extLst>
                <a:ext uri="{FF2B5EF4-FFF2-40B4-BE49-F238E27FC236}">
                  <a16:creationId xmlns:a16="http://schemas.microsoft.com/office/drawing/2014/main" id="{613AB87E-DF0A-A2A6-B7BF-0CE181F3F72A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0" name="Page 4">
              <a:extLst>
                <a:ext uri="{FF2B5EF4-FFF2-40B4-BE49-F238E27FC236}">
                  <a16:creationId xmlns:a16="http://schemas.microsoft.com/office/drawing/2014/main" id="{BEE47BFF-4F00-F369-A250-A2FE9E650AB0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1" name="Page 5">
              <a:extLst>
                <a:ext uri="{FF2B5EF4-FFF2-40B4-BE49-F238E27FC236}">
                  <a16:creationId xmlns:a16="http://schemas.microsoft.com/office/drawing/2014/main" id="{46C3455B-BEAD-C5F3-EA58-B5CC29F37B91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2" name="Page 5">
              <a:extLst>
                <a:ext uri="{FF2B5EF4-FFF2-40B4-BE49-F238E27FC236}">
                  <a16:creationId xmlns:a16="http://schemas.microsoft.com/office/drawing/2014/main" id="{14914363-46C0-3781-9208-34B153541D5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Page 2">
              <a:extLst>
                <a:ext uri="{FF2B5EF4-FFF2-40B4-BE49-F238E27FC236}">
                  <a16:creationId xmlns:a16="http://schemas.microsoft.com/office/drawing/2014/main" id="{30CD7B36-8615-2303-119C-469D9C705D71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8BD9D502-6B28-F481-8381-302A93A725B8}"/>
              </a:ext>
            </a:extLst>
          </p:cNvPr>
          <p:cNvSpPr/>
          <p:nvPr/>
        </p:nvSpPr>
        <p:spPr>
          <a:xfrm>
            <a:off x="1434759" y="41897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3253374-D682-B1FE-A6C6-EF82516A6085}"/>
              </a:ext>
            </a:extLst>
          </p:cNvPr>
          <p:cNvSpPr/>
          <p:nvPr/>
        </p:nvSpPr>
        <p:spPr>
          <a:xfrm>
            <a:off x="7510986" y="45691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>
            <a:noAutofit/>
          </a:bodyPr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0044140-6A7F-9C31-9C03-A5FD7C4EDCE5}"/>
              </a:ext>
            </a:extLst>
          </p:cNvPr>
          <p:cNvSpPr/>
          <p:nvPr/>
        </p:nvSpPr>
        <p:spPr>
          <a:xfrm>
            <a:off x="1470619" y="36618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F795442-28A1-9EAF-5FA5-491CC33324CB}"/>
              </a:ext>
            </a:extLst>
          </p:cNvPr>
          <p:cNvSpPr/>
          <p:nvPr/>
        </p:nvSpPr>
        <p:spPr>
          <a:xfrm>
            <a:off x="1397673" y="340547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BB8415E-51DD-9987-540F-64C6110DFCF0}"/>
              </a:ext>
            </a:extLst>
          </p:cNvPr>
          <p:cNvSpPr/>
          <p:nvPr/>
        </p:nvSpPr>
        <p:spPr>
          <a:xfrm>
            <a:off x="8183797" y="344851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A4BE232-E04C-6F70-6D33-B1C0AEE3BCED}"/>
              </a:ext>
            </a:extLst>
          </p:cNvPr>
          <p:cNvSpPr/>
          <p:nvPr/>
        </p:nvSpPr>
        <p:spPr>
          <a:xfrm>
            <a:off x="4262558" y="43133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ACE2E7E-9D9A-3225-F6FA-F3E94541BDB4}"/>
              </a:ext>
            </a:extLst>
          </p:cNvPr>
          <p:cNvSpPr/>
          <p:nvPr/>
        </p:nvSpPr>
        <p:spPr>
          <a:xfrm>
            <a:off x="8674702" y="43076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646FC89-2727-9A67-5C6C-850C93407FB7}"/>
              </a:ext>
            </a:extLst>
          </p:cNvPr>
          <p:cNvSpPr/>
          <p:nvPr/>
        </p:nvSpPr>
        <p:spPr>
          <a:xfrm>
            <a:off x="1457111" y="762670"/>
            <a:ext cx="8115675" cy="2627435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44CB2F5-F28A-143A-7EB6-AA0D408CBBCB}"/>
              </a:ext>
            </a:extLst>
          </p:cNvPr>
          <p:cNvSpPr/>
          <p:nvPr/>
        </p:nvSpPr>
        <p:spPr>
          <a:xfrm>
            <a:off x="1388231" y="76412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>
            <a:noAutofit/>
          </a:bodyPr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6B13DB-B4C1-4BD0-6675-FBE65FC104F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5826B-DD03-98F1-3309-28E782C6A16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 상세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B1C03D-AB51-2440-389F-E27CC5EF4ED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V-HCR-02-002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E245F62-7E0F-0A95-C356-8551124389B8}"/>
              </a:ext>
            </a:extLst>
          </p:cNvPr>
          <p:cNvSpPr/>
          <p:nvPr/>
        </p:nvSpPr>
        <p:spPr>
          <a:xfrm>
            <a:off x="12192000" y="262923"/>
            <a:ext cx="1189946" cy="318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0102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평점 </a:t>
            </a:r>
            <a:r>
              <a:rPr lang="en-US" altLang="ko-KR" sz="800" dirty="0">
                <a:solidFill>
                  <a:srgbClr val="000000"/>
                </a:solidFill>
              </a:rPr>
              <a:t>-&gt; </a:t>
            </a:r>
            <a:r>
              <a:rPr lang="ko-KR" altLang="en-US" sz="800" dirty="0">
                <a:solidFill>
                  <a:srgbClr val="000000"/>
                </a:solidFill>
              </a:rPr>
              <a:t>평점주기</a:t>
            </a:r>
          </a:p>
        </p:txBody>
      </p:sp>
      <p:sp>
        <p:nvSpPr>
          <p:cNvPr id="52" name="모서리가 둥근 직사각형 53">
            <a:extLst>
              <a:ext uri="{FF2B5EF4-FFF2-40B4-BE49-F238E27FC236}">
                <a16:creationId xmlns:a16="http://schemas.microsoft.com/office/drawing/2014/main" id="{38B6A25E-6E2E-F901-7A1B-EC21217A9B67}"/>
              </a:ext>
            </a:extLst>
          </p:cNvPr>
          <p:cNvSpPr/>
          <p:nvPr/>
        </p:nvSpPr>
        <p:spPr>
          <a:xfrm>
            <a:off x="7945476" y="4368647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개선요청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8322419-79D2-F979-2E7A-10CC68D55DE3}"/>
              </a:ext>
            </a:extLst>
          </p:cNvPr>
          <p:cNvSpPr/>
          <p:nvPr/>
        </p:nvSpPr>
        <p:spPr>
          <a:xfrm>
            <a:off x="7810979" y="43076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모서리가 둥근 직사각형 53">
            <a:extLst>
              <a:ext uri="{FF2B5EF4-FFF2-40B4-BE49-F238E27FC236}">
                <a16:creationId xmlns:a16="http://schemas.microsoft.com/office/drawing/2014/main" id="{E130E0F5-BAD9-1E0B-AF29-096278BA7262}"/>
              </a:ext>
            </a:extLst>
          </p:cNvPr>
          <p:cNvSpPr/>
          <p:nvPr/>
        </p:nvSpPr>
        <p:spPr>
          <a:xfrm>
            <a:off x="7945476" y="4885243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개선요청 수정</a:t>
            </a: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F25040A1-175B-D824-EEDE-43C5117B2616}"/>
              </a:ext>
            </a:extLst>
          </p:cNvPr>
          <p:cNvCxnSpPr>
            <a:cxnSpLocks/>
            <a:stCxn id="52" idx="1"/>
            <a:endCxn id="4" idx="1"/>
          </p:cNvCxnSpPr>
          <p:nvPr/>
        </p:nvCxnSpPr>
        <p:spPr>
          <a:xfrm rot="10800000" flipV="1">
            <a:off x="7945476" y="4530647"/>
            <a:ext cx="12700" cy="51659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868C59F-CC11-AC84-ECA1-88E20838B12B}"/>
              </a:ext>
            </a:extLst>
          </p:cNvPr>
          <p:cNvSpPr txBox="1"/>
          <p:nvPr/>
        </p:nvSpPr>
        <p:spPr>
          <a:xfrm>
            <a:off x="6950832" y="4701889"/>
            <a:ext cx="11450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개선요청 완료 시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22B7313F-810F-51BB-09E7-14583E9F97A3}"/>
              </a:ext>
            </a:extLst>
          </p:cNvPr>
          <p:cNvSpPr/>
          <p:nvPr/>
        </p:nvSpPr>
        <p:spPr>
          <a:xfrm>
            <a:off x="7810979" y="512344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1737F04-3ADD-A824-0918-1B51080FD28C}"/>
              </a:ext>
            </a:extLst>
          </p:cNvPr>
          <p:cNvSpPr/>
          <p:nvPr/>
        </p:nvSpPr>
        <p:spPr>
          <a:xfrm>
            <a:off x="7681775" y="4228861"/>
            <a:ext cx="1125437" cy="1260352"/>
          </a:xfrm>
          <a:prstGeom prst="rect">
            <a:avLst/>
          </a:prstGeom>
          <a:solidFill>
            <a:srgbClr val="FF0000">
              <a:alpha val="1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수정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7052101-BBD3-B4F4-1A83-0BF189179A76}"/>
              </a:ext>
            </a:extLst>
          </p:cNvPr>
          <p:cNvSpPr/>
          <p:nvPr/>
        </p:nvSpPr>
        <p:spPr>
          <a:xfrm>
            <a:off x="12192000" y="444381"/>
            <a:ext cx="1189946" cy="442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</a:t>
            </a:r>
            <a:r>
              <a:rPr lang="en-US" altLang="ko-KR" sz="800" dirty="0">
                <a:solidFill>
                  <a:srgbClr val="000000"/>
                </a:solidFill>
              </a:rPr>
              <a:t>,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버튼 추가</a:t>
            </a:r>
          </a:p>
        </p:txBody>
      </p:sp>
    </p:spTree>
    <p:extLst>
      <p:ext uri="{BB962C8B-B14F-4D97-AF65-F5344CB8AC3E}">
        <p14:creationId xmlns:p14="http://schemas.microsoft.com/office/powerpoint/2010/main" val="39689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5C5F41-FB42-18D8-7C91-E1ADBFEE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93AB5987-2292-BF64-1B97-1D92A850A6D9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3783289-4D9B-9B19-2F7D-16FEC520E3B2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FFC7FB2-3AEE-3A60-9050-8E37A60C2EC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B6360D6-B3C0-5A7D-E9FB-8259319717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3781229"/>
              </p:ext>
            </p:extLst>
          </p:nvPr>
        </p:nvGraphicFramePr>
        <p:xfrm>
          <a:off x="9655174" y="276226"/>
          <a:ext cx="2532687" cy="145280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글자수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(F-03-001)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A7DAFCD-E03F-6242-0DEC-39CA12D26204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D220CD-657D-0E4B-69A3-26F9409CE24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A08D21-4DDD-ACBF-A84A-86031FE50E25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등록 팝업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BA46CC-E4B1-02F9-A0B5-D20BA78B5D0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V-HCR-02-003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8F662C1-3B89-9A1A-39F4-84F996E0A21F}"/>
              </a:ext>
            </a:extLst>
          </p:cNvPr>
          <p:cNvGrpSpPr/>
          <p:nvPr/>
        </p:nvGrpSpPr>
        <p:grpSpPr>
          <a:xfrm>
            <a:off x="1487488" y="447436"/>
            <a:ext cx="8101012" cy="4250853"/>
            <a:chOff x="1487488" y="447436"/>
            <a:chExt cx="8101012" cy="42508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1AD154-5E60-BF9F-5E11-D59521722DB7}"/>
                </a:ext>
              </a:extLst>
            </p:cNvPr>
            <p:cNvSpPr/>
            <p:nvPr/>
          </p:nvSpPr>
          <p:spPr>
            <a:xfrm>
              <a:off x="4388253" y="4374289"/>
              <a:ext cx="2304000" cy="3240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평가 등록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8626F8-1812-069F-BFEB-EC6C649608BF}"/>
                </a:ext>
              </a:extLst>
            </p:cNvPr>
            <p:cNvSpPr txBox="1"/>
            <p:nvPr/>
          </p:nvSpPr>
          <p:spPr>
            <a:xfrm>
              <a:off x="8082643" y="3393609"/>
              <a:ext cx="1434420" cy="2831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1000">
                  <a:latin typeface="나눔고딕" pitchFamily="2" charset="-127"/>
                  <a:ea typeface="나눔고딕" pitchFamily="2" charset="-127"/>
                </a:rPr>
                <a:t>평점주기</a:t>
              </a:r>
              <a:r>
                <a:rPr lang="en-US" altLang="ko-KR" sz="1000" dirty="0">
                  <a:latin typeface="나눔고딕" pitchFamily="2" charset="-127"/>
                  <a:ea typeface="나눔고딕" pitchFamily="2" charset="-127"/>
                </a:rPr>
                <a:t>:</a:t>
              </a:r>
              <a:r>
                <a:rPr lang="ko-KR" altLang="en-US" sz="1000" dirty="0">
                  <a:latin typeface="나눔고딕" pitchFamily="2" charset="-127"/>
                  <a:ea typeface="나눔고딕" pitchFamily="2" charset="-127"/>
                </a:rPr>
                <a:t> ★★★★☆</a:t>
              </a:r>
              <a:endParaRPr lang="en-US" altLang="ko-KR" sz="100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3D6E0C-7989-71F9-D8BA-142E5F6487D8}"/>
                </a:ext>
              </a:extLst>
            </p:cNvPr>
            <p:cNvSpPr/>
            <p:nvPr/>
          </p:nvSpPr>
          <p:spPr>
            <a:xfrm>
              <a:off x="1556263" y="3681822"/>
              <a:ext cx="7960800" cy="559332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8B6254-4838-C22E-3485-BADEE709F9A3}"/>
                </a:ext>
              </a:extLst>
            </p:cNvPr>
            <p:cNvSpPr txBox="1"/>
            <p:nvPr/>
          </p:nvSpPr>
          <p:spPr>
            <a:xfrm>
              <a:off x="1487489" y="3432098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콘텐츠 평가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B2203A3-C04D-EBF4-9E4C-ADD2B7185AE5}"/>
                </a:ext>
              </a:extLst>
            </p:cNvPr>
            <p:cNvGrpSpPr/>
            <p:nvPr/>
          </p:nvGrpSpPr>
          <p:grpSpPr>
            <a:xfrm>
              <a:off x="1540632" y="1856586"/>
              <a:ext cx="7903406" cy="906092"/>
              <a:chOff x="1540632" y="5487809"/>
              <a:chExt cx="7903406" cy="90609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A783E22E-E94A-78CD-2893-0A8618E49D6F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1860"/>
                <a:chOff x="1551721" y="5276792"/>
                <a:chExt cx="2340215" cy="471860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2A7884A-EC65-C0D5-2D60-80F1D2BCB99D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186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★★★★☆ 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4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김*동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(kim7</a:t>
                  </a: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*****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) 2026-03-16  </a:t>
                  </a:r>
                </a:p>
              </p:txBody>
            </p: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863FAC6F-12A8-7E51-39D6-B0ACDF474077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30" name="사각형: 둥근 모서리 29">
                    <a:extLst>
                      <a:ext uri="{FF2B5EF4-FFF2-40B4-BE49-F238E27FC236}">
                        <a16:creationId xmlns:a16="http://schemas.microsoft.com/office/drawing/2014/main" id="{FA5A0BAC-0DEE-FACB-3EDB-1B643C7B78CF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31" name="그래픽 30" descr="사용자">
                    <a:extLst>
                      <a:ext uri="{FF2B5EF4-FFF2-40B4-BE49-F238E27FC236}">
                        <a16:creationId xmlns:a16="http://schemas.microsoft.com/office/drawing/2014/main" id="{FB6AD269-794E-8629-4902-660540255E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9BE054-FD66-1EA4-5D7B-BB74FF7205AB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423386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체계적인 학습자료를 제공해 주셔서 생각보다 짧은 시간에 부족한 생활교육 역량을 향상시키는데 많은 도움이 되었습니다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관련영상들도 이번에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학습모듈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구성할때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활용하면 참 좋을 것 같아요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9C18CDF-859F-59C2-D307-06D0626391EB}"/>
                </a:ext>
              </a:extLst>
            </p:cNvPr>
            <p:cNvGrpSpPr/>
            <p:nvPr/>
          </p:nvGrpSpPr>
          <p:grpSpPr>
            <a:xfrm>
              <a:off x="5410449" y="1556336"/>
              <a:ext cx="243978" cy="444787"/>
              <a:chOff x="3169920" y="2849880"/>
              <a:chExt cx="243978" cy="444787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000E08-211A-7BC6-73E9-BB61C57B86B7}"/>
                  </a:ext>
                </a:extLst>
              </p:cNvPr>
              <p:cNvSpPr txBox="1"/>
              <p:nvPr/>
            </p:nvSpPr>
            <p:spPr>
              <a:xfrm>
                <a:off x="3169920" y="2849880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04710A-95DF-CD3F-A585-A1FA755FA731}"/>
                  </a:ext>
                </a:extLst>
              </p:cNvPr>
              <p:cNvSpPr txBox="1"/>
              <p:nvPr/>
            </p:nvSpPr>
            <p:spPr>
              <a:xfrm>
                <a:off x="3169920" y="2918385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31F802-667A-053F-5B7D-B08FA1CEA025}"/>
                  </a:ext>
                </a:extLst>
              </p:cNvPr>
              <p:cNvSpPr txBox="1"/>
              <p:nvPr/>
            </p:nvSpPr>
            <p:spPr>
              <a:xfrm>
                <a:off x="3169920" y="2986890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A89D2F0-09C6-18B5-364E-BE2382125B49}"/>
                </a:ext>
              </a:extLst>
            </p:cNvPr>
            <p:cNvGrpSpPr/>
            <p:nvPr/>
          </p:nvGrpSpPr>
          <p:grpSpPr>
            <a:xfrm>
              <a:off x="9462621" y="3708106"/>
              <a:ext cx="18001" cy="504000"/>
              <a:chOff x="9231725" y="2171522"/>
              <a:chExt cx="36001" cy="792000"/>
            </a:xfrm>
          </p:grpSpPr>
          <p:sp>
            <p:nvSpPr>
              <p:cNvPr id="37" name="Track">
                <a:extLst>
                  <a:ext uri="{FF2B5EF4-FFF2-40B4-BE49-F238E27FC236}">
                    <a16:creationId xmlns:a16="http://schemas.microsoft.com/office/drawing/2014/main" id="{440389C5-8B8B-7167-0731-182A87A5080D}"/>
                  </a:ext>
                </a:extLst>
              </p:cNvPr>
              <p:cNvSpPr/>
              <p:nvPr/>
            </p:nvSpPr>
            <p:spPr>
              <a:xfrm rot="5400000">
                <a:off x="8853726" y="2549522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rack">
                <a:extLst>
                  <a:ext uri="{FF2B5EF4-FFF2-40B4-BE49-F238E27FC236}">
                    <a16:creationId xmlns:a16="http://schemas.microsoft.com/office/drawing/2014/main" id="{40269A9E-3C6D-E669-DCDF-D40EBE080BC5}"/>
                  </a:ext>
                </a:extLst>
              </p:cNvPr>
              <p:cNvSpPr/>
              <p:nvPr/>
            </p:nvSpPr>
            <p:spPr>
              <a:xfrm rot="5400000">
                <a:off x="9087725" y="2318636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0" name="모서리가 둥근 직사각형 53">
              <a:extLst>
                <a:ext uri="{FF2B5EF4-FFF2-40B4-BE49-F238E27FC236}">
                  <a16:creationId xmlns:a16="http://schemas.microsoft.com/office/drawing/2014/main" id="{05C1EE12-9F62-DD50-BBC8-9C3CF07F80C5}"/>
                </a:ext>
              </a:extLst>
            </p:cNvPr>
            <p:cNvSpPr/>
            <p:nvPr/>
          </p:nvSpPr>
          <p:spPr>
            <a:xfrm>
              <a:off x="8802406" y="4374289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신고하기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FA502B31-5F83-1679-C233-38646DC6A568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69883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3BF15DC-F681-21D2-A75D-541A67FE9504}"/>
                </a:ext>
              </a:extLst>
            </p:cNvPr>
            <p:cNvSpPr txBox="1"/>
            <p:nvPr/>
          </p:nvSpPr>
          <p:spPr>
            <a:xfrm>
              <a:off x="1487489" y="44743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학습콘텐츠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5BB17507-5169-B153-2826-543CDCC7DEA0}"/>
                </a:ext>
              </a:extLst>
            </p:cNvPr>
            <p:cNvGrpSpPr/>
            <p:nvPr/>
          </p:nvGrpSpPr>
          <p:grpSpPr>
            <a:xfrm>
              <a:off x="1540632" y="743869"/>
              <a:ext cx="7903406" cy="906092"/>
              <a:chOff x="1540632" y="5487809"/>
              <a:chExt cx="7903406" cy="906092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9C3FE28A-CEFC-F75D-BD5B-0B1C0BAA2170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1860"/>
                <a:chOff x="1551721" y="5276792"/>
                <a:chExt cx="2340215" cy="471860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3AD0D56-E9B1-151D-1673-70E2C7055F36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186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★★★★★ 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윤*습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(</a:t>
                  </a:r>
                  <a:r>
                    <a:rPr lang="en-US" altLang="ko-KR" sz="900" dirty="0" err="1">
                      <a:latin typeface="나눔고딕" pitchFamily="2" charset="-127"/>
                      <a:ea typeface="나눔고딕" pitchFamily="2" charset="-127"/>
                    </a:rPr>
                    <a:t>amer</a:t>
                  </a: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*****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) 2026-03-16  </a:t>
                  </a:r>
                </a:p>
              </p:txBody>
            </p: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70038FB9-A8F6-088B-FAD3-579BF8FC3EF3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33A93AB6-D499-A266-71AF-70BE410B37EF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49" name="그래픽 48" descr="사용자">
                    <a:extLst>
                      <a:ext uri="{FF2B5EF4-FFF2-40B4-BE49-F238E27FC236}">
                        <a16:creationId xmlns:a16="http://schemas.microsoft.com/office/drawing/2014/main" id="{7A2AB87D-97A8-60A7-5DAB-2847F925B8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F8CC19F-5065-D68E-28CF-A8133E237E97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423386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제가 찾던 학습 공동체 활동 관련 교육 콘텐츠 였어요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^^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감사합니다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이곳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하이코칭에서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다양한 관련 영상 자료로 학습도 하고 필요할 때 마다 찾아 볼 수 도 있어서 너무너무 좋습니다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 </a:t>
                </a:r>
                <a:endParaRPr lang="en-US" altLang="ko-KR" sz="900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F89949-66C0-04F8-EA5C-27725BCE7CEA}"/>
                </a:ext>
              </a:extLst>
            </p:cNvPr>
            <p:cNvSpPr txBox="1"/>
            <p:nvPr/>
          </p:nvSpPr>
          <p:spPr>
            <a:xfrm>
              <a:off x="7401169" y="450662"/>
              <a:ext cx="2116995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평점 </a:t>
              </a:r>
              <a:r>
                <a:rPr lang="ko-KR" altLang="en-US" sz="900" b="1" dirty="0" err="1">
                  <a:latin typeface="나눔고딕" pitchFamily="2" charset="-127"/>
                  <a:ea typeface="나눔고딕" pitchFamily="2" charset="-127"/>
                </a:rPr>
                <a:t>높은순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/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평점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낮은순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/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최신순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" name="Pagination">
              <a:extLst>
                <a:ext uri="{FF2B5EF4-FFF2-40B4-BE49-F238E27FC236}">
                  <a16:creationId xmlns:a16="http://schemas.microsoft.com/office/drawing/2014/main" id="{841C7B0A-6D00-8E68-1D8C-DBA7ED482426}"/>
                </a:ext>
              </a:extLst>
            </p:cNvPr>
            <p:cNvGrpSpPr/>
            <p:nvPr/>
          </p:nvGrpSpPr>
          <p:grpSpPr>
            <a:xfrm>
              <a:off x="3701409" y="3144206"/>
              <a:ext cx="3661556" cy="216000"/>
              <a:chOff x="1003744" y="2176929"/>
              <a:chExt cx="4371453" cy="323849"/>
            </a:xfrm>
            <a:solidFill>
              <a:srgbClr val="FFFFFF"/>
            </a:solidFill>
          </p:grpSpPr>
          <p:sp>
            <p:nvSpPr>
              <p:cNvPr id="3" name="Previous">
                <a:extLst>
                  <a:ext uri="{FF2B5EF4-FFF2-40B4-BE49-F238E27FC236}">
                    <a16:creationId xmlns:a16="http://schemas.microsoft.com/office/drawing/2014/main" id="{B0430F4F-63E2-AA35-E5B7-69D5FCF4B137}"/>
                  </a:ext>
                </a:extLst>
              </p:cNvPr>
              <p:cNvSpPr/>
              <p:nvPr/>
            </p:nvSpPr>
            <p:spPr>
              <a:xfrm rot="16200000">
                <a:off x="997741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〈〈</a:t>
                </a:r>
              </a:p>
            </p:txBody>
          </p:sp>
          <p:sp>
            <p:nvSpPr>
              <p:cNvPr id="11" name="Page 1">
                <a:extLst>
                  <a:ext uri="{FF2B5EF4-FFF2-40B4-BE49-F238E27FC236}">
                    <a16:creationId xmlns:a16="http://schemas.microsoft.com/office/drawing/2014/main" id="{F655B1A9-A3A8-597C-7129-FC298963D79C}"/>
                  </a:ext>
                </a:extLst>
              </p:cNvPr>
              <p:cNvSpPr/>
              <p:nvPr/>
            </p:nvSpPr>
            <p:spPr>
              <a:xfrm>
                <a:off x="1630780" y="2176929"/>
                <a:ext cx="314324" cy="32384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2" name="Page 2">
                <a:extLst>
                  <a:ext uri="{FF2B5EF4-FFF2-40B4-BE49-F238E27FC236}">
                    <a16:creationId xmlns:a16="http://schemas.microsoft.com/office/drawing/2014/main" id="{72DEA0CB-B1A5-D822-F936-EAD93EEEFAA6}"/>
                  </a:ext>
                </a:extLst>
              </p:cNvPr>
              <p:cNvSpPr/>
              <p:nvPr/>
            </p:nvSpPr>
            <p:spPr>
              <a:xfrm>
                <a:off x="1942622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2</a:t>
                </a:r>
              </a:p>
            </p:txBody>
          </p:sp>
          <p:sp>
            <p:nvSpPr>
              <p:cNvPr id="13" name="Page 3">
                <a:extLst>
                  <a:ext uri="{FF2B5EF4-FFF2-40B4-BE49-F238E27FC236}">
                    <a16:creationId xmlns:a16="http://schemas.microsoft.com/office/drawing/2014/main" id="{3C1AE355-5636-FAF2-C5A1-BED4AA2DDA39}"/>
                  </a:ext>
                </a:extLst>
              </p:cNvPr>
              <p:cNvSpPr/>
              <p:nvPr/>
            </p:nvSpPr>
            <p:spPr>
              <a:xfrm>
                <a:off x="225694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4" name="Page 4">
                <a:extLst>
                  <a:ext uri="{FF2B5EF4-FFF2-40B4-BE49-F238E27FC236}">
                    <a16:creationId xmlns:a16="http://schemas.microsoft.com/office/drawing/2014/main" id="{73E939B2-9778-0842-D42F-85607951EBFC}"/>
                  </a:ext>
                </a:extLst>
              </p:cNvPr>
              <p:cNvSpPr/>
              <p:nvPr/>
            </p:nvSpPr>
            <p:spPr>
              <a:xfrm>
                <a:off x="2568788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4</a:t>
                </a:r>
              </a:p>
            </p:txBody>
          </p:sp>
          <p:sp>
            <p:nvSpPr>
              <p:cNvPr id="15" name="Page 5">
                <a:extLst>
                  <a:ext uri="{FF2B5EF4-FFF2-40B4-BE49-F238E27FC236}">
                    <a16:creationId xmlns:a16="http://schemas.microsoft.com/office/drawing/2014/main" id="{82A6C323-A1AE-42AC-8070-ECDD06BCB661}"/>
                  </a:ext>
                </a:extLst>
              </p:cNvPr>
              <p:cNvSpPr/>
              <p:nvPr/>
            </p:nvSpPr>
            <p:spPr>
              <a:xfrm>
                <a:off x="2880630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5</a:t>
                </a:r>
              </a:p>
            </p:txBody>
          </p:sp>
          <p:sp>
            <p:nvSpPr>
              <p:cNvPr id="16" name="Next">
                <a:extLst>
                  <a:ext uri="{FF2B5EF4-FFF2-40B4-BE49-F238E27FC236}">
                    <a16:creationId xmlns:a16="http://schemas.microsoft.com/office/drawing/2014/main" id="{1F37D323-814D-9380-D356-A296C9AD8217}"/>
                  </a:ext>
                </a:extLst>
              </p:cNvPr>
              <p:cNvSpPr/>
              <p:nvPr/>
            </p:nvSpPr>
            <p:spPr>
              <a:xfrm rot="5400000">
                <a:off x="5057352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270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〉〉</a:t>
                </a:r>
              </a:p>
            </p:txBody>
          </p:sp>
          <p:sp>
            <p:nvSpPr>
              <p:cNvPr id="17" name="Page 1">
                <a:extLst>
                  <a:ext uri="{FF2B5EF4-FFF2-40B4-BE49-F238E27FC236}">
                    <a16:creationId xmlns:a16="http://schemas.microsoft.com/office/drawing/2014/main" id="{169098CD-1CCE-EF4B-5058-FAF257E5254A}"/>
                  </a:ext>
                </a:extLst>
              </p:cNvPr>
              <p:cNvSpPr/>
              <p:nvPr/>
            </p:nvSpPr>
            <p:spPr>
              <a:xfrm>
                <a:off x="3190317" y="2176929"/>
                <a:ext cx="314324" cy="3238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8" name="Page 2">
                <a:extLst>
                  <a:ext uri="{FF2B5EF4-FFF2-40B4-BE49-F238E27FC236}">
                    <a16:creationId xmlns:a16="http://schemas.microsoft.com/office/drawing/2014/main" id="{523B1A3A-92BF-14EA-9A69-A39070055335}"/>
                  </a:ext>
                </a:extLst>
              </p:cNvPr>
              <p:cNvSpPr/>
              <p:nvPr/>
            </p:nvSpPr>
            <p:spPr>
              <a:xfrm>
                <a:off x="3502159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7</a:t>
                </a:r>
              </a:p>
            </p:txBody>
          </p:sp>
          <p:sp>
            <p:nvSpPr>
              <p:cNvPr id="19" name="Page 3">
                <a:extLst>
                  <a:ext uri="{FF2B5EF4-FFF2-40B4-BE49-F238E27FC236}">
                    <a16:creationId xmlns:a16="http://schemas.microsoft.com/office/drawing/2014/main" id="{592D25B6-5859-73B4-047B-6931C5CBBACD}"/>
                  </a:ext>
                </a:extLst>
              </p:cNvPr>
              <p:cNvSpPr/>
              <p:nvPr/>
            </p:nvSpPr>
            <p:spPr>
              <a:xfrm>
                <a:off x="3816483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8</a:t>
                </a:r>
              </a:p>
            </p:txBody>
          </p:sp>
          <p:sp>
            <p:nvSpPr>
              <p:cNvPr id="20" name="Page 4">
                <a:extLst>
                  <a:ext uri="{FF2B5EF4-FFF2-40B4-BE49-F238E27FC236}">
                    <a16:creationId xmlns:a16="http://schemas.microsoft.com/office/drawing/2014/main" id="{EDABB9FC-952D-0DC3-005E-8E7DE6AE5160}"/>
                  </a:ext>
                </a:extLst>
              </p:cNvPr>
              <p:cNvSpPr/>
              <p:nvPr/>
            </p:nvSpPr>
            <p:spPr>
              <a:xfrm>
                <a:off x="4128325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21" name="Page 5">
                <a:extLst>
                  <a:ext uri="{FF2B5EF4-FFF2-40B4-BE49-F238E27FC236}">
                    <a16:creationId xmlns:a16="http://schemas.microsoft.com/office/drawing/2014/main" id="{AE58CEFE-B5E6-0336-F501-DA6695B0D105}"/>
                  </a:ext>
                </a:extLst>
              </p:cNvPr>
              <p:cNvSpPr/>
              <p:nvPr/>
            </p:nvSpPr>
            <p:spPr>
              <a:xfrm>
                <a:off x="4440167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10</a:t>
                </a:r>
              </a:p>
            </p:txBody>
          </p:sp>
          <p:sp>
            <p:nvSpPr>
              <p:cNvPr id="22" name="Page 5">
                <a:extLst>
                  <a:ext uri="{FF2B5EF4-FFF2-40B4-BE49-F238E27FC236}">
                    <a16:creationId xmlns:a16="http://schemas.microsoft.com/office/drawing/2014/main" id="{DF95A30F-6592-C786-BE93-5851154491E1}"/>
                  </a:ext>
                </a:extLst>
              </p:cNvPr>
              <p:cNvSpPr/>
              <p:nvPr/>
            </p:nvSpPr>
            <p:spPr>
              <a:xfrm>
                <a:off x="4751514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</a:t>
                </a:r>
                <a:endParaRPr lang="en-US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Page 2">
                <a:extLst>
                  <a:ext uri="{FF2B5EF4-FFF2-40B4-BE49-F238E27FC236}">
                    <a16:creationId xmlns:a16="http://schemas.microsoft.com/office/drawing/2014/main" id="{626614A7-1691-C6A9-8706-FCBA86232E50}"/>
                  </a:ext>
                </a:extLst>
              </p:cNvPr>
              <p:cNvSpPr/>
              <p:nvPr/>
            </p:nvSpPr>
            <p:spPr>
              <a:xfrm>
                <a:off x="130846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</a:t>
                </a:r>
              </a:p>
            </p:txBody>
          </p:sp>
        </p:grpSp>
        <p:sp>
          <p:nvSpPr>
            <p:cNvPr id="52" name="모서리가 둥근 직사각형 53">
              <a:extLst>
                <a:ext uri="{FF2B5EF4-FFF2-40B4-BE49-F238E27FC236}">
                  <a16:creationId xmlns:a16="http://schemas.microsoft.com/office/drawing/2014/main" id="{EB28A133-879D-4EE3-6AB2-FE6FDBB1B92F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</p:grp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591712C-C19B-0530-84B1-FD39D2104AF0}"/>
              </a:ext>
            </a:extLst>
          </p:cNvPr>
          <p:cNvSpPr/>
          <p:nvPr/>
        </p:nvSpPr>
        <p:spPr>
          <a:xfrm>
            <a:off x="1484429" y="293173"/>
            <a:ext cx="8096017" cy="62550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F2B1D01-C73B-5832-433A-CBE444D45DB7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125" name="모서리가 둥근 직사각형 25">
              <a:extLst>
                <a:ext uri="{FF2B5EF4-FFF2-40B4-BE49-F238E27FC236}">
                  <a16:creationId xmlns:a16="http://schemas.microsoft.com/office/drawing/2014/main" id="{5F7C9CA9-B146-BB2E-FECB-074D7D146D5F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5B0653E-75EF-9419-2517-3D1B14525C1B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</a:t>
              </a:r>
            </a:p>
          </p:txBody>
        </p:sp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CA6BF564-7B62-5EED-E785-92A68837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128" name="모서리가 둥근 직사각형 26">
              <a:extLst>
                <a:ext uri="{FF2B5EF4-FFF2-40B4-BE49-F238E27FC236}">
                  <a16:creationId xmlns:a16="http://schemas.microsoft.com/office/drawing/2014/main" id="{540531EB-D5FC-C628-8120-6CFFEEB1717E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하기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295027C-68CC-CC7C-451E-8784BBD979CB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90EC44A8-8EB7-7A00-3954-5A1B29A3D046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03C488-4F94-53CB-841E-9C076E07BB4E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89C4754F-A1CC-A337-C433-73B80255274D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135" name="Track">
                <a:extLst>
                  <a:ext uri="{FF2B5EF4-FFF2-40B4-BE49-F238E27FC236}">
                    <a16:creationId xmlns:a16="http://schemas.microsoft.com/office/drawing/2014/main" id="{7CCF19DD-CDC6-BB75-E4DE-59AED664EEF0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6" name="Track">
                <a:extLst>
                  <a:ext uri="{FF2B5EF4-FFF2-40B4-BE49-F238E27FC236}">
                    <a16:creationId xmlns:a16="http://schemas.microsoft.com/office/drawing/2014/main" id="{6A8D0688-CE11-09A8-DAE1-D381A2B82928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FDA57EA-9E98-B9E2-A42B-B75FDBBDA12D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734EA3D-6B6C-958A-FB0A-9CB3A1B3E06F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37" name="타원 136">
            <a:extLst>
              <a:ext uri="{FF2B5EF4-FFF2-40B4-BE49-F238E27FC236}">
                <a16:creationId xmlns:a16="http://schemas.microsoft.com/office/drawing/2014/main" id="{5958ACBF-FCF4-7228-5082-E98D8CC6D702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08686A81-ED09-9D60-017C-F8A6D9A4DBE7}"/>
              </a:ext>
            </a:extLst>
          </p:cNvPr>
          <p:cNvSpPr/>
          <p:nvPr/>
        </p:nvSpPr>
        <p:spPr>
          <a:xfrm>
            <a:off x="3719513" y="18967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EAA78EAB-C25A-CD82-C74F-4BC232EACBDA}"/>
              </a:ext>
            </a:extLst>
          </p:cNvPr>
          <p:cNvSpPr/>
          <p:nvPr/>
        </p:nvSpPr>
        <p:spPr>
          <a:xfrm>
            <a:off x="3719513" y="24668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모서리가 둥근 직사각형 53">
            <a:extLst>
              <a:ext uri="{FF2B5EF4-FFF2-40B4-BE49-F238E27FC236}">
                <a16:creationId xmlns:a16="http://schemas.microsoft.com/office/drawing/2014/main" id="{50BA2085-B51A-F8B9-03CB-62890697BB7C}"/>
              </a:ext>
            </a:extLst>
          </p:cNvPr>
          <p:cNvSpPr/>
          <p:nvPr/>
        </p:nvSpPr>
        <p:spPr>
          <a:xfrm>
            <a:off x="7945476" y="43704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개선요청</a:t>
            </a:r>
          </a:p>
        </p:txBody>
      </p: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96BFDFEC-4A52-9C23-2782-5A8E8043BD61}"/>
              </a:ext>
            </a:extLst>
          </p:cNvPr>
          <p:cNvCxnSpPr>
            <a:cxnSpLocks/>
            <a:stCxn id="140" idx="0"/>
            <a:endCxn id="125" idx="3"/>
          </p:cNvCxnSpPr>
          <p:nvPr/>
        </p:nvCxnSpPr>
        <p:spPr>
          <a:xfrm rot="16200000" flipV="1">
            <a:off x="6874788" y="2939746"/>
            <a:ext cx="1973497" cy="887880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2A55FB-BA34-549E-25CC-540262078043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02244D-1FA9-156E-86C0-7D7CB287471C}"/>
              </a:ext>
            </a:extLst>
          </p:cNvPr>
          <p:cNvSpPr/>
          <p:nvPr/>
        </p:nvSpPr>
        <p:spPr>
          <a:xfrm>
            <a:off x="3550925" y="819639"/>
            <a:ext cx="4034789" cy="3212027"/>
          </a:xfrm>
          <a:prstGeom prst="rect">
            <a:avLst/>
          </a:prstGeom>
          <a:solidFill>
            <a:srgbClr val="FF0000">
              <a:alpha val="1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57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B259C1F-3253-36CA-4AAB-271A5C7D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3E3EBFB-72AE-1CBD-8474-9C7E0FB6B30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C8770D0F-E499-5CB4-56EE-DC7C0900ABC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1B81FE7-EC6D-F9BF-A5FF-EE9C276000CA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0F50217-3372-70B6-6AEA-ABA49B4BC8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872759"/>
              </p:ext>
            </p:extLst>
          </p:nvPr>
        </p:nvGraphicFramePr>
        <p:xfrm>
          <a:off x="9655174" y="276226"/>
          <a:ext cx="2532687" cy="169396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등록 제목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등록 내용 출력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글자수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(F-03-002)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 수정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079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83F6969-7359-B590-9938-D0F9D5FF12EA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112403-04D7-2018-2329-A859216B9DE4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학습콘텐츠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추천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CF1472-BB9D-B708-E5B1-552B79E4F3EE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개선요청 수정 팝업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FFC5EA-E6E6-C23F-16B7-051A88A74D2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V-HCR-02-004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FFFD27B5-C4FB-4CF7-27AB-2D4CB2AA35EB}"/>
              </a:ext>
            </a:extLst>
          </p:cNvPr>
          <p:cNvGrpSpPr/>
          <p:nvPr/>
        </p:nvGrpSpPr>
        <p:grpSpPr>
          <a:xfrm>
            <a:off x="1487488" y="447436"/>
            <a:ext cx="8101012" cy="4250853"/>
            <a:chOff x="1487488" y="447436"/>
            <a:chExt cx="8101012" cy="42508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B695076-A827-48D1-7FCB-2A9BF66AA510}"/>
                </a:ext>
              </a:extLst>
            </p:cNvPr>
            <p:cNvSpPr/>
            <p:nvPr/>
          </p:nvSpPr>
          <p:spPr>
            <a:xfrm>
              <a:off x="4388253" y="4374289"/>
              <a:ext cx="2304000" cy="3240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평가 등록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91FF57-B3CA-95B7-211B-990005A4FB2B}"/>
                </a:ext>
              </a:extLst>
            </p:cNvPr>
            <p:cNvSpPr txBox="1"/>
            <p:nvPr/>
          </p:nvSpPr>
          <p:spPr>
            <a:xfrm>
              <a:off x="8082643" y="3393609"/>
              <a:ext cx="1434420" cy="2831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1000">
                  <a:latin typeface="나눔고딕" pitchFamily="2" charset="-127"/>
                  <a:ea typeface="나눔고딕" pitchFamily="2" charset="-127"/>
                </a:rPr>
                <a:t>평점주기</a:t>
              </a:r>
              <a:r>
                <a:rPr lang="en-US" altLang="ko-KR" sz="1000" dirty="0">
                  <a:latin typeface="나눔고딕" pitchFamily="2" charset="-127"/>
                  <a:ea typeface="나눔고딕" pitchFamily="2" charset="-127"/>
                </a:rPr>
                <a:t>:</a:t>
              </a:r>
              <a:r>
                <a:rPr lang="ko-KR" altLang="en-US" sz="1000" dirty="0">
                  <a:latin typeface="나눔고딕" pitchFamily="2" charset="-127"/>
                  <a:ea typeface="나눔고딕" pitchFamily="2" charset="-127"/>
                </a:rPr>
                <a:t> ★★★★☆</a:t>
              </a:r>
              <a:endParaRPr lang="en-US" altLang="ko-KR" sz="1000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078533A-F21D-1B1F-9B67-51C71743906E}"/>
                </a:ext>
              </a:extLst>
            </p:cNvPr>
            <p:cNvSpPr/>
            <p:nvPr/>
          </p:nvSpPr>
          <p:spPr>
            <a:xfrm>
              <a:off x="1556263" y="3681822"/>
              <a:ext cx="7960800" cy="559332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나눔고딕" pitchFamily="2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8F20CE-AD44-D671-C683-4E5B39E10C69}"/>
                </a:ext>
              </a:extLst>
            </p:cNvPr>
            <p:cNvSpPr txBox="1"/>
            <p:nvPr/>
          </p:nvSpPr>
          <p:spPr>
            <a:xfrm>
              <a:off x="1487489" y="3432098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콘텐츠 평가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EC3560-4891-539C-B045-7790A7F66DB7}"/>
                </a:ext>
              </a:extLst>
            </p:cNvPr>
            <p:cNvGrpSpPr/>
            <p:nvPr/>
          </p:nvGrpSpPr>
          <p:grpSpPr>
            <a:xfrm>
              <a:off x="1540632" y="1856586"/>
              <a:ext cx="7903406" cy="906092"/>
              <a:chOff x="1540632" y="5487809"/>
              <a:chExt cx="7903406" cy="90609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D176C770-FE32-6F99-B135-51BE6EE6D48E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1860"/>
                <a:chOff x="1551721" y="5276792"/>
                <a:chExt cx="2340215" cy="471860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4BAFDFF-B1F4-7077-206E-974CD7950D06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186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★★★★☆ 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4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김*동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(kim7</a:t>
                  </a: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*****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) 2026-03-16  </a:t>
                  </a:r>
                </a:p>
              </p:txBody>
            </p: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FBB0F334-6DAD-533D-7A39-C67BCBD9BE52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30" name="사각형: 둥근 모서리 29">
                    <a:extLst>
                      <a:ext uri="{FF2B5EF4-FFF2-40B4-BE49-F238E27FC236}">
                        <a16:creationId xmlns:a16="http://schemas.microsoft.com/office/drawing/2014/main" id="{90BE0C49-B614-C40A-6AC6-CCE7AB7E9979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31" name="그래픽 30" descr="사용자">
                    <a:extLst>
                      <a:ext uri="{FF2B5EF4-FFF2-40B4-BE49-F238E27FC236}">
                        <a16:creationId xmlns:a16="http://schemas.microsoft.com/office/drawing/2014/main" id="{8A7FD53A-2319-F448-1275-FB64A627D9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22D697-3D38-8736-C32B-539AED7B0CC7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423386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체계적인 학습자료를 제공해 주셔서 생각보다 짧은 시간에 부족한 생활교육 역량을 향상시키는데 많은 도움이 되었습니다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관련영상들도 이번에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학습모듈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구성할때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활용하면 참 좋을 것 같아요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5F88A5B-B064-5113-084D-BF47789D6175}"/>
                </a:ext>
              </a:extLst>
            </p:cNvPr>
            <p:cNvGrpSpPr/>
            <p:nvPr/>
          </p:nvGrpSpPr>
          <p:grpSpPr>
            <a:xfrm>
              <a:off x="5410449" y="1556336"/>
              <a:ext cx="243978" cy="444787"/>
              <a:chOff x="3169920" y="2849880"/>
              <a:chExt cx="243978" cy="444787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852061-22D3-4E27-D921-BB63EBC920FC}"/>
                  </a:ext>
                </a:extLst>
              </p:cNvPr>
              <p:cNvSpPr txBox="1"/>
              <p:nvPr/>
            </p:nvSpPr>
            <p:spPr>
              <a:xfrm>
                <a:off x="3169920" y="2849880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715A35-317D-5F2C-BA68-3B9CD8086F1D}"/>
                  </a:ext>
                </a:extLst>
              </p:cNvPr>
              <p:cNvSpPr txBox="1"/>
              <p:nvPr/>
            </p:nvSpPr>
            <p:spPr>
              <a:xfrm>
                <a:off x="3169920" y="2918385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674A0A-A302-315E-567B-50541731B3D0}"/>
                  </a:ext>
                </a:extLst>
              </p:cNvPr>
              <p:cNvSpPr txBox="1"/>
              <p:nvPr/>
            </p:nvSpPr>
            <p:spPr>
              <a:xfrm>
                <a:off x="3169920" y="2986890"/>
                <a:ext cx="2439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〮</a:t>
                </a:r>
                <a:endParaRPr lang="ko-KR" altLang="en-US" dirty="0"/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36FFFDE-D84A-206A-9DED-72F144573DAA}"/>
                </a:ext>
              </a:extLst>
            </p:cNvPr>
            <p:cNvGrpSpPr/>
            <p:nvPr/>
          </p:nvGrpSpPr>
          <p:grpSpPr>
            <a:xfrm>
              <a:off x="9462621" y="3708106"/>
              <a:ext cx="18001" cy="504000"/>
              <a:chOff x="9231725" y="2171522"/>
              <a:chExt cx="36001" cy="792000"/>
            </a:xfrm>
          </p:grpSpPr>
          <p:sp>
            <p:nvSpPr>
              <p:cNvPr id="37" name="Track">
                <a:extLst>
                  <a:ext uri="{FF2B5EF4-FFF2-40B4-BE49-F238E27FC236}">
                    <a16:creationId xmlns:a16="http://schemas.microsoft.com/office/drawing/2014/main" id="{2970109C-0EA2-7CCE-65BC-0BACB901051E}"/>
                  </a:ext>
                </a:extLst>
              </p:cNvPr>
              <p:cNvSpPr/>
              <p:nvPr/>
            </p:nvSpPr>
            <p:spPr>
              <a:xfrm rot="5400000">
                <a:off x="8853726" y="2549522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rack">
                <a:extLst>
                  <a:ext uri="{FF2B5EF4-FFF2-40B4-BE49-F238E27FC236}">
                    <a16:creationId xmlns:a16="http://schemas.microsoft.com/office/drawing/2014/main" id="{C3099BA9-974B-C19A-8E32-934686B39362}"/>
                  </a:ext>
                </a:extLst>
              </p:cNvPr>
              <p:cNvSpPr/>
              <p:nvPr/>
            </p:nvSpPr>
            <p:spPr>
              <a:xfrm rot="5400000">
                <a:off x="9087725" y="2318636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0" name="모서리가 둥근 직사각형 53">
              <a:extLst>
                <a:ext uri="{FF2B5EF4-FFF2-40B4-BE49-F238E27FC236}">
                  <a16:creationId xmlns:a16="http://schemas.microsoft.com/office/drawing/2014/main" id="{4E16609E-750D-AC3E-F217-F6EABF37C393}"/>
                </a:ext>
              </a:extLst>
            </p:cNvPr>
            <p:cNvSpPr/>
            <p:nvPr/>
          </p:nvSpPr>
          <p:spPr>
            <a:xfrm>
              <a:off x="8802406" y="4374289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신고하기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9AC7F2B1-25AF-D82D-63C9-9FE06863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69883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95D0A6-CA47-7ED5-208E-1B7C52835AA9}"/>
                </a:ext>
              </a:extLst>
            </p:cNvPr>
            <p:cNvSpPr txBox="1"/>
            <p:nvPr/>
          </p:nvSpPr>
          <p:spPr>
            <a:xfrm>
              <a:off x="1487489" y="44743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학습콘텐츠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08DF967-7033-001C-2447-AD84187A7934}"/>
                </a:ext>
              </a:extLst>
            </p:cNvPr>
            <p:cNvGrpSpPr/>
            <p:nvPr/>
          </p:nvGrpSpPr>
          <p:grpSpPr>
            <a:xfrm>
              <a:off x="1540632" y="743869"/>
              <a:ext cx="7903406" cy="906092"/>
              <a:chOff x="1540632" y="5487809"/>
              <a:chExt cx="7903406" cy="906092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98D42C3B-7297-88BA-987B-A629B0BFF130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1860"/>
                <a:chOff x="1551721" y="5276792"/>
                <a:chExt cx="2340215" cy="471860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F4D9FAA-53E0-AE7D-0355-F8AB7FEC2042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186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★★★★★ 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윤*습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(</a:t>
                  </a:r>
                  <a:r>
                    <a:rPr lang="en-US" altLang="ko-KR" sz="900" dirty="0" err="1">
                      <a:latin typeface="나눔고딕" pitchFamily="2" charset="-127"/>
                      <a:ea typeface="나눔고딕" pitchFamily="2" charset="-127"/>
                    </a:rPr>
                    <a:t>amer</a:t>
                  </a:r>
                  <a:r>
                    <a:rPr lang="ko-KR" altLang="en-US" sz="900" dirty="0">
                      <a:latin typeface="나눔고딕" pitchFamily="2" charset="-127"/>
                      <a:ea typeface="나눔고딕" pitchFamily="2" charset="-127"/>
                    </a:rPr>
                    <a:t>*****</a:t>
                  </a:r>
                  <a:r>
                    <a:rPr lang="en-US" altLang="ko-KR" sz="900" dirty="0">
                      <a:latin typeface="나눔고딕" pitchFamily="2" charset="-127"/>
                      <a:ea typeface="나눔고딕" pitchFamily="2" charset="-127"/>
                    </a:rPr>
                    <a:t>) 2026-03-16  </a:t>
                  </a:r>
                </a:p>
              </p:txBody>
            </p: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3035FD1E-61CD-7675-4EA3-8F5B07081CE9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3EA9B9BD-6C9C-F6D1-308D-9494D7439206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49" name="그래픽 48" descr="사용자">
                    <a:extLst>
                      <a:ext uri="{FF2B5EF4-FFF2-40B4-BE49-F238E27FC236}">
                        <a16:creationId xmlns:a16="http://schemas.microsoft.com/office/drawing/2014/main" id="{DA7CFC3C-9F34-B7F3-F69F-DA56FD4C51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7A6AFD6-BD87-19A5-F453-4512C4C9506E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423386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제가 찾던 학습 공동체 활동 관련 교육 콘텐츠 였어요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^^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감사합니다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이곳 </a:t>
                </a:r>
                <a:r>
                  <a:rPr lang="ko-KR" altLang="en-US" sz="900" dirty="0" err="1">
                    <a:latin typeface="나눔고딕" pitchFamily="2" charset="-127"/>
                    <a:ea typeface="나눔고딕" pitchFamily="2" charset="-127"/>
                  </a:rPr>
                  <a:t>하이코칭에서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다양한 관련 영상 자료로 학습도 하고 필요할 때 마다 찾아 볼 수 도 있어서 너무너무 좋습니다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 </a:t>
                </a:r>
                <a:endParaRPr lang="en-US" altLang="ko-KR" sz="900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47544E-FE28-7A8A-CE24-6DF73D55D7BC}"/>
                </a:ext>
              </a:extLst>
            </p:cNvPr>
            <p:cNvSpPr txBox="1"/>
            <p:nvPr/>
          </p:nvSpPr>
          <p:spPr>
            <a:xfrm>
              <a:off x="7401169" y="450662"/>
              <a:ext cx="2116995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평점 </a:t>
              </a:r>
              <a:r>
                <a:rPr lang="ko-KR" altLang="en-US" sz="900" b="1" dirty="0" err="1">
                  <a:latin typeface="나눔고딕" pitchFamily="2" charset="-127"/>
                  <a:ea typeface="나눔고딕" pitchFamily="2" charset="-127"/>
                </a:rPr>
                <a:t>높은순</a:t>
              </a:r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/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평점 </a:t>
              </a:r>
              <a:r>
                <a:rPr lang="ko-KR" altLang="en-US" sz="900" dirty="0" err="1">
                  <a:latin typeface="나눔고딕" pitchFamily="2" charset="-127"/>
                  <a:ea typeface="나눔고딕" pitchFamily="2" charset="-127"/>
                </a:rPr>
                <a:t>낮은순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/ 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최신순</a:t>
              </a:r>
              <a:endParaRPr lang="en-US" altLang="ko-KR" sz="900" dirty="0">
                <a:latin typeface="나눔고딕" pitchFamily="2" charset="-127"/>
                <a:ea typeface="나눔고딕" pitchFamily="2" charset="-127"/>
              </a:endParaRPr>
            </a:p>
          </p:txBody>
        </p:sp>
        <p:grpSp>
          <p:nvGrpSpPr>
            <p:cNvPr id="2" name="Pagination">
              <a:extLst>
                <a:ext uri="{FF2B5EF4-FFF2-40B4-BE49-F238E27FC236}">
                  <a16:creationId xmlns:a16="http://schemas.microsoft.com/office/drawing/2014/main" id="{BD39058A-17A1-D408-23C6-EB0CC305B633}"/>
                </a:ext>
              </a:extLst>
            </p:cNvPr>
            <p:cNvGrpSpPr/>
            <p:nvPr/>
          </p:nvGrpSpPr>
          <p:grpSpPr>
            <a:xfrm>
              <a:off x="3701409" y="3144206"/>
              <a:ext cx="3661556" cy="216000"/>
              <a:chOff x="1003744" y="2176929"/>
              <a:chExt cx="4371453" cy="323849"/>
            </a:xfrm>
            <a:solidFill>
              <a:srgbClr val="FFFFFF"/>
            </a:solidFill>
          </p:grpSpPr>
          <p:sp>
            <p:nvSpPr>
              <p:cNvPr id="3" name="Previous">
                <a:extLst>
                  <a:ext uri="{FF2B5EF4-FFF2-40B4-BE49-F238E27FC236}">
                    <a16:creationId xmlns:a16="http://schemas.microsoft.com/office/drawing/2014/main" id="{B9C73703-D8D1-55A0-B360-1ACBE6063A12}"/>
                  </a:ext>
                </a:extLst>
              </p:cNvPr>
              <p:cNvSpPr/>
              <p:nvPr/>
            </p:nvSpPr>
            <p:spPr>
              <a:xfrm rot="16200000">
                <a:off x="997741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〈〈</a:t>
                </a:r>
              </a:p>
            </p:txBody>
          </p:sp>
          <p:sp>
            <p:nvSpPr>
              <p:cNvPr id="11" name="Page 1">
                <a:extLst>
                  <a:ext uri="{FF2B5EF4-FFF2-40B4-BE49-F238E27FC236}">
                    <a16:creationId xmlns:a16="http://schemas.microsoft.com/office/drawing/2014/main" id="{FC1C6D46-CFB1-E92D-670C-2FF391378D75}"/>
                  </a:ext>
                </a:extLst>
              </p:cNvPr>
              <p:cNvSpPr/>
              <p:nvPr/>
            </p:nvSpPr>
            <p:spPr>
              <a:xfrm>
                <a:off x="1630780" y="2176929"/>
                <a:ext cx="314324" cy="32384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2" name="Page 2">
                <a:extLst>
                  <a:ext uri="{FF2B5EF4-FFF2-40B4-BE49-F238E27FC236}">
                    <a16:creationId xmlns:a16="http://schemas.microsoft.com/office/drawing/2014/main" id="{2AA5ADAF-A094-D67C-69C9-456AE0BA5017}"/>
                  </a:ext>
                </a:extLst>
              </p:cNvPr>
              <p:cNvSpPr/>
              <p:nvPr/>
            </p:nvSpPr>
            <p:spPr>
              <a:xfrm>
                <a:off x="1942622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2</a:t>
                </a:r>
              </a:p>
            </p:txBody>
          </p:sp>
          <p:sp>
            <p:nvSpPr>
              <p:cNvPr id="13" name="Page 3">
                <a:extLst>
                  <a:ext uri="{FF2B5EF4-FFF2-40B4-BE49-F238E27FC236}">
                    <a16:creationId xmlns:a16="http://schemas.microsoft.com/office/drawing/2014/main" id="{FB96287F-EEDF-36F2-0C8B-BA375D6A55E4}"/>
                  </a:ext>
                </a:extLst>
              </p:cNvPr>
              <p:cNvSpPr/>
              <p:nvPr/>
            </p:nvSpPr>
            <p:spPr>
              <a:xfrm>
                <a:off x="225694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4" name="Page 4">
                <a:extLst>
                  <a:ext uri="{FF2B5EF4-FFF2-40B4-BE49-F238E27FC236}">
                    <a16:creationId xmlns:a16="http://schemas.microsoft.com/office/drawing/2014/main" id="{3D6EA508-18BF-FD52-B2DB-A0FA0F8FC48B}"/>
                  </a:ext>
                </a:extLst>
              </p:cNvPr>
              <p:cNvSpPr/>
              <p:nvPr/>
            </p:nvSpPr>
            <p:spPr>
              <a:xfrm>
                <a:off x="2568788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4</a:t>
                </a:r>
              </a:p>
            </p:txBody>
          </p:sp>
          <p:sp>
            <p:nvSpPr>
              <p:cNvPr id="15" name="Page 5">
                <a:extLst>
                  <a:ext uri="{FF2B5EF4-FFF2-40B4-BE49-F238E27FC236}">
                    <a16:creationId xmlns:a16="http://schemas.microsoft.com/office/drawing/2014/main" id="{42444538-ADAB-65E6-0DD8-DB063053044A}"/>
                  </a:ext>
                </a:extLst>
              </p:cNvPr>
              <p:cNvSpPr/>
              <p:nvPr/>
            </p:nvSpPr>
            <p:spPr>
              <a:xfrm>
                <a:off x="2880630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5</a:t>
                </a:r>
              </a:p>
            </p:txBody>
          </p:sp>
          <p:sp>
            <p:nvSpPr>
              <p:cNvPr id="16" name="Next">
                <a:extLst>
                  <a:ext uri="{FF2B5EF4-FFF2-40B4-BE49-F238E27FC236}">
                    <a16:creationId xmlns:a16="http://schemas.microsoft.com/office/drawing/2014/main" id="{438CC661-DAFD-DFAF-0EAE-D43503D2CBC3}"/>
                  </a:ext>
                </a:extLst>
              </p:cNvPr>
              <p:cNvSpPr/>
              <p:nvPr/>
            </p:nvSpPr>
            <p:spPr>
              <a:xfrm rot="5400000">
                <a:off x="5057352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270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〉〉</a:t>
                </a:r>
              </a:p>
            </p:txBody>
          </p:sp>
          <p:sp>
            <p:nvSpPr>
              <p:cNvPr id="17" name="Page 1">
                <a:extLst>
                  <a:ext uri="{FF2B5EF4-FFF2-40B4-BE49-F238E27FC236}">
                    <a16:creationId xmlns:a16="http://schemas.microsoft.com/office/drawing/2014/main" id="{D7DB11E1-E4A7-57BD-8219-A8DA196F3341}"/>
                  </a:ext>
                </a:extLst>
              </p:cNvPr>
              <p:cNvSpPr/>
              <p:nvPr/>
            </p:nvSpPr>
            <p:spPr>
              <a:xfrm>
                <a:off x="3190317" y="2176929"/>
                <a:ext cx="314324" cy="3238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8" name="Page 2">
                <a:extLst>
                  <a:ext uri="{FF2B5EF4-FFF2-40B4-BE49-F238E27FC236}">
                    <a16:creationId xmlns:a16="http://schemas.microsoft.com/office/drawing/2014/main" id="{4ABF1AD8-1BCA-C62D-F75F-646F0EA30E24}"/>
                  </a:ext>
                </a:extLst>
              </p:cNvPr>
              <p:cNvSpPr/>
              <p:nvPr/>
            </p:nvSpPr>
            <p:spPr>
              <a:xfrm>
                <a:off x="3502159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7</a:t>
                </a:r>
              </a:p>
            </p:txBody>
          </p:sp>
          <p:sp>
            <p:nvSpPr>
              <p:cNvPr id="19" name="Page 3">
                <a:extLst>
                  <a:ext uri="{FF2B5EF4-FFF2-40B4-BE49-F238E27FC236}">
                    <a16:creationId xmlns:a16="http://schemas.microsoft.com/office/drawing/2014/main" id="{7653DA12-7F48-6210-46F7-8BEB39129070}"/>
                  </a:ext>
                </a:extLst>
              </p:cNvPr>
              <p:cNvSpPr/>
              <p:nvPr/>
            </p:nvSpPr>
            <p:spPr>
              <a:xfrm>
                <a:off x="3816483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8</a:t>
                </a:r>
              </a:p>
            </p:txBody>
          </p:sp>
          <p:sp>
            <p:nvSpPr>
              <p:cNvPr id="20" name="Page 4">
                <a:extLst>
                  <a:ext uri="{FF2B5EF4-FFF2-40B4-BE49-F238E27FC236}">
                    <a16:creationId xmlns:a16="http://schemas.microsoft.com/office/drawing/2014/main" id="{EBB5C2C9-4F97-A3EC-D3F3-93525A0EE5C3}"/>
                  </a:ext>
                </a:extLst>
              </p:cNvPr>
              <p:cNvSpPr/>
              <p:nvPr/>
            </p:nvSpPr>
            <p:spPr>
              <a:xfrm>
                <a:off x="4128325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21" name="Page 5">
                <a:extLst>
                  <a:ext uri="{FF2B5EF4-FFF2-40B4-BE49-F238E27FC236}">
                    <a16:creationId xmlns:a16="http://schemas.microsoft.com/office/drawing/2014/main" id="{4F88F38D-5275-231D-2B5C-D8CF731D7FC4}"/>
                  </a:ext>
                </a:extLst>
              </p:cNvPr>
              <p:cNvSpPr/>
              <p:nvPr/>
            </p:nvSpPr>
            <p:spPr>
              <a:xfrm>
                <a:off x="4440167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10</a:t>
                </a:r>
              </a:p>
            </p:txBody>
          </p:sp>
          <p:sp>
            <p:nvSpPr>
              <p:cNvPr id="22" name="Page 5">
                <a:extLst>
                  <a:ext uri="{FF2B5EF4-FFF2-40B4-BE49-F238E27FC236}">
                    <a16:creationId xmlns:a16="http://schemas.microsoft.com/office/drawing/2014/main" id="{67DFD01A-EDCA-BC56-EFC4-CC91381D397F}"/>
                  </a:ext>
                </a:extLst>
              </p:cNvPr>
              <p:cNvSpPr/>
              <p:nvPr/>
            </p:nvSpPr>
            <p:spPr>
              <a:xfrm>
                <a:off x="4751514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</a:t>
                </a:r>
                <a:endParaRPr lang="en-US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Page 2">
                <a:extLst>
                  <a:ext uri="{FF2B5EF4-FFF2-40B4-BE49-F238E27FC236}">
                    <a16:creationId xmlns:a16="http://schemas.microsoft.com/office/drawing/2014/main" id="{D16AF0EF-E7F9-EAB4-4F0A-FA61B602226D}"/>
                  </a:ext>
                </a:extLst>
              </p:cNvPr>
              <p:cNvSpPr/>
              <p:nvPr/>
            </p:nvSpPr>
            <p:spPr>
              <a:xfrm>
                <a:off x="130846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</a:t>
                </a:r>
              </a:p>
            </p:txBody>
          </p:sp>
        </p:grpSp>
        <p:sp>
          <p:nvSpPr>
            <p:cNvPr id="52" name="모서리가 둥근 직사각형 53">
              <a:extLst>
                <a:ext uri="{FF2B5EF4-FFF2-40B4-BE49-F238E27FC236}">
                  <a16:creationId xmlns:a16="http://schemas.microsoft.com/office/drawing/2014/main" id="{59387A8E-9A57-27DD-90D4-143C805511D2}"/>
                </a:ext>
              </a:extLst>
            </p:cNvPr>
            <p:cNvSpPr/>
            <p:nvPr/>
          </p:nvSpPr>
          <p:spPr>
            <a:xfrm>
              <a:off x="7945476" y="4368647"/>
              <a:ext cx="720000" cy="32399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개선요청</a:t>
              </a:r>
            </a:p>
          </p:txBody>
        </p:sp>
      </p:grp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36A759B-30BE-6B93-F187-C8F5C41CA3A4}"/>
              </a:ext>
            </a:extLst>
          </p:cNvPr>
          <p:cNvSpPr/>
          <p:nvPr/>
        </p:nvSpPr>
        <p:spPr>
          <a:xfrm>
            <a:off x="1484429" y="293173"/>
            <a:ext cx="8096017" cy="6255029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373B1B8A-B029-18E9-B237-FE35C38AEAA3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125" name="모서리가 둥근 직사각형 25">
              <a:extLst>
                <a:ext uri="{FF2B5EF4-FFF2-40B4-BE49-F238E27FC236}">
                  <a16:creationId xmlns:a16="http://schemas.microsoft.com/office/drawing/2014/main" id="{6597ED32-8C0F-8D42-63C3-958826B41488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3D03435-39C7-6956-2812-7733E0D2A5F6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수정</a:t>
              </a:r>
            </a:p>
          </p:txBody>
        </p:sp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057512F3-7A49-07FC-582F-608FBAC51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128" name="모서리가 둥근 직사각형 26">
              <a:extLst>
                <a:ext uri="{FF2B5EF4-FFF2-40B4-BE49-F238E27FC236}">
                  <a16:creationId xmlns:a16="http://schemas.microsoft.com/office/drawing/2014/main" id="{1F5D7F2C-E50C-FADC-5290-D596DB2C2FF9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수정</a:t>
              </a:r>
              <a:r>
                <a:rPr lang="en-US" altLang="ko-KR" sz="900" b="1" spc="-9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하기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1C12247F-BDD3-023D-ADC7-5A6338F18D27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968FB22E-3D22-6840-9EFC-E75DF2A11BAE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콘텐츠 설명과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영상콘텐츠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내용이 다소 부자연스럽습니다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설명내용을 영상 내용을 잘 이해하고 학습할 수 있도록 설명을 자세하고 정확하게 작성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안내 부탁드립니다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~ 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3F84664-AEDF-F1C5-5ED7-21D890F70887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CC7F0843-2A30-D97C-1ABE-6C02A0ABC112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135" name="Track">
                <a:extLst>
                  <a:ext uri="{FF2B5EF4-FFF2-40B4-BE49-F238E27FC236}">
                    <a16:creationId xmlns:a16="http://schemas.microsoft.com/office/drawing/2014/main" id="{7F7B5326-452A-17B4-EE70-A70DED5CA0B8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6" name="Track">
                <a:extLst>
                  <a:ext uri="{FF2B5EF4-FFF2-40B4-BE49-F238E27FC236}">
                    <a16:creationId xmlns:a16="http://schemas.microsoft.com/office/drawing/2014/main" id="{C9A726E8-A638-795F-F43A-1C110BE27F69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02D7F32-CBCA-03CC-94E7-D42E6BB548D8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310E149D-D24E-F76C-F7AA-AA0FCBD258F6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콘텐츠 개선요청 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37" name="타원 136">
            <a:extLst>
              <a:ext uri="{FF2B5EF4-FFF2-40B4-BE49-F238E27FC236}">
                <a16:creationId xmlns:a16="http://schemas.microsoft.com/office/drawing/2014/main" id="{189FC595-4650-47B6-9DA3-C62A50BD3CD5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E318061-5C51-3C97-1ED4-A9B474568031}"/>
              </a:ext>
            </a:extLst>
          </p:cNvPr>
          <p:cNvSpPr/>
          <p:nvPr/>
        </p:nvSpPr>
        <p:spPr>
          <a:xfrm>
            <a:off x="3719513" y="18967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83AB0902-37F0-0F80-70FC-53C326B174F1}"/>
              </a:ext>
            </a:extLst>
          </p:cNvPr>
          <p:cNvSpPr/>
          <p:nvPr/>
        </p:nvSpPr>
        <p:spPr>
          <a:xfrm>
            <a:off x="3719513" y="24668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모서리가 둥근 직사각형 53">
            <a:extLst>
              <a:ext uri="{FF2B5EF4-FFF2-40B4-BE49-F238E27FC236}">
                <a16:creationId xmlns:a16="http://schemas.microsoft.com/office/drawing/2014/main" id="{95EB5073-063B-F505-4EBE-D40694D68DA7}"/>
              </a:ext>
            </a:extLst>
          </p:cNvPr>
          <p:cNvSpPr/>
          <p:nvPr/>
        </p:nvSpPr>
        <p:spPr>
          <a:xfrm>
            <a:off x="7945476" y="4370434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개선요청 수정</a:t>
            </a:r>
          </a:p>
        </p:txBody>
      </p: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3EB6CE14-1E04-E6B0-6CC7-3096673AAA22}"/>
              </a:ext>
            </a:extLst>
          </p:cNvPr>
          <p:cNvCxnSpPr>
            <a:cxnSpLocks/>
            <a:stCxn id="140" idx="0"/>
            <a:endCxn id="125" idx="3"/>
          </p:cNvCxnSpPr>
          <p:nvPr/>
        </p:nvCxnSpPr>
        <p:spPr>
          <a:xfrm rot="16200000" flipV="1">
            <a:off x="6874788" y="2939746"/>
            <a:ext cx="1973497" cy="887880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A4D81E-280C-ED72-F127-238718C0AB57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AD61A9-71A4-5F2A-5D71-189A85FB5CEA}"/>
              </a:ext>
            </a:extLst>
          </p:cNvPr>
          <p:cNvSpPr/>
          <p:nvPr/>
        </p:nvSpPr>
        <p:spPr>
          <a:xfrm>
            <a:off x="3550925" y="819639"/>
            <a:ext cx="4034789" cy="3212027"/>
          </a:xfrm>
          <a:prstGeom prst="rect">
            <a:avLst/>
          </a:prstGeom>
          <a:solidFill>
            <a:srgbClr val="FF0000">
              <a:alpha val="1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추가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17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27524</TotalTime>
  <Words>1905</Words>
  <Application>Microsoft Office PowerPoint</Application>
  <PresentationFormat>와이드스크린</PresentationFormat>
  <Paragraphs>458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Segoe UI</vt:lpstr>
      <vt:lpstr>나눔고딕</vt:lpstr>
      <vt:lpstr>굴림</vt:lpstr>
      <vt:lpstr>맑은 고딕</vt:lpstr>
      <vt:lpstr>Arial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988</cp:revision>
  <dcterms:created xsi:type="dcterms:W3CDTF">2023-06-09T00:38:08Z</dcterms:created>
  <dcterms:modified xsi:type="dcterms:W3CDTF">2026-01-07T05:18:37Z</dcterms:modified>
</cp:coreProperties>
</file>