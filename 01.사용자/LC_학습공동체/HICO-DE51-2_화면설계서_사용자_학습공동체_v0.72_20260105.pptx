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66"/>
  </p:notesMasterIdLst>
  <p:sldIdLst>
    <p:sldId id="256" r:id="rId5"/>
    <p:sldId id="583" r:id="rId6"/>
    <p:sldId id="639" r:id="rId7"/>
    <p:sldId id="621" r:id="rId8"/>
    <p:sldId id="624" r:id="rId9"/>
    <p:sldId id="604" r:id="rId10"/>
    <p:sldId id="606" r:id="rId11"/>
    <p:sldId id="613" r:id="rId12"/>
    <p:sldId id="614" r:id="rId13"/>
    <p:sldId id="648" r:id="rId14"/>
    <p:sldId id="607" r:id="rId15"/>
    <p:sldId id="651" r:id="rId16"/>
    <p:sldId id="622" r:id="rId17"/>
    <p:sldId id="650" r:id="rId18"/>
    <p:sldId id="608" r:id="rId19"/>
    <p:sldId id="612" r:id="rId20"/>
    <p:sldId id="687" r:id="rId21"/>
    <p:sldId id="623" r:id="rId22"/>
    <p:sldId id="610" r:id="rId23"/>
    <p:sldId id="686" r:id="rId24"/>
    <p:sldId id="647" r:id="rId25"/>
    <p:sldId id="616" r:id="rId26"/>
    <p:sldId id="617" r:id="rId27"/>
    <p:sldId id="625" r:id="rId28"/>
    <p:sldId id="618" r:id="rId29"/>
    <p:sldId id="619" r:id="rId30"/>
    <p:sldId id="688" r:id="rId31"/>
    <p:sldId id="593" r:id="rId32"/>
    <p:sldId id="594" r:id="rId33"/>
    <p:sldId id="652" r:id="rId34"/>
    <p:sldId id="674" r:id="rId35"/>
    <p:sldId id="689" r:id="rId36"/>
    <p:sldId id="675" r:id="rId37"/>
    <p:sldId id="654" r:id="rId38"/>
    <p:sldId id="655" r:id="rId39"/>
    <p:sldId id="656" r:id="rId40"/>
    <p:sldId id="662" r:id="rId41"/>
    <p:sldId id="663" r:id="rId42"/>
    <p:sldId id="664" r:id="rId43"/>
    <p:sldId id="665" r:id="rId44"/>
    <p:sldId id="666" r:id="rId45"/>
    <p:sldId id="668" r:id="rId46"/>
    <p:sldId id="669" r:id="rId47"/>
    <p:sldId id="667" r:id="rId48"/>
    <p:sldId id="670" r:id="rId49"/>
    <p:sldId id="671" r:id="rId50"/>
    <p:sldId id="673" r:id="rId51"/>
    <p:sldId id="690" r:id="rId52"/>
    <p:sldId id="653" r:id="rId53"/>
    <p:sldId id="657" r:id="rId54"/>
    <p:sldId id="658" r:id="rId55"/>
    <p:sldId id="659" r:id="rId56"/>
    <p:sldId id="660" r:id="rId57"/>
    <p:sldId id="661" r:id="rId58"/>
    <p:sldId id="638" r:id="rId59"/>
    <p:sldId id="646" r:id="rId60"/>
    <p:sldId id="676" r:id="rId61"/>
    <p:sldId id="683" r:id="rId62"/>
    <p:sldId id="684" r:id="rId63"/>
    <p:sldId id="685" r:id="rId64"/>
    <p:sldId id="296" r:id="rId65"/>
  </p:sldIdLst>
  <p:sldSz cx="12192000" cy="6858000"/>
  <p:notesSz cx="6858000" cy="9144000"/>
  <p:embeddedFontLst>
    <p:embeddedFont>
      <p:font typeface="Segoe UI" panose="020B0502040204020203" pitchFamily="34" charset="0"/>
      <p:regular r:id="rId67"/>
      <p:bold r:id="rId68"/>
      <p:italic r:id="rId69"/>
      <p:boldItalic r:id="rId70"/>
    </p:embeddedFont>
    <p:embeddedFont>
      <p:font typeface="나눔고딕" pitchFamily="2" charset="-127"/>
      <p:regular r:id="rId71"/>
      <p:bold r:id="rId72"/>
    </p:embeddedFont>
    <p:embeddedFont>
      <p:font typeface="맑은 고딕" panose="020B0503020000020004" pitchFamily="50" charset="-127"/>
      <p:regular r:id="rId73"/>
      <p:bold r:id="rId74"/>
    </p:embeddedFont>
    <p:embeddedFont>
      <p:font typeface="맑은 고딕" panose="020B0503020000020004" pitchFamily="50" charset="-127"/>
      <p:regular r:id="rId73"/>
      <p:bold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120" d="100"/>
          <a:sy n="120" d="100"/>
        </p:scale>
        <p:origin x="456" y="84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font" Target="fonts/font2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74" Type="http://schemas.openxmlformats.org/officeDocument/2006/relationships/font" Target="fonts/font8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3.fntdata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font" Target="fonts/font1.fntdata"/><Relationship Id="rId103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7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레이어팝업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7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가로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DAF507-88CD-42FA-9C1F-BAC58DD52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307" y="55767"/>
            <a:ext cx="7736896" cy="338554"/>
          </a:xfrm>
          <a:prstGeom prst="rect">
            <a:avLst/>
          </a:prstGeom>
        </p:spPr>
        <p:txBody>
          <a:bodyPr wrap="square" rIns="90000">
            <a:spAutoFit/>
          </a:bodyPr>
          <a:lstStyle>
            <a:lvl1pPr marL="0" indent="0">
              <a:buNone/>
              <a:defRPr sz="1600" b="1" spc="-150"/>
            </a:lvl1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DCA135F-C2EC-417D-BBA0-ED06B5F256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73491" y="55767"/>
            <a:ext cx="3649298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en-US" altLang="ko-KR" dirty="0"/>
              <a:t>URL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060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7" r:id="rId8"/>
    <p:sldLayoutId id="2147483667" r:id="rId9"/>
    <p:sldLayoutId id="2147483668" r:id="rId10"/>
    <p:sldLayoutId id="2147483661" r:id="rId11"/>
    <p:sldLayoutId id="214748369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08310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학습공동체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573604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0.72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2026.01.05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489636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학습공동체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_v0.71_20251231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이기성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2025.12.26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보완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화면목록추가 및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이기성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보완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화면목록추가 및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이기성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2026.01.05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보완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일자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표기 방식 통일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(YYYY.MM.DD)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이기성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24000" y="2276872"/>
            <a:ext cx="9144000" cy="20162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/>
              <a:t>협업공간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7499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18BF-A1B7-0161-A8AD-B1D5A3AC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AB93C77-CA00-69AF-48AF-1DE6AAAACA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6309048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입력 후 검색 시 검색결과 리스트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협업공간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4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 항목씩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항목은 썸네일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타이틀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개설자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개설일자 로 구성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협업공간 선택 시 상세 페이지로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다음페이지에 상세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가입한 협업공간일 경우 표시 플래그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리스트 제공하는 페이지 상에서는 모두 표기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결과로 나타난 결과상에도 가입된 협업공간이 포함되는 경우에는 플래그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등록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신규 협업 등록을 위한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신규협업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등록 요청이 진행중인 경우에는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등록 후 관리자 승인 이전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대기 중인 협업공간 요청이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협업등록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요청건이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완료되지 않은 상태에서는 추가로 협업 등록불가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확인필요 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나의협업공간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포함된 협업공간의 리스트만 보기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나의협업공간만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보이고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버튼명은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로 변경 후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리스트로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687799E-296B-857B-25B1-D762160E69B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526F07-4F2B-4A2D-C6EA-E5DF381F4285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grpSp>
        <p:nvGrpSpPr>
          <p:cNvPr id="42" name="Pagination">
            <a:extLst>
              <a:ext uri="{FF2B5EF4-FFF2-40B4-BE49-F238E27FC236}">
                <a16:creationId xmlns:a16="http://schemas.microsoft.com/office/drawing/2014/main" id="{68FBD995-6ED0-C661-BFB4-78D47896AAC3}"/>
              </a:ext>
            </a:extLst>
          </p:cNvPr>
          <p:cNvGrpSpPr/>
          <p:nvPr/>
        </p:nvGrpSpPr>
        <p:grpSpPr>
          <a:xfrm>
            <a:off x="3004006" y="601356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3" name="Previous">
              <a:extLst>
                <a:ext uri="{FF2B5EF4-FFF2-40B4-BE49-F238E27FC236}">
                  <a16:creationId xmlns:a16="http://schemas.microsoft.com/office/drawing/2014/main" id="{DC1EFC00-487A-6425-50F5-D7A1691D253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44" name="Page 1">
              <a:extLst>
                <a:ext uri="{FF2B5EF4-FFF2-40B4-BE49-F238E27FC236}">
                  <a16:creationId xmlns:a16="http://schemas.microsoft.com/office/drawing/2014/main" id="{3759298D-C343-57C5-8348-F7A3B5A7B65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5" name="Page 2">
              <a:extLst>
                <a:ext uri="{FF2B5EF4-FFF2-40B4-BE49-F238E27FC236}">
                  <a16:creationId xmlns:a16="http://schemas.microsoft.com/office/drawing/2014/main" id="{EDA52980-8A97-940E-1B89-27D18593298B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48" name="Page 3">
              <a:extLst>
                <a:ext uri="{FF2B5EF4-FFF2-40B4-BE49-F238E27FC236}">
                  <a16:creationId xmlns:a16="http://schemas.microsoft.com/office/drawing/2014/main" id="{5691A0BA-FAFD-4014-08AD-B7E46964A172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6" name="Page 4">
              <a:extLst>
                <a:ext uri="{FF2B5EF4-FFF2-40B4-BE49-F238E27FC236}">
                  <a16:creationId xmlns:a16="http://schemas.microsoft.com/office/drawing/2014/main" id="{19D99931-D878-8E69-2CC6-C20A0168E46C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7" name="Page 5">
              <a:extLst>
                <a:ext uri="{FF2B5EF4-FFF2-40B4-BE49-F238E27FC236}">
                  <a16:creationId xmlns:a16="http://schemas.microsoft.com/office/drawing/2014/main" id="{A0150AF0-3314-92A6-4D0A-1B8078E2567A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8" name="Next">
              <a:extLst>
                <a:ext uri="{FF2B5EF4-FFF2-40B4-BE49-F238E27FC236}">
                  <a16:creationId xmlns:a16="http://schemas.microsoft.com/office/drawing/2014/main" id="{F41B892E-AB17-4A96-9A45-3EA0382BD9DB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60" name="Page 1">
              <a:extLst>
                <a:ext uri="{FF2B5EF4-FFF2-40B4-BE49-F238E27FC236}">
                  <a16:creationId xmlns:a16="http://schemas.microsoft.com/office/drawing/2014/main" id="{B8CA9FFF-9686-A687-8F4F-687B497DF18A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61" name="Page 2">
              <a:extLst>
                <a:ext uri="{FF2B5EF4-FFF2-40B4-BE49-F238E27FC236}">
                  <a16:creationId xmlns:a16="http://schemas.microsoft.com/office/drawing/2014/main" id="{8C487B66-DA43-EACD-24DE-8B7D850B625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62" name="Page 3">
              <a:extLst>
                <a:ext uri="{FF2B5EF4-FFF2-40B4-BE49-F238E27FC236}">
                  <a16:creationId xmlns:a16="http://schemas.microsoft.com/office/drawing/2014/main" id="{AE4C8DE2-726B-41A9-8C77-17BE9498D750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63" name="Page 4">
              <a:extLst>
                <a:ext uri="{FF2B5EF4-FFF2-40B4-BE49-F238E27FC236}">
                  <a16:creationId xmlns:a16="http://schemas.microsoft.com/office/drawing/2014/main" id="{D434FDA4-E7E4-DE75-3D72-6DB8A380C206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104" name="Page 5">
              <a:extLst>
                <a:ext uri="{FF2B5EF4-FFF2-40B4-BE49-F238E27FC236}">
                  <a16:creationId xmlns:a16="http://schemas.microsoft.com/office/drawing/2014/main" id="{7AE5ECCD-9747-0CF0-5650-1D6B4F240060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106" name="Page 5">
              <a:extLst>
                <a:ext uri="{FF2B5EF4-FFF2-40B4-BE49-F238E27FC236}">
                  <a16:creationId xmlns:a16="http://schemas.microsoft.com/office/drawing/2014/main" id="{EE69C187-B861-683E-D24A-4BE54C31D06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15" name="Page 2">
              <a:extLst>
                <a:ext uri="{FF2B5EF4-FFF2-40B4-BE49-F238E27FC236}">
                  <a16:creationId xmlns:a16="http://schemas.microsoft.com/office/drawing/2014/main" id="{9D621ED3-A01F-95C4-55C0-5F14BDBEA035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116" name="Input">
            <a:extLst>
              <a:ext uri="{FF2B5EF4-FFF2-40B4-BE49-F238E27FC236}">
                <a16:creationId xmlns:a16="http://schemas.microsoft.com/office/drawing/2014/main" id="{1DE8C1F1-8C9F-4B85-358B-4BE5F1F2C5CE}"/>
              </a:ext>
            </a:extLst>
          </p:cNvPr>
          <p:cNvSpPr/>
          <p:nvPr/>
        </p:nvSpPr>
        <p:spPr>
          <a:xfrm>
            <a:off x="8375340" y="613658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협업등록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221DACCE-8AE8-12CE-8C99-AE92DEA71A8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46" name="직사각형 4145">
            <a:extLst>
              <a:ext uri="{FF2B5EF4-FFF2-40B4-BE49-F238E27FC236}">
                <a16:creationId xmlns:a16="http://schemas.microsoft.com/office/drawing/2014/main" id="{4FE1D98F-428A-0094-3AE0-EB8B38A99D94}"/>
              </a:ext>
            </a:extLst>
          </p:cNvPr>
          <p:cNvSpPr/>
          <p:nvPr/>
        </p:nvSpPr>
        <p:spPr>
          <a:xfrm>
            <a:off x="203001" y="103758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47" name="Input">
            <a:extLst>
              <a:ext uri="{FF2B5EF4-FFF2-40B4-BE49-F238E27FC236}">
                <a16:creationId xmlns:a16="http://schemas.microsoft.com/office/drawing/2014/main" id="{5C33307E-B248-F12B-B659-7057F77CBC81}"/>
              </a:ext>
            </a:extLst>
          </p:cNvPr>
          <p:cNvSpPr/>
          <p:nvPr/>
        </p:nvSpPr>
        <p:spPr>
          <a:xfrm>
            <a:off x="2392742" y="112115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8" name="Input">
            <a:extLst>
              <a:ext uri="{FF2B5EF4-FFF2-40B4-BE49-F238E27FC236}">
                <a16:creationId xmlns:a16="http://schemas.microsoft.com/office/drawing/2014/main" id="{790B286F-35EC-0009-E5A7-93655B53C9DD}"/>
              </a:ext>
            </a:extLst>
          </p:cNvPr>
          <p:cNvSpPr/>
          <p:nvPr/>
        </p:nvSpPr>
        <p:spPr>
          <a:xfrm>
            <a:off x="983346" y="112115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DA02DDE2-1629-750D-4FC0-DD42367C0411}"/>
              </a:ext>
            </a:extLst>
          </p:cNvPr>
          <p:cNvGrpSpPr/>
          <p:nvPr/>
        </p:nvGrpSpPr>
        <p:grpSpPr>
          <a:xfrm>
            <a:off x="273422" y="1125280"/>
            <a:ext cx="662728" cy="224895"/>
            <a:chOff x="2462166" y="2229029"/>
            <a:chExt cx="662728" cy="224895"/>
          </a:xfrm>
        </p:grpSpPr>
        <p:sp>
          <p:nvSpPr>
            <p:cNvPr id="4150" name="Input">
              <a:extLst>
                <a:ext uri="{FF2B5EF4-FFF2-40B4-BE49-F238E27FC236}">
                  <a16:creationId xmlns:a16="http://schemas.microsoft.com/office/drawing/2014/main" id="{733179BB-89A9-67D8-C760-E5775ABEF666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51" name="Chevron Right">
              <a:extLst>
                <a:ext uri="{FF2B5EF4-FFF2-40B4-BE49-F238E27FC236}">
                  <a16:creationId xmlns:a16="http://schemas.microsoft.com/office/drawing/2014/main" id="{E1438952-E140-F89F-E476-0E14AA66A261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7022A4E-5111-4009-F44B-30EAECC54E1A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협업공간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27C37CF-1EB9-6CE7-F518-BF73BF4585F3}"/>
              </a:ext>
            </a:extLst>
          </p:cNvPr>
          <p:cNvGrpSpPr/>
          <p:nvPr/>
        </p:nvGrpSpPr>
        <p:grpSpPr>
          <a:xfrm>
            <a:off x="387722" y="1882843"/>
            <a:ext cx="1856577" cy="1572301"/>
            <a:chOff x="2701742" y="2428874"/>
            <a:chExt cx="1856577" cy="15723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EBD814-67A0-27B0-D75E-5DC8182798BF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F5A0D6B-EBD8-8331-4FF1-4521E1A3529F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3112A6F-0D74-E0E2-E12F-FE1C62D57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3CB3018-EEBF-2CED-EF73-EC1404588B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759053-D3CB-FE63-0CF6-1AED7BF80C11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9F04EB-83BE-B09B-8C9F-A01E8C7C52DE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3D926E-8B1C-10AC-CC04-3B795391C23D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AE3069-E547-F9EA-88D2-CF925FB053D1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00BB27-5713-FD37-517D-5DD6D1DB911F}"/>
              </a:ext>
            </a:extLst>
          </p:cNvPr>
          <p:cNvGrpSpPr/>
          <p:nvPr/>
        </p:nvGrpSpPr>
        <p:grpSpPr>
          <a:xfrm>
            <a:off x="2662787" y="1882843"/>
            <a:ext cx="1856577" cy="1572301"/>
            <a:chOff x="2701742" y="2428874"/>
            <a:chExt cx="1856577" cy="157230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040C144-C6F7-C108-135F-19FA5AE30DC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AB1450C-0241-67A8-7840-948C532C8E29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408EA77-1DFD-2DB1-3740-A13DF7F05A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4EC2C8-28DB-841D-8107-E134F03E1F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4353ED-30D1-5B1F-380B-DB1E5C2B1E63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98B495-8B30-DA16-13EA-69124EED6546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DEEE2E9-02D2-0738-CF1E-35174A0224C7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70C8079-9BED-1657-2AA8-6B2AEFB2D824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0972BF9-5CEB-63E9-C9D9-E6DAC4A640BE}"/>
              </a:ext>
            </a:extLst>
          </p:cNvPr>
          <p:cNvGrpSpPr/>
          <p:nvPr/>
        </p:nvGrpSpPr>
        <p:grpSpPr>
          <a:xfrm>
            <a:off x="4976925" y="1882843"/>
            <a:ext cx="1856577" cy="1572301"/>
            <a:chOff x="2701742" y="2428874"/>
            <a:chExt cx="1856577" cy="157230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C229D87-E2E8-73FC-F2CA-215D98E8C751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D78F71F-CF6A-0324-8FD8-827E76D6B848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82EBB187-4AD0-E4A5-F570-DBD6092CE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29C5708-53F1-9FE3-D9D4-5BE40EF31F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7302729-0834-9F42-DE86-F68C7317443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8AECF3-A24E-F955-5644-CB330910A57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736F27B-76C0-74B8-F5FF-AFAA6B56E835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42CF95-C540-B1A4-3E96-2E9AAEB6C9A8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544709A-43E0-24C2-213F-4843D64342D1}"/>
              </a:ext>
            </a:extLst>
          </p:cNvPr>
          <p:cNvGrpSpPr/>
          <p:nvPr/>
        </p:nvGrpSpPr>
        <p:grpSpPr>
          <a:xfrm>
            <a:off x="7303128" y="1882843"/>
            <a:ext cx="1856577" cy="1572301"/>
            <a:chOff x="2701742" y="2428874"/>
            <a:chExt cx="1856577" cy="157230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E51A1B8-14C3-BA9F-49A7-FE27D53AC865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A2BFA2B-D384-4E9F-2E53-430E71F5189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3C29C425-E3AB-2EB9-1883-3D7350C2A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1D209EAA-7325-732D-54B1-B844E553E3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05E1451-C783-5A8B-E08B-A7D3D4A906D5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8219C98-9EBC-36EB-C857-50441CFA595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B73DD05-B399-0665-5993-4BF14A5085C1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9D9AA21-2F17-6CDE-0C45-CB78D33C2B2B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4107" name="그룹 4106">
            <a:extLst>
              <a:ext uri="{FF2B5EF4-FFF2-40B4-BE49-F238E27FC236}">
                <a16:creationId xmlns:a16="http://schemas.microsoft.com/office/drawing/2014/main" id="{3A3D8ACB-C6AD-D185-37CF-EEE08588638F}"/>
              </a:ext>
            </a:extLst>
          </p:cNvPr>
          <p:cNvGrpSpPr/>
          <p:nvPr/>
        </p:nvGrpSpPr>
        <p:grpSpPr>
          <a:xfrm>
            <a:off x="387722" y="4226430"/>
            <a:ext cx="1856577" cy="1572301"/>
            <a:chOff x="2701742" y="2428874"/>
            <a:chExt cx="1856577" cy="1572301"/>
          </a:xfrm>
        </p:grpSpPr>
        <p:sp>
          <p:nvSpPr>
            <p:cNvPr id="4108" name="직사각형 4107">
              <a:extLst>
                <a:ext uri="{FF2B5EF4-FFF2-40B4-BE49-F238E27FC236}">
                  <a16:creationId xmlns:a16="http://schemas.microsoft.com/office/drawing/2014/main" id="{576B2267-DDE5-FE53-DCC7-47329E7FD23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9" name="직사각형 4108">
              <a:extLst>
                <a:ext uri="{FF2B5EF4-FFF2-40B4-BE49-F238E27FC236}">
                  <a16:creationId xmlns:a16="http://schemas.microsoft.com/office/drawing/2014/main" id="{9C49319E-A063-6C4A-0F6A-C4C4EA918B32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10" name="직선 연결선 4109">
              <a:extLst>
                <a:ext uri="{FF2B5EF4-FFF2-40B4-BE49-F238E27FC236}">
                  <a16:creationId xmlns:a16="http://schemas.microsoft.com/office/drawing/2014/main" id="{47E14940-4A4F-E7BC-7752-C0C2C7374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직선 연결선 4110">
              <a:extLst>
                <a:ext uri="{FF2B5EF4-FFF2-40B4-BE49-F238E27FC236}">
                  <a16:creationId xmlns:a16="http://schemas.microsoft.com/office/drawing/2014/main" id="{70113ACB-BA51-0915-77EA-D532C8E0F8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2" name="TextBox 4111">
              <a:extLst>
                <a:ext uri="{FF2B5EF4-FFF2-40B4-BE49-F238E27FC236}">
                  <a16:creationId xmlns:a16="http://schemas.microsoft.com/office/drawing/2014/main" id="{90AA8E63-B413-E4F8-9400-32D177BE68D2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13" name="TextBox 4112">
              <a:extLst>
                <a:ext uri="{FF2B5EF4-FFF2-40B4-BE49-F238E27FC236}">
                  <a16:creationId xmlns:a16="http://schemas.microsoft.com/office/drawing/2014/main" id="{7FF54DEC-5EB8-D5EB-9AD1-9BE9360A07AD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14" name="TextBox 4113">
              <a:extLst>
                <a:ext uri="{FF2B5EF4-FFF2-40B4-BE49-F238E27FC236}">
                  <a16:creationId xmlns:a16="http://schemas.microsoft.com/office/drawing/2014/main" id="{5D5B2613-C5E3-C1CE-504D-50309B46E28B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18" name="TextBox 4117">
              <a:extLst>
                <a:ext uri="{FF2B5EF4-FFF2-40B4-BE49-F238E27FC236}">
                  <a16:creationId xmlns:a16="http://schemas.microsoft.com/office/drawing/2014/main" id="{47467108-EF71-86D3-DA8D-2D752477464A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4119" name="그룹 4118">
            <a:extLst>
              <a:ext uri="{FF2B5EF4-FFF2-40B4-BE49-F238E27FC236}">
                <a16:creationId xmlns:a16="http://schemas.microsoft.com/office/drawing/2014/main" id="{EE1B4853-1CFD-A287-5603-364E8929BD97}"/>
              </a:ext>
            </a:extLst>
          </p:cNvPr>
          <p:cNvGrpSpPr/>
          <p:nvPr/>
        </p:nvGrpSpPr>
        <p:grpSpPr>
          <a:xfrm>
            <a:off x="2662787" y="4226430"/>
            <a:ext cx="1856577" cy="1572301"/>
            <a:chOff x="2701742" y="2428874"/>
            <a:chExt cx="1856577" cy="1572301"/>
          </a:xfrm>
        </p:grpSpPr>
        <p:sp>
          <p:nvSpPr>
            <p:cNvPr id="4120" name="직사각형 4119">
              <a:extLst>
                <a:ext uri="{FF2B5EF4-FFF2-40B4-BE49-F238E27FC236}">
                  <a16:creationId xmlns:a16="http://schemas.microsoft.com/office/drawing/2014/main" id="{4A6B2741-5E4B-D2F2-EB23-965E4F0C4013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2" name="직사각형 4151">
              <a:extLst>
                <a:ext uri="{FF2B5EF4-FFF2-40B4-BE49-F238E27FC236}">
                  <a16:creationId xmlns:a16="http://schemas.microsoft.com/office/drawing/2014/main" id="{1333BAD3-D672-7488-2BF4-AC595BD339C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53" name="직선 연결선 4152">
              <a:extLst>
                <a:ext uri="{FF2B5EF4-FFF2-40B4-BE49-F238E27FC236}">
                  <a16:creationId xmlns:a16="http://schemas.microsoft.com/office/drawing/2014/main" id="{9B12637E-BEFF-1C9B-135D-A63A79B80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직선 연결선 4153">
              <a:extLst>
                <a:ext uri="{FF2B5EF4-FFF2-40B4-BE49-F238E27FC236}">
                  <a16:creationId xmlns:a16="http://schemas.microsoft.com/office/drawing/2014/main" id="{B118EEE7-E9B2-0AB0-BD0B-BF4F429107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5" name="TextBox 4154">
              <a:extLst>
                <a:ext uri="{FF2B5EF4-FFF2-40B4-BE49-F238E27FC236}">
                  <a16:creationId xmlns:a16="http://schemas.microsoft.com/office/drawing/2014/main" id="{76F81DCD-F05D-026A-8CD0-DF2CC0EB668B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56" name="TextBox 4155">
              <a:extLst>
                <a:ext uri="{FF2B5EF4-FFF2-40B4-BE49-F238E27FC236}">
                  <a16:creationId xmlns:a16="http://schemas.microsoft.com/office/drawing/2014/main" id="{81DF6291-7ADB-86D8-56C3-F5CAAD12F57C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57" name="TextBox 4156">
              <a:extLst>
                <a:ext uri="{FF2B5EF4-FFF2-40B4-BE49-F238E27FC236}">
                  <a16:creationId xmlns:a16="http://schemas.microsoft.com/office/drawing/2014/main" id="{8400E5B6-0969-49E0-8065-E7E7BDA28F86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59" name="TextBox 4158">
              <a:extLst>
                <a:ext uri="{FF2B5EF4-FFF2-40B4-BE49-F238E27FC236}">
                  <a16:creationId xmlns:a16="http://schemas.microsoft.com/office/drawing/2014/main" id="{AF9F9166-D8A5-E28E-E857-87D95EE7170C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4160" name="그룹 4159">
            <a:extLst>
              <a:ext uri="{FF2B5EF4-FFF2-40B4-BE49-F238E27FC236}">
                <a16:creationId xmlns:a16="http://schemas.microsoft.com/office/drawing/2014/main" id="{C2FAAF49-86DA-5579-D2D3-DF2E4602EB41}"/>
              </a:ext>
            </a:extLst>
          </p:cNvPr>
          <p:cNvGrpSpPr/>
          <p:nvPr/>
        </p:nvGrpSpPr>
        <p:grpSpPr>
          <a:xfrm>
            <a:off x="4976925" y="4226430"/>
            <a:ext cx="1856577" cy="1572301"/>
            <a:chOff x="2701742" y="2428874"/>
            <a:chExt cx="1856577" cy="1572301"/>
          </a:xfrm>
        </p:grpSpPr>
        <p:sp>
          <p:nvSpPr>
            <p:cNvPr id="4161" name="직사각형 4160">
              <a:extLst>
                <a:ext uri="{FF2B5EF4-FFF2-40B4-BE49-F238E27FC236}">
                  <a16:creationId xmlns:a16="http://schemas.microsoft.com/office/drawing/2014/main" id="{2EE48ABE-F649-77A0-AA8B-52C7BFFA8610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2" name="직사각형 4161">
              <a:extLst>
                <a:ext uri="{FF2B5EF4-FFF2-40B4-BE49-F238E27FC236}">
                  <a16:creationId xmlns:a16="http://schemas.microsoft.com/office/drawing/2014/main" id="{424F0878-056D-D717-9CBD-6A076F0BD122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63" name="직선 연결선 4162">
              <a:extLst>
                <a:ext uri="{FF2B5EF4-FFF2-40B4-BE49-F238E27FC236}">
                  <a16:creationId xmlns:a16="http://schemas.microsoft.com/office/drawing/2014/main" id="{19516F24-4ECC-5670-D6F3-B06E00F6BB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직선 연결선 4163">
              <a:extLst>
                <a:ext uri="{FF2B5EF4-FFF2-40B4-BE49-F238E27FC236}">
                  <a16:creationId xmlns:a16="http://schemas.microsoft.com/office/drawing/2014/main" id="{1E3B744B-2CD5-0366-9127-597AAB831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5" name="TextBox 4164">
              <a:extLst>
                <a:ext uri="{FF2B5EF4-FFF2-40B4-BE49-F238E27FC236}">
                  <a16:creationId xmlns:a16="http://schemas.microsoft.com/office/drawing/2014/main" id="{27CC5B30-2088-F5DA-7AE5-52EF7D6F4948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66" name="TextBox 4165">
              <a:extLst>
                <a:ext uri="{FF2B5EF4-FFF2-40B4-BE49-F238E27FC236}">
                  <a16:creationId xmlns:a16="http://schemas.microsoft.com/office/drawing/2014/main" id="{95234FF8-0B32-FC21-F8BC-9D95B012528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67" name="TextBox 4166">
              <a:extLst>
                <a:ext uri="{FF2B5EF4-FFF2-40B4-BE49-F238E27FC236}">
                  <a16:creationId xmlns:a16="http://schemas.microsoft.com/office/drawing/2014/main" id="{8AB7AC16-B784-7100-C6DC-1A75A7812E47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68" name="TextBox 4167">
              <a:extLst>
                <a:ext uri="{FF2B5EF4-FFF2-40B4-BE49-F238E27FC236}">
                  <a16:creationId xmlns:a16="http://schemas.microsoft.com/office/drawing/2014/main" id="{E5B8FEC2-6909-7E84-C01C-273D97791804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4169" name="그룹 4168">
            <a:extLst>
              <a:ext uri="{FF2B5EF4-FFF2-40B4-BE49-F238E27FC236}">
                <a16:creationId xmlns:a16="http://schemas.microsoft.com/office/drawing/2014/main" id="{EC72E05B-A89D-8651-2AA8-0A244F57A31C}"/>
              </a:ext>
            </a:extLst>
          </p:cNvPr>
          <p:cNvGrpSpPr/>
          <p:nvPr/>
        </p:nvGrpSpPr>
        <p:grpSpPr>
          <a:xfrm>
            <a:off x="7303128" y="4226430"/>
            <a:ext cx="1856577" cy="1572301"/>
            <a:chOff x="2701742" y="2428874"/>
            <a:chExt cx="1856577" cy="1572301"/>
          </a:xfrm>
        </p:grpSpPr>
        <p:sp>
          <p:nvSpPr>
            <p:cNvPr id="4170" name="직사각형 4169">
              <a:extLst>
                <a:ext uri="{FF2B5EF4-FFF2-40B4-BE49-F238E27FC236}">
                  <a16:creationId xmlns:a16="http://schemas.microsoft.com/office/drawing/2014/main" id="{0FA34314-E7EF-4E62-03E5-B33DF9423573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1" name="직사각형 4170">
              <a:extLst>
                <a:ext uri="{FF2B5EF4-FFF2-40B4-BE49-F238E27FC236}">
                  <a16:creationId xmlns:a16="http://schemas.microsoft.com/office/drawing/2014/main" id="{24F8FC3A-53D1-FECD-275A-8783E35D37D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72" name="직선 연결선 4171">
              <a:extLst>
                <a:ext uri="{FF2B5EF4-FFF2-40B4-BE49-F238E27FC236}">
                  <a16:creationId xmlns:a16="http://schemas.microsoft.com/office/drawing/2014/main" id="{DE998F9F-C78D-B03C-F476-7F0070F8D8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3" name="직선 연결선 4172">
              <a:extLst>
                <a:ext uri="{FF2B5EF4-FFF2-40B4-BE49-F238E27FC236}">
                  <a16:creationId xmlns:a16="http://schemas.microsoft.com/office/drawing/2014/main" id="{04ADE414-1059-BD59-2973-0FC614C69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4" name="TextBox 4173">
              <a:extLst>
                <a:ext uri="{FF2B5EF4-FFF2-40B4-BE49-F238E27FC236}">
                  <a16:creationId xmlns:a16="http://schemas.microsoft.com/office/drawing/2014/main" id="{64BA33D4-B8CA-5C75-3AA2-C8F6EE7A920A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75" name="TextBox 4174">
              <a:extLst>
                <a:ext uri="{FF2B5EF4-FFF2-40B4-BE49-F238E27FC236}">
                  <a16:creationId xmlns:a16="http://schemas.microsoft.com/office/drawing/2014/main" id="{F4641E06-E542-3581-3825-E2F0563B35E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76" name="TextBox 4175">
              <a:extLst>
                <a:ext uri="{FF2B5EF4-FFF2-40B4-BE49-F238E27FC236}">
                  <a16:creationId xmlns:a16="http://schemas.microsoft.com/office/drawing/2014/main" id="{06D5FAC8-BBAD-CE1F-4B40-F1AEB74CE483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77" name="TextBox 4176">
              <a:extLst>
                <a:ext uri="{FF2B5EF4-FFF2-40B4-BE49-F238E27FC236}">
                  <a16:creationId xmlns:a16="http://schemas.microsoft.com/office/drawing/2014/main" id="{9ED40A7E-B43E-BE58-E056-2F2F0BC6A2DE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6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4179" name="직선 연결선 4178">
            <a:extLst>
              <a:ext uri="{FF2B5EF4-FFF2-40B4-BE49-F238E27FC236}">
                <a16:creationId xmlns:a16="http://schemas.microsoft.com/office/drawing/2014/main" id="{1F9A731D-ABAC-FE48-06BD-6C8CB0DD97FA}"/>
              </a:ext>
            </a:extLst>
          </p:cNvPr>
          <p:cNvCxnSpPr>
            <a:cxnSpLocks/>
          </p:cNvCxnSpPr>
          <p:nvPr/>
        </p:nvCxnSpPr>
        <p:spPr>
          <a:xfrm>
            <a:off x="411480" y="4026674"/>
            <a:ext cx="86334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1" name="타원 4180">
            <a:extLst>
              <a:ext uri="{FF2B5EF4-FFF2-40B4-BE49-F238E27FC236}">
                <a16:creationId xmlns:a16="http://schemas.microsoft.com/office/drawing/2014/main" id="{838644B6-3997-6555-1E2A-BE872B7EEEC9}"/>
              </a:ext>
            </a:extLst>
          </p:cNvPr>
          <p:cNvSpPr/>
          <p:nvPr/>
        </p:nvSpPr>
        <p:spPr>
          <a:xfrm>
            <a:off x="-7953" y="1135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182" name="타원 4181">
            <a:extLst>
              <a:ext uri="{FF2B5EF4-FFF2-40B4-BE49-F238E27FC236}">
                <a16:creationId xmlns:a16="http://schemas.microsoft.com/office/drawing/2014/main" id="{5B6481A6-7946-3266-2279-277E060EB77F}"/>
              </a:ext>
            </a:extLst>
          </p:cNvPr>
          <p:cNvSpPr/>
          <p:nvPr/>
        </p:nvSpPr>
        <p:spPr>
          <a:xfrm>
            <a:off x="302517" y="17067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186" name="타원 4185">
            <a:extLst>
              <a:ext uri="{FF2B5EF4-FFF2-40B4-BE49-F238E27FC236}">
                <a16:creationId xmlns:a16="http://schemas.microsoft.com/office/drawing/2014/main" id="{DA23EA91-F312-8885-0239-F866D287BF8B}"/>
              </a:ext>
            </a:extLst>
          </p:cNvPr>
          <p:cNvSpPr/>
          <p:nvPr/>
        </p:nvSpPr>
        <p:spPr>
          <a:xfrm>
            <a:off x="9016480" y="61113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pic>
        <p:nvPicPr>
          <p:cNvPr id="4187" name="그림 4186">
            <a:extLst>
              <a:ext uri="{FF2B5EF4-FFF2-40B4-BE49-F238E27FC236}">
                <a16:creationId xmlns:a16="http://schemas.microsoft.com/office/drawing/2014/main" id="{A98F09B5-85A9-D004-3A8B-61B1C9A1C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679290"/>
            <a:ext cx="8686800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190" name="말풍선: 사각형 4189">
            <a:extLst>
              <a:ext uri="{FF2B5EF4-FFF2-40B4-BE49-F238E27FC236}">
                <a16:creationId xmlns:a16="http://schemas.microsoft.com/office/drawing/2014/main" id="{D3A364A6-8A22-78D1-8180-1EED46A8C36B}"/>
              </a:ext>
            </a:extLst>
          </p:cNvPr>
          <p:cNvSpPr/>
          <p:nvPr/>
        </p:nvSpPr>
        <p:spPr>
          <a:xfrm>
            <a:off x="4050030" y="1901780"/>
            <a:ext cx="373380" cy="156250"/>
          </a:xfrm>
          <a:prstGeom prst="wedgeRectCallo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EE0000"/>
                </a:solidFill>
              </a:rPr>
              <a:t>MY</a:t>
            </a:r>
            <a:endParaRPr lang="ko-KR" altLang="en-US" sz="1000" dirty="0">
              <a:solidFill>
                <a:srgbClr val="EE0000"/>
              </a:solidFill>
            </a:endParaRPr>
          </a:p>
        </p:txBody>
      </p:sp>
      <p:sp>
        <p:nvSpPr>
          <p:cNvPr id="4191" name="타원 4190">
            <a:extLst>
              <a:ext uri="{FF2B5EF4-FFF2-40B4-BE49-F238E27FC236}">
                <a16:creationId xmlns:a16="http://schemas.microsoft.com/office/drawing/2014/main" id="{B31A40D2-3E0A-E50F-17A1-B9912FC468E8}"/>
              </a:ext>
            </a:extLst>
          </p:cNvPr>
          <p:cNvSpPr/>
          <p:nvPr/>
        </p:nvSpPr>
        <p:spPr>
          <a:xfrm>
            <a:off x="4314976" y="17067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34268D58-D9FA-19F7-611F-F8D58A85957A}"/>
              </a:ext>
            </a:extLst>
          </p:cNvPr>
          <p:cNvSpPr/>
          <p:nvPr/>
        </p:nvSpPr>
        <p:spPr>
          <a:xfrm>
            <a:off x="7996740" y="1510575"/>
            <a:ext cx="10482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나의협업공간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AC1F1E2-9820-FDE5-4CFD-C83A26DFD5EC}"/>
              </a:ext>
            </a:extLst>
          </p:cNvPr>
          <p:cNvSpPr/>
          <p:nvPr/>
        </p:nvSpPr>
        <p:spPr>
          <a:xfrm>
            <a:off x="9016480" y="14853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96CE6-6687-2707-CF08-BBCFDD6C37F7}"/>
              </a:ext>
            </a:extLst>
          </p:cNvPr>
          <p:cNvSpPr txBox="1"/>
          <p:nvPr/>
        </p:nvSpPr>
        <p:spPr>
          <a:xfrm>
            <a:off x="10414417" y="13889"/>
            <a:ext cx="17775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V-HLC-01-001</a:t>
            </a:r>
          </a:p>
        </p:txBody>
      </p:sp>
    </p:spTree>
    <p:extLst>
      <p:ext uri="{BB962C8B-B14F-4D97-AF65-F5344CB8AC3E}">
        <p14:creationId xmlns:p14="http://schemas.microsoft.com/office/powerpoint/2010/main" val="332746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3F6A3-5B78-49BB-75F0-F2F32FD5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30A667-11DB-B117-EF14-06E7A6F98A79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6096A6B-183E-BFF8-FB0E-5B212015D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132081"/>
              </p:ext>
            </p:extLst>
          </p:nvPr>
        </p:nvGraphicFramePr>
        <p:xfrm>
          <a:off x="9655174" y="276226"/>
          <a:ext cx="2532687" cy="10923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메버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 표시 영역 ▼ 선택 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참여중인 멤버의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멤버 이름과 멤버의 역할에 대한 정의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255126E-FE46-212D-546B-B71910B6191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문서작성 공동편집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0230B8-7422-D55E-8DBE-67FFF98B4A0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38CADE-4F16-DB95-99A7-6A4F8B43D06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EC643-E885-8E0B-8029-401CE8513074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FF534-4FFD-9F7E-0D4D-EB9BC14AFBB7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B8805-7285-9E96-0A1C-D2E3C6B9496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80A5FEF-97A5-AB5B-6E6C-7951D0198AFD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569448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C281B09-8A37-FBD2-DACA-A84A510978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4FFC92A-04C6-09FE-7DCF-338B2521C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E0982C4-AEAE-349E-FD32-EE6104ACD7B3}"/>
              </a:ext>
            </a:extLst>
          </p:cNvPr>
          <p:cNvSpPr txBox="1"/>
          <p:nvPr/>
        </p:nvSpPr>
        <p:spPr>
          <a:xfrm>
            <a:off x="7460722" y="1640327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FFA54A9-74EF-7679-FDF6-5A4A9B1DFC24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019755"/>
          <a:ext cx="1922898" cy="348652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8EEC9C9C-7A6E-2A04-F807-4E313DD31009}"/>
              </a:ext>
            </a:extLst>
          </p:cNvPr>
          <p:cNvSpPr/>
          <p:nvPr/>
        </p:nvSpPr>
        <p:spPr>
          <a:xfrm>
            <a:off x="9142393" y="1685611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DF5BE814-BC05-6695-24BE-E8507FC37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204644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F11123CA-53A7-75F5-C521-E189D0EA8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853090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3AB6E9F6-9440-15E7-566B-C3F98C4E8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488088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FFEA1B57-4035-C27F-2830-489503331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119826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C2731FA1-F4FA-8A61-ED8D-22A2F35E1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4754824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5A950346-2235-0289-BA23-C7A28269BA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1972940"/>
            <a:ext cx="147614" cy="3486519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67A48F1-A6A9-6E17-FF22-D7F3DE5E9ED0}"/>
              </a:ext>
            </a:extLst>
          </p:cNvPr>
          <p:cNvSpPr/>
          <p:nvPr/>
        </p:nvSpPr>
        <p:spPr>
          <a:xfrm>
            <a:off x="218763" y="2076576"/>
            <a:ext cx="6767840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공동편집 기능 확정 후 작성  확인 필요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FA980-4E68-AAF6-4C13-12F2D2169A2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C09332-AD5E-2F0A-95D1-9BD2DBF4D62F}"/>
              </a:ext>
            </a:extLst>
          </p:cNvPr>
          <p:cNvSpPr/>
          <p:nvPr/>
        </p:nvSpPr>
        <p:spPr>
          <a:xfrm>
            <a:off x="7281876" y="1159496"/>
            <a:ext cx="2078022" cy="296817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6EB1B5F-EE6D-8A62-CB17-637FA7ECC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01728"/>
              </p:ext>
            </p:extLst>
          </p:nvPr>
        </p:nvGraphicFramePr>
        <p:xfrm>
          <a:off x="7281877" y="1196392"/>
          <a:ext cx="1860516" cy="292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0258">
                  <a:extLst>
                    <a:ext uri="{9D8B030D-6E8A-4147-A177-3AD203B41FA5}">
                      <a16:colId xmlns:a16="http://schemas.microsoft.com/office/drawing/2014/main" val="408970739"/>
                    </a:ext>
                  </a:extLst>
                </a:gridCol>
                <a:gridCol w="930258">
                  <a:extLst>
                    <a:ext uri="{9D8B030D-6E8A-4147-A177-3AD203B41FA5}">
                      <a16:colId xmlns:a16="http://schemas.microsoft.com/office/drawing/2014/main" val="1738667979"/>
                    </a:ext>
                  </a:extLst>
                </a:gridCol>
              </a:tblGrid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김교육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개설자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58929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장경기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1938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박역량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9678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최협업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31917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주코치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2212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이코칭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협업참영자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5928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정발전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99927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김나리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2712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국영수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46020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한스승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88609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개나리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176605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임과학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9417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9FBD51AF-C164-6561-52ED-03CACD9902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049" y="1196278"/>
            <a:ext cx="121996" cy="2881421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63D95F35-5B89-50F9-B31E-AFA9D262DA28}"/>
              </a:ext>
            </a:extLst>
          </p:cNvPr>
          <p:cNvSpPr/>
          <p:nvPr/>
        </p:nvSpPr>
        <p:spPr>
          <a:xfrm>
            <a:off x="7189365" y="10338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66411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B95E-DF7B-A775-2445-A2196CF5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7C9F6E7-4378-76F0-9CC2-9C67F68EA6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808240"/>
              </p:ext>
            </p:extLst>
          </p:nvPr>
        </p:nvGraphicFramePr>
        <p:xfrm>
          <a:off x="9655174" y="276226"/>
          <a:ext cx="2532687" cy="52986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멤버로 승인되지 않은 사용자가 협업공간 상세 페이지에 접근한 케이스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협업공간의 명칭과 소개정보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우측에 참여신청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콘텐츠 영역의 정보는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블러처리하여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보이지 않도록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제공 여부 결정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참여신청 버튼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참여신청 확인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버튼 선택 시 확인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참여신청 하시겠습니까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?“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참여신청 완료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완료 안내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후에 참여신청 완료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참여신청이 완료 되었습니다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승인 후 협업공간에 참여하실 수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이전에 참여신청을 하였으나 참여신청이 거절된 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협업공간의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상세 페이지에 접근한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협업공간명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거절되었습니다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재신청은 제한 없이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 승인여부 결정 이전 또는 결정이전 상태에서 다시 참여신청 버튼을 선택한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알렷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$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협업공간명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$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진행중입니다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“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협업공간의 멤버가 아닌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접근시에는 하단 콘텐츠 영역을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처리하여 내용을 확인할 수 있도록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4003B5E-71F7-EC31-6513-799059B34E3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09FA9C-EC14-0A2E-AF28-AE0FAC08ED5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1CF08C-32D8-63E7-4D6E-774D3126DEF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17EC65-60A3-E76E-0056-6AA3C15CA817}"/>
              </a:ext>
            </a:extLst>
          </p:cNvPr>
          <p:cNvGraphicFramePr>
            <a:graphicFrameLocks noGrp="1"/>
          </p:cNvGraphicFramePr>
          <p:nvPr/>
        </p:nvGraphicFramePr>
        <p:xfrm>
          <a:off x="211142" y="1744705"/>
          <a:ext cx="695689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24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739224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739224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문서작업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3D0EA8C9-B8D7-E4E2-06B8-EB1FCD8DE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841732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0A0C8B0-A5A1-3D0B-6A5D-0131BF9D4EAA}"/>
              </a:ext>
            </a:extLst>
          </p:cNvPr>
          <p:cNvGraphicFramePr>
            <a:graphicFrameLocks noGrp="1"/>
          </p:cNvGraphicFramePr>
          <p:nvPr/>
        </p:nvGraphicFramePr>
        <p:xfrm>
          <a:off x="206558" y="2154495"/>
          <a:ext cx="6961482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906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8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318C7DBC-0E08-68D3-C220-AB777BB305FB}"/>
              </a:ext>
            </a:extLst>
          </p:cNvPr>
          <p:cNvGrpSpPr/>
          <p:nvPr/>
        </p:nvGrpSpPr>
        <p:grpSpPr>
          <a:xfrm>
            <a:off x="2007975" y="59490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7761F222-D38C-82A2-A73A-600600B3D35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51E87C91-9C1A-14FE-8ABD-645636346AC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F1FF104F-CA6A-F0DC-6DED-C42140E50DBB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6837B647-C05B-5D8B-9376-5153EB943A8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65A877DD-B1BD-B981-3862-6C2CB8A3E53A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3473E050-F05F-FE55-50FF-0DDD97A3CE3A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5D647039-654F-9405-0027-8D3DDFDA0F9F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DDFAF360-F428-1957-4496-32B3BF74B013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05537E42-E0CA-CB28-0F93-6A16846800D8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B5B7CA30-4318-ED10-7C71-BA1A72A25171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64B19F99-DD86-F625-54A8-A3BBFA93744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23F218B6-005E-0B73-E71C-9C7B28B79DA3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39D2585F-4311-C291-EFA2-4B4A4D72918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9FA0751E-05D4-A355-0A94-C28B51CE2BC3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DBAA737-15F2-FCAC-6460-CFB1F92405A6}"/>
              </a:ext>
            </a:extLst>
          </p:cNvPr>
          <p:cNvSpPr txBox="1"/>
          <p:nvPr/>
        </p:nvSpPr>
        <p:spPr>
          <a:xfrm>
            <a:off x="7460722" y="18155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23133FDD-FF01-0772-D67A-32293114BFEA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1950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15CDE917-2032-6E62-17A5-850A62A985D8}"/>
              </a:ext>
            </a:extLst>
          </p:cNvPr>
          <p:cNvSpPr/>
          <p:nvPr/>
        </p:nvSpPr>
        <p:spPr>
          <a:xfrm>
            <a:off x="9142393" y="18608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63E82C43-446E-8968-706A-10CE5B85C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2" y="23799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F11F0755-DA60-288E-0E93-4B975D4E1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2" y="30283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50A5BFFF-764B-1FD5-F51C-67BEB7742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0" y="36633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7CB41F9A-F976-C0B8-BDDE-4C27EB481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2" y="42950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D66B3FC9-0F24-5D1B-83CE-1EAD6D687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0" y="49300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9B75952-1439-C0BB-86D0-F5F1EDA7D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1481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85C7695B-5808-CBBC-B32E-BA749FD85A68}"/>
              </a:ext>
            </a:extLst>
          </p:cNvPr>
          <p:cNvSpPr/>
          <p:nvPr/>
        </p:nvSpPr>
        <p:spPr>
          <a:xfrm>
            <a:off x="6387523" y="59390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958D61-39A6-0B6E-3CB3-49D601EA82C1}"/>
              </a:ext>
            </a:extLst>
          </p:cNvPr>
          <p:cNvSpPr/>
          <p:nvPr/>
        </p:nvSpPr>
        <p:spPr>
          <a:xfrm>
            <a:off x="9171" y="1699319"/>
            <a:ext cx="9548949" cy="4543130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DE895-91A4-BCE7-E9E3-77A076614CF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비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멥버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E698CE-0A8D-6C53-5CA3-8BCBA84790EF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FB191-0991-1170-3AE8-3BDD87FF2C2D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협업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B8DDA0-2D9E-F205-2C03-E14A8800902E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D95643D9-7D9D-DF6D-1F9B-898C70792C9E}"/>
              </a:ext>
            </a:extLst>
          </p:cNvPr>
          <p:cNvSpPr/>
          <p:nvPr/>
        </p:nvSpPr>
        <p:spPr>
          <a:xfrm>
            <a:off x="8736261" y="1196440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참여신청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E2E2F4B-842D-E856-AEA6-F10C3F89D0D8}"/>
              </a:ext>
            </a:extLst>
          </p:cNvPr>
          <p:cNvSpPr/>
          <p:nvPr/>
        </p:nvSpPr>
        <p:spPr>
          <a:xfrm>
            <a:off x="4139" y="73636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74FF097-8B54-138A-5258-4E959FE5B36D}"/>
              </a:ext>
            </a:extLst>
          </p:cNvPr>
          <p:cNvSpPr/>
          <p:nvPr/>
        </p:nvSpPr>
        <p:spPr>
          <a:xfrm>
            <a:off x="9393367" y="102220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BF74078-D989-87B6-A192-DCFE5AB8B8F7}"/>
              </a:ext>
            </a:extLst>
          </p:cNvPr>
          <p:cNvSpPr/>
          <p:nvPr/>
        </p:nvSpPr>
        <p:spPr>
          <a:xfrm>
            <a:off x="-137912" y="160962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8DA59BC-4A4A-E758-A227-41E6D2BA0B85}"/>
              </a:ext>
            </a:extLst>
          </p:cNvPr>
          <p:cNvGrpSpPr/>
          <p:nvPr/>
        </p:nvGrpSpPr>
        <p:grpSpPr>
          <a:xfrm>
            <a:off x="4263603" y="2268395"/>
            <a:ext cx="2550654" cy="873271"/>
            <a:chOff x="9604513" y="5032943"/>
            <a:chExt cx="2550654" cy="873271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DD497ED-7791-848C-30AC-E8CCD053C40C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B3AB3AA-197D-BCDA-D13F-34988FFEE068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/>
                <a:t>$</a:t>
              </a:r>
              <a:r>
                <a:rPr lang="ko-KR" altLang="en-US" sz="800"/>
                <a:t>협업공간명</a:t>
              </a:r>
              <a:r>
                <a:rPr lang="en-US" altLang="ko-KR" sz="800"/>
                <a:t>$</a:t>
              </a:r>
              <a:r>
                <a:rPr lang="ko-KR" altLang="en-US" sz="800" dirty="0"/>
                <a:t>에 참여신청 하시겠습니까</a:t>
              </a:r>
              <a:r>
                <a:rPr lang="en-US" altLang="ko-KR" sz="800" dirty="0"/>
                <a:t>?"</a:t>
              </a:r>
              <a:endParaRPr lang="ko-KR" altLang="en-US" sz="800" dirty="0"/>
            </a:p>
          </p:txBody>
        </p:sp>
        <p:sp>
          <p:nvSpPr>
            <p:cNvPr id="46" name="Input">
              <a:extLst>
                <a:ext uri="{FF2B5EF4-FFF2-40B4-BE49-F238E27FC236}">
                  <a16:creationId xmlns:a16="http://schemas.microsoft.com/office/drawing/2014/main" id="{9BA96E2F-9035-7A1B-67D9-D411C443916E}"/>
                </a:ext>
              </a:extLst>
            </p:cNvPr>
            <p:cNvSpPr/>
            <p:nvPr/>
          </p:nvSpPr>
          <p:spPr>
            <a:xfrm>
              <a:off x="10179996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취소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0" name="Input">
              <a:extLst>
                <a:ext uri="{FF2B5EF4-FFF2-40B4-BE49-F238E27FC236}">
                  <a16:creationId xmlns:a16="http://schemas.microsoft.com/office/drawing/2014/main" id="{A8749EF1-58D7-E4A8-B5B7-CFB47FD7F4CD}"/>
                </a:ext>
              </a:extLst>
            </p:cNvPr>
            <p:cNvSpPr/>
            <p:nvPr/>
          </p:nvSpPr>
          <p:spPr>
            <a:xfrm>
              <a:off x="10951054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5EFC84B3-3F76-3B42-51A4-DC81C32D73B3}"/>
              </a:ext>
            </a:extLst>
          </p:cNvPr>
          <p:cNvCxnSpPr>
            <a:cxnSpLocks/>
            <a:stCxn id="12" idx="2"/>
            <a:endCxn id="44" idx="0"/>
          </p:cNvCxnSpPr>
          <p:nvPr/>
        </p:nvCxnSpPr>
        <p:spPr>
          <a:xfrm rot="5400000">
            <a:off x="6882040" y="79374"/>
            <a:ext cx="845912" cy="3532131"/>
          </a:xfrm>
          <a:prstGeom prst="bentConnector3">
            <a:avLst/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CA5EB737-0246-D4F0-B159-A812CA63DD0F}"/>
              </a:ext>
            </a:extLst>
          </p:cNvPr>
          <p:cNvSpPr/>
          <p:nvPr/>
        </p:nvSpPr>
        <p:spPr>
          <a:xfrm>
            <a:off x="4132700" y="22113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B2157002-99E8-15EF-8EC1-A3824BF2E711}"/>
              </a:ext>
            </a:extLst>
          </p:cNvPr>
          <p:cNvGrpSpPr/>
          <p:nvPr/>
        </p:nvGrpSpPr>
        <p:grpSpPr>
          <a:xfrm>
            <a:off x="4263603" y="3424618"/>
            <a:ext cx="2550654" cy="873271"/>
            <a:chOff x="9604513" y="5032943"/>
            <a:chExt cx="2550654" cy="87327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C305250-3D8C-9DBE-99AC-19F1EFDE1659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6B7F44-1E83-A554-6DD1-133E742F22CA}"/>
                </a:ext>
              </a:extLst>
            </p:cNvPr>
            <p:cNvSpPr txBox="1"/>
            <p:nvPr/>
          </p:nvSpPr>
          <p:spPr>
            <a:xfrm>
              <a:off x="9817495" y="5135787"/>
              <a:ext cx="217070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ko-KR" altLang="en-US" sz="800" dirty="0"/>
                <a:t>참여신청이 완료 되었습니다</a:t>
              </a:r>
              <a:r>
                <a:rPr lang="en-US" altLang="ko-KR" sz="800" dirty="0"/>
                <a:t>. </a:t>
              </a:r>
              <a:r>
                <a:rPr lang="ko-KR" altLang="en-US" sz="800" dirty="0" err="1"/>
                <a:t>개설자</a:t>
              </a:r>
              <a:r>
                <a:rPr lang="ko-KR" altLang="en-US" sz="800" dirty="0"/>
                <a:t> 승인 후 협업공간에 참여하실 수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63" name="Input">
              <a:extLst>
                <a:ext uri="{FF2B5EF4-FFF2-40B4-BE49-F238E27FC236}">
                  <a16:creationId xmlns:a16="http://schemas.microsoft.com/office/drawing/2014/main" id="{84186B14-FEE6-5DD0-0935-EDB6EA1B5302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4" name="타원 63">
            <a:extLst>
              <a:ext uri="{FF2B5EF4-FFF2-40B4-BE49-F238E27FC236}">
                <a16:creationId xmlns:a16="http://schemas.microsoft.com/office/drawing/2014/main" id="{6DF105B6-DFB8-68F7-8DA6-2C0D3EE287F3}"/>
              </a:ext>
            </a:extLst>
          </p:cNvPr>
          <p:cNvSpPr/>
          <p:nvPr/>
        </p:nvSpPr>
        <p:spPr>
          <a:xfrm>
            <a:off x="4132700" y="334805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45E416DA-A15F-A712-4E33-845C6369509C}"/>
              </a:ext>
            </a:extLst>
          </p:cNvPr>
          <p:cNvCxnSpPr>
            <a:cxnSpLocks/>
            <a:stCxn id="50" idx="2"/>
            <a:endCxn id="60" idx="0"/>
          </p:cNvCxnSpPr>
          <p:nvPr/>
        </p:nvCxnSpPr>
        <p:spPr>
          <a:xfrm rot="5400000">
            <a:off x="5544148" y="3024537"/>
            <a:ext cx="394863" cy="405298"/>
          </a:xfrm>
          <a:prstGeom prst="bentConnector3">
            <a:avLst>
              <a:gd name="adj1" fmla="val 50000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CF6152-674A-4F28-E763-F5E1FC4178DB}"/>
              </a:ext>
            </a:extLst>
          </p:cNvPr>
          <p:cNvGrpSpPr/>
          <p:nvPr/>
        </p:nvGrpSpPr>
        <p:grpSpPr>
          <a:xfrm>
            <a:off x="712173" y="2359761"/>
            <a:ext cx="2550654" cy="873271"/>
            <a:chOff x="9604513" y="5032943"/>
            <a:chExt cx="2550654" cy="873271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E10F61D-B789-37EB-7C40-5D3C390B5843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DF015D4-F4CE-C1AD-A94C-2AF9FB1FBF57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/>
                <a:t>$</a:t>
              </a:r>
              <a:r>
                <a:rPr lang="ko-KR" altLang="en-US" sz="800"/>
                <a:t>협업공간명</a:t>
              </a:r>
              <a:r>
                <a:rPr lang="en-US" altLang="ko-KR" sz="800"/>
                <a:t>$ </a:t>
              </a:r>
              <a:r>
                <a:rPr lang="ko-KR" altLang="en-US" sz="800" dirty="0"/>
                <a:t>의 참여신청이 거절되었습니다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1" name="Input">
              <a:extLst>
                <a:ext uri="{FF2B5EF4-FFF2-40B4-BE49-F238E27FC236}">
                  <a16:creationId xmlns:a16="http://schemas.microsoft.com/office/drawing/2014/main" id="{2DC392EE-7959-3A52-31BA-30457A783114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2" name="타원 71">
            <a:extLst>
              <a:ext uri="{FF2B5EF4-FFF2-40B4-BE49-F238E27FC236}">
                <a16:creationId xmlns:a16="http://schemas.microsoft.com/office/drawing/2014/main" id="{E5CB8D26-D8F0-817D-8468-40F421D3BDB0}"/>
              </a:ext>
            </a:extLst>
          </p:cNvPr>
          <p:cNvSpPr/>
          <p:nvPr/>
        </p:nvSpPr>
        <p:spPr>
          <a:xfrm>
            <a:off x="627574" y="22675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4F5760C-B7FC-F73D-4B1D-EFF706E26A59}"/>
              </a:ext>
            </a:extLst>
          </p:cNvPr>
          <p:cNvGrpSpPr/>
          <p:nvPr/>
        </p:nvGrpSpPr>
        <p:grpSpPr>
          <a:xfrm>
            <a:off x="712173" y="3478897"/>
            <a:ext cx="2550654" cy="873271"/>
            <a:chOff x="9604513" y="5032943"/>
            <a:chExt cx="2550654" cy="873271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2913EA4-9BDB-0A57-7C7D-40AED492116B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99097A0-18C3-2D69-984A-295339059358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/>
                <a:t>$</a:t>
              </a:r>
              <a:r>
                <a:rPr lang="ko-KR" altLang="en-US" sz="800"/>
                <a:t>협업공간명</a:t>
              </a:r>
              <a:r>
                <a:rPr lang="en-US" altLang="ko-KR" sz="800"/>
                <a:t>$ </a:t>
              </a:r>
              <a:r>
                <a:rPr lang="ko-KR" altLang="en-US" sz="800" dirty="0"/>
                <a:t>의 참여신청이 진행중입니다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6" name="Input">
              <a:extLst>
                <a:ext uri="{FF2B5EF4-FFF2-40B4-BE49-F238E27FC236}">
                  <a16:creationId xmlns:a16="http://schemas.microsoft.com/office/drawing/2014/main" id="{81C19EB2-85B3-2A72-5493-F98F2AE0CCF4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7" name="타원 76">
            <a:extLst>
              <a:ext uri="{FF2B5EF4-FFF2-40B4-BE49-F238E27FC236}">
                <a16:creationId xmlns:a16="http://schemas.microsoft.com/office/drawing/2014/main" id="{B1F6F918-087C-24BD-C4D8-81DF215D741B}"/>
              </a:ext>
            </a:extLst>
          </p:cNvPr>
          <p:cNvSpPr/>
          <p:nvPr/>
        </p:nvSpPr>
        <p:spPr>
          <a:xfrm>
            <a:off x="627574" y="338671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304997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FF39-A8E0-A2A9-0C2F-0FEE2877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7EBCBEE-A72E-9879-330B-FD584FB547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5363618"/>
              </p:ext>
            </p:extLst>
          </p:nvPr>
        </p:nvGraphicFramePr>
        <p:xfrm>
          <a:off x="9655174" y="276226"/>
          <a:ext cx="2532687" cy="39268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최소입력 조건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게시판 리스트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구성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게시글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게시글 상세로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아이콘과 같이 댓글 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(N)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등록시간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현 시간 기준으로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 이내의 경우는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분단위로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동일일 이내에는 오전 또는 오후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NN:NN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당일이 아닌 경우는 등록된 일자로 표기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글 등록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버튼 선택 시 의견공유 등록 페이지로 이동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권한이 없는 사용자는 버튼 비활성화 처리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E87DFE3-0ADD-B64D-C901-2A09C3CD367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19E219-5FD5-569F-3B1A-ECE4FE830AC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A7DADE-073D-1D57-4281-4D2D5629AC2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F89F38-F98B-D90B-49DD-4035BD2C8153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E7BFA4E-793D-76B6-00F7-7AE9D2145B0E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609202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98696DF0-7F77-F920-E33E-88CC1AE37D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20" y="1706229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B790CEB-2113-0559-81E5-A14F460B8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359346"/>
              </p:ext>
            </p:extLst>
          </p:nvPr>
        </p:nvGraphicFramePr>
        <p:xfrm>
          <a:off x="200661" y="2507867"/>
          <a:ext cx="6961482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822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721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820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(6)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B22BA95F-D76F-DFE2-4BED-19CFABD91237}"/>
              </a:ext>
            </a:extLst>
          </p:cNvPr>
          <p:cNvGrpSpPr/>
          <p:nvPr/>
        </p:nvGrpSpPr>
        <p:grpSpPr>
          <a:xfrm>
            <a:off x="2007975" y="628270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2CB378DA-3C38-C014-C485-973C225FE886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6142C243-57F8-816B-4BEB-172CA83D7B7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D470AC41-D4B0-9D3F-346E-7DA17B414ACE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EE90024-DD92-1EAB-91EA-BF598650E34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35000082-E6BA-987D-1225-B5C549B9C916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A630923B-083C-C2E6-EED4-58753F4475C7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7AD0A3B-6042-444B-E8AE-E3DA56E6DB55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AF4A11B4-253C-1B0C-7E2A-FCC0A844C04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B7AA43E7-9FBA-E2B8-461B-0513A81E5AC4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E9DC5080-3976-957F-477A-5E7C0E571732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4E2F804A-9277-7D9A-2E6E-A8471DB7A7D4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547952CA-4F25-9F8D-EE75-7257CD02516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C3FB5A1F-C2DC-0F1A-4848-84B9F01A6057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7A75F8B2-8FB5-2058-517C-999B7380EC80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8CA5723B-08B1-A781-80BC-92EA0DE35CD4}"/>
              </a:ext>
            </a:extLst>
          </p:cNvPr>
          <p:cNvSpPr/>
          <p:nvPr/>
        </p:nvSpPr>
        <p:spPr>
          <a:xfrm>
            <a:off x="6463048" y="6140484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080BF444-6729-1F6C-AB6D-194BBFDD3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2609398"/>
            <a:ext cx="228600" cy="2286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09EA6D4F-7AC2-453D-8785-ED775A94A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3040051"/>
            <a:ext cx="228600" cy="2286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7862812-1AD7-2C7F-33E8-3DB745479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3502424"/>
            <a:ext cx="228600" cy="228600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302038CC-DE59-45BE-61CD-0E8829F52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3982494"/>
            <a:ext cx="228600" cy="228600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D9B6FD10-4839-39E6-205E-2913EBFA5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4413147"/>
            <a:ext cx="228600" cy="2286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8E9DD3EB-FDB5-CA37-D2B9-4A6FEFD03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4822429"/>
            <a:ext cx="228600" cy="228600"/>
          </a:xfrm>
          <a:prstGeom prst="rect">
            <a:avLst/>
          </a:prstGeom>
        </p:spPr>
      </p:pic>
      <p:pic>
        <p:nvPicPr>
          <p:cNvPr id="51" name="그래픽 50">
            <a:extLst>
              <a:ext uri="{FF2B5EF4-FFF2-40B4-BE49-F238E27FC236}">
                <a16:creationId xmlns:a16="http://schemas.microsoft.com/office/drawing/2014/main" id="{F01BFA97-62BF-08D9-97DB-5DF7CB737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5271655"/>
            <a:ext cx="228600" cy="228600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D7E0AFB4-0656-428E-B3B8-89FB50E00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5680937"/>
            <a:ext cx="228600" cy="2286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9225B96-D35E-56B8-A065-D8CF6CD60B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934091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67BBB13-4518-7D69-C5F8-AAC729517858}"/>
              </a:ext>
            </a:extLst>
          </p:cNvPr>
          <p:cNvSpPr txBox="1"/>
          <p:nvPr/>
        </p:nvSpPr>
        <p:spPr>
          <a:xfrm>
            <a:off x="7460722" y="1680081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03C4567-DEEC-234E-E424-1B7D0B7CBE1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059510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60" name="더하기 기호 59">
            <a:extLst>
              <a:ext uri="{FF2B5EF4-FFF2-40B4-BE49-F238E27FC236}">
                <a16:creationId xmlns:a16="http://schemas.microsoft.com/office/drawing/2014/main" id="{D44F7A34-DED3-49D4-D3D1-010A42AD4479}"/>
              </a:ext>
            </a:extLst>
          </p:cNvPr>
          <p:cNvSpPr/>
          <p:nvPr/>
        </p:nvSpPr>
        <p:spPr>
          <a:xfrm>
            <a:off x="9142393" y="1725365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1" name="그래픽 60">
            <a:extLst>
              <a:ext uri="{FF2B5EF4-FFF2-40B4-BE49-F238E27FC236}">
                <a16:creationId xmlns:a16="http://schemas.microsoft.com/office/drawing/2014/main" id="{DCD86CD8-11BF-A7CF-98F9-DA289C624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260301"/>
            <a:ext cx="228600" cy="228600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298D4FD7-A5F0-0564-1ECA-6C146368CD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908747"/>
            <a:ext cx="228600" cy="228600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33ECAF26-7581-909A-E598-F92025E77B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3543745"/>
            <a:ext cx="228600" cy="228600"/>
          </a:xfrm>
          <a:prstGeom prst="rect">
            <a:avLst/>
          </a:prstGeom>
        </p:spPr>
      </p:pic>
      <p:pic>
        <p:nvPicPr>
          <p:cNvPr id="64" name="그래픽 63">
            <a:extLst>
              <a:ext uri="{FF2B5EF4-FFF2-40B4-BE49-F238E27FC236}">
                <a16:creationId xmlns:a16="http://schemas.microsoft.com/office/drawing/2014/main" id="{904830B9-AC79-D1A7-BFE7-E2FF28FC5C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4175483"/>
            <a:ext cx="228600" cy="228600"/>
          </a:xfrm>
          <a:prstGeom prst="rect">
            <a:avLst/>
          </a:prstGeom>
        </p:spPr>
      </p:pic>
      <p:pic>
        <p:nvPicPr>
          <p:cNvPr id="65" name="그래픽 64">
            <a:extLst>
              <a:ext uri="{FF2B5EF4-FFF2-40B4-BE49-F238E27FC236}">
                <a16:creationId xmlns:a16="http://schemas.microsoft.com/office/drawing/2014/main" id="{0E9D475C-122D-60A9-3466-CE4172B763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4810481"/>
            <a:ext cx="228600" cy="2286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AA14FF15-DEF0-4A0A-2622-E47E62818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012695"/>
            <a:ext cx="136056" cy="321352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5C79E26-86E8-1DE1-6467-49CB23065E21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63445-A1F2-E397-A0F7-30CC415B987D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990BF-3D39-B97A-F4F5-0CC3AB14D964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FCA511-F2FD-3F3B-BA19-F4113F22576D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0AC5B1F-C4A1-BCA2-1DF5-051BB77D6C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B8A1EF01-8DF6-F390-FDC1-EBD530E93ED7}"/>
              </a:ext>
            </a:extLst>
          </p:cNvPr>
          <p:cNvSpPr/>
          <p:nvPr/>
        </p:nvSpPr>
        <p:spPr>
          <a:xfrm>
            <a:off x="1881975" y="14586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/>
              <a:t>1</a:t>
            </a:r>
            <a:endParaRPr lang="ko-KR" altLang="en-US" sz="900" b="1" spc="-8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A344184-CF42-9787-3FD2-3AFC7D004C56}"/>
              </a:ext>
            </a:extLst>
          </p:cNvPr>
          <p:cNvSpPr/>
          <p:nvPr/>
        </p:nvSpPr>
        <p:spPr>
          <a:xfrm>
            <a:off x="-74196" y="20514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B917C0-190F-57E1-4804-85B9E2550D4A}"/>
              </a:ext>
            </a:extLst>
          </p:cNvPr>
          <p:cNvSpPr/>
          <p:nvPr/>
        </p:nvSpPr>
        <p:spPr>
          <a:xfrm>
            <a:off x="226894" y="2038974"/>
            <a:ext cx="6767841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E529AC49-7833-F9C3-04C7-96D419C57A9A}"/>
              </a:ext>
            </a:extLst>
          </p:cNvPr>
          <p:cNvSpPr/>
          <p:nvPr/>
        </p:nvSpPr>
        <p:spPr>
          <a:xfrm>
            <a:off x="2416635" y="2122544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AAE18253-163F-2DCB-923D-C781A4289B25}"/>
              </a:ext>
            </a:extLst>
          </p:cNvPr>
          <p:cNvSpPr/>
          <p:nvPr/>
        </p:nvSpPr>
        <p:spPr>
          <a:xfrm>
            <a:off x="1007239" y="2122544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E990A51-8EEE-FCC8-66B0-DFABFB488186}"/>
              </a:ext>
            </a:extLst>
          </p:cNvPr>
          <p:cNvGrpSpPr/>
          <p:nvPr/>
        </p:nvGrpSpPr>
        <p:grpSpPr>
          <a:xfrm>
            <a:off x="297315" y="2126667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B9C6BC52-6F7A-4C5B-8A14-335D0D21A569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E285CDBE-2FF1-ABA3-F8D3-50D4EF02304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FAF235CF-C218-5FA3-A1E0-4B468D776ABD}"/>
              </a:ext>
            </a:extLst>
          </p:cNvPr>
          <p:cNvSpPr/>
          <p:nvPr/>
        </p:nvSpPr>
        <p:spPr>
          <a:xfrm>
            <a:off x="-51339" y="26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812E1E2-0B46-0DD3-8620-43AF1FF8F199}"/>
              </a:ext>
            </a:extLst>
          </p:cNvPr>
          <p:cNvSpPr/>
          <p:nvPr/>
        </p:nvSpPr>
        <p:spPr>
          <a:xfrm>
            <a:off x="5491049" y="254629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CCD8DB4-2B76-1495-FDA7-B4704AE65CE2}"/>
              </a:ext>
            </a:extLst>
          </p:cNvPr>
          <p:cNvSpPr/>
          <p:nvPr/>
        </p:nvSpPr>
        <p:spPr>
          <a:xfrm>
            <a:off x="6860602" y="235815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2393AF08-3521-B95E-98B9-AD6C95EA865A}"/>
              </a:ext>
            </a:extLst>
          </p:cNvPr>
          <p:cNvSpPr/>
          <p:nvPr/>
        </p:nvSpPr>
        <p:spPr>
          <a:xfrm>
            <a:off x="7082520" y="61278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572167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4E3C2-FF5F-313E-2BBD-D6E2F374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FCBF2233-5689-07F6-1C23-7B2428071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6640421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D84B308-9F1D-9960-CEBA-9F910ABFB11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97DAD-0F94-9FBF-E3FB-A967037BF8A1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FCB15F-9FC8-B65F-9442-9D0437A3DC9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05E847-88AB-C9EF-750D-8D749C65141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A17BB3B-1707-918D-A6E9-E4D1C62BBC8E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7293053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053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협업공간 의견공유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A708A75-9483-6D10-762D-F26AA03B6078}"/>
              </a:ext>
            </a:extLst>
          </p:cNvPr>
          <p:cNvSpPr/>
          <p:nvPr/>
        </p:nvSpPr>
        <p:spPr>
          <a:xfrm>
            <a:off x="176956" y="1639399"/>
            <a:ext cx="7271590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9A9F97B-D792-FE50-28BC-77D08399F7FF}"/>
              </a:ext>
            </a:extLst>
          </p:cNvPr>
          <p:cNvGrpSpPr/>
          <p:nvPr/>
        </p:nvGrpSpPr>
        <p:grpSpPr>
          <a:xfrm>
            <a:off x="2463931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468CD08-4B67-6DE0-F742-A30A3C2C8438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 dirty="0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A31642-A4EC-7EFF-ED00-126156C664E2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E0BBDB-3120-9970-923E-EE8226733579}"/>
              </a:ext>
            </a:extLst>
          </p:cNvPr>
          <p:cNvSpPr/>
          <p:nvPr/>
        </p:nvSpPr>
        <p:spPr>
          <a:xfrm>
            <a:off x="173058" y="5518208"/>
            <a:ext cx="7271590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2095BEC4-DA16-3BFC-39BB-B50488DD05E9}"/>
              </a:ext>
            </a:extLst>
          </p:cNvPr>
          <p:cNvSpPr/>
          <p:nvPr/>
        </p:nvSpPr>
        <p:spPr>
          <a:xfrm>
            <a:off x="168918" y="5571666"/>
            <a:ext cx="7245547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0A0F94E-192A-91A9-3FC3-50BFC2AFC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F9C4845-4E75-9E86-1689-482928D0BAF2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0DD2536-19FA-6048-D666-07B2D74E52CD}"/>
              </a:ext>
            </a:extLst>
          </p:cNvPr>
          <p:cNvSpPr/>
          <p:nvPr/>
        </p:nvSpPr>
        <p:spPr>
          <a:xfrm>
            <a:off x="-5961" y="11009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6E5BA58-E53F-2B17-3102-891BFBEFC0CF}"/>
              </a:ext>
            </a:extLst>
          </p:cNvPr>
          <p:cNvSpPr/>
          <p:nvPr/>
        </p:nvSpPr>
        <p:spPr>
          <a:xfrm>
            <a:off x="-13912" y="143421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6A6E5C1-D1A3-8365-F13D-B44CFEA3859C}"/>
              </a:ext>
            </a:extLst>
          </p:cNvPr>
          <p:cNvSpPr/>
          <p:nvPr/>
        </p:nvSpPr>
        <p:spPr>
          <a:xfrm>
            <a:off x="238088" y="16934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00C2768-9088-EB38-A908-C8679E450B11}"/>
              </a:ext>
            </a:extLst>
          </p:cNvPr>
          <p:cNvSpPr/>
          <p:nvPr/>
        </p:nvSpPr>
        <p:spPr>
          <a:xfrm>
            <a:off x="-20857" y="558246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D6A3BBC-4D96-B160-7105-940E47E0E6CE}"/>
              </a:ext>
            </a:extLst>
          </p:cNvPr>
          <p:cNvSpPr/>
          <p:nvPr/>
        </p:nvSpPr>
        <p:spPr>
          <a:xfrm>
            <a:off x="2102369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4BEEDCB-BF49-9AEA-84D7-F380FDF12261}"/>
              </a:ext>
            </a:extLst>
          </p:cNvPr>
          <p:cNvSpPr/>
          <p:nvPr/>
        </p:nvSpPr>
        <p:spPr>
          <a:xfrm>
            <a:off x="5037132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75CD72C-D098-3B80-882B-A364D9F4E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326" y="1459217"/>
            <a:ext cx="161139" cy="16113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579DD75-C1E9-9569-53FE-9502CA3A1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462" y="1484841"/>
            <a:ext cx="154558" cy="15455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7CC6CDB-8078-92BA-F0F9-8A14AE895A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648" y="6097650"/>
            <a:ext cx="313331" cy="313331"/>
          </a:xfrm>
          <a:prstGeom prst="rect">
            <a:avLst/>
          </a:prstGeom>
        </p:spPr>
      </p:pic>
      <p:pic>
        <p:nvPicPr>
          <p:cNvPr id="38" name="그림 37" descr="사용자">
            <a:extLst>
              <a:ext uri="{FF2B5EF4-FFF2-40B4-BE49-F238E27FC236}">
                <a16:creationId xmlns:a16="http://schemas.microsoft.com/office/drawing/2014/main" id="{92E49226-8DFC-B092-8544-44D7B53E48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847501" y="6131675"/>
            <a:ext cx="231747" cy="23174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E107E8E-AB29-6F3C-3452-325233BE96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011" y="1586551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12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2F267-8C52-21F7-6DF3-1E57B2674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09AC799-E4F7-EC20-C286-04D27D974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8030057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A71F07B-D25C-A2B3-0467-551EF2A82B5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CB818-CABF-DE75-A32C-F3A43512C22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AC4E09-192E-17EB-71F3-2F1E3BEABD0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2E28094-944C-FF68-6BFF-2DD776E13A0A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4051449"/>
          <a:ext cx="7269959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959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CC58D5E-415C-3BB3-7940-6DD54FBADCD9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729617"/>
          <a:ext cx="727820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57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89849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A915A5-EFCE-CFE7-5BC3-2C38BE43514E}"/>
              </a:ext>
            </a:extLst>
          </p:cNvPr>
          <p:cNvSpPr txBox="1"/>
          <p:nvPr/>
        </p:nvSpPr>
        <p:spPr>
          <a:xfrm>
            <a:off x="155492" y="475784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E68DC33-9DD6-D461-9B29-E6694F5D9E0A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630156"/>
          <a:ext cx="727820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57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89849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A4E4EED-BBEF-D8A3-1F68-4F715E3ACB9E}"/>
              </a:ext>
            </a:extLst>
          </p:cNvPr>
          <p:cNvSpPr/>
          <p:nvPr/>
        </p:nvSpPr>
        <p:spPr>
          <a:xfrm>
            <a:off x="1227668" y="939405"/>
            <a:ext cx="618454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159743-59B1-4523-EDE6-10745DB3863D}"/>
              </a:ext>
            </a:extLst>
          </p:cNvPr>
          <p:cNvSpPr/>
          <p:nvPr/>
        </p:nvSpPr>
        <p:spPr>
          <a:xfrm>
            <a:off x="1227668" y="1825982"/>
            <a:ext cx="6184540" cy="5965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E00BAD-B032-B785-40E8-70D98D51D51B}"/>
              </a:ext>
            </a:extLst>
          </p:cNvPr>
          <p:cNvSpPr/>
          <p:nvPr/>
        </p:nvSpPr>
        <p:spPr>
          <a:xfrm>
            <a:off x="155492" y="2886323"/>
            <a:ext cx="727820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0/200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336D392-5D71-C81C-5F07-07996D554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790" y="3089953"/>
            <a:ext cx="71021" cy="563706"/>
          </a:xfrm>
          <a:prstGeom prst="rect">
            <a:avLst/>
          </a:prstGeom>
        </p:spPr>
      </p:pic>
      <p:sp>
        <p:nvSpPr>
          <p:cNvPr id="17" name="Input">
            <a:extLst>
              <a:ext uri="{FF2B5EF4-FFF2-40B4-BE49-F238E27FC236}">
                <a16:creationId xmlns:a16="http://schemas.microsoft.com/office/drawing/2014/main" id="{AFB73BED-6875-A422-C5F6-94E65DB21EB4}"/>
              </a:ext>
            </a:extLst>
          </p:cNvPr>
          <p:cNvSpPr/>
          <p:nvPr/>
        </p:nvSpPr>
        <p:spPr>
          <a:xfrm>
            <a:off x="6684765" y="4731160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214869A-2497-207D-F89E-BEAB40D4B2EC}"/>
              </a:ext>
            </a:extLst>
          </p:cNvPr>
          <p:cNvSpPr/>
          <p:nvPr/>
        </p:nvSpPr>
        <p:spPr>
          <a:xfrm>
            <a:off x="-50411" y="4783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AF7AAAE-62FE-37D1-7A55-C8694FF802D4}"/>
              </a:ext>
            </a:extLst>
          </p:cNvPr>
          <p:cNvSpPr/>
          <p:nvPr/>
        </p:nvSpPr>
        <p:spPr>
          <a:xfrm>
            <a:off x="-50411" y="2886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345AC99-2627-9753-E7AF-014C67F1E4D7}"/>
              </a:ext>
            </a:extLst>
          </p:cNvPr>
          <p:cNvSpPr/>
          <p:nvPr/>
        </p:nvSpPr>
        <p:spPr>
          <a:xfrm>
            <a:off x="-3238" y="4150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342491F-B87B-F18F-C8AE-09C5CC008B16}"/>
              </a:ext>
            </a:extLst>
          </p:cNvPr>
          <p:cNvSpPr/>
          <p:nvPr/>
        </p:nvSpPr>
        <p:spPr>
          <a:xfrm>
            <a:off x="6521099" y="47311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FE14396-53E0-1658-8E3D-129D76967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069" y="1650046"/>
            <a:ext cx="161139" cy="16113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7A13DA1-10EB-6005-36A8-D60218603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205" y="1675670"/>
            <a:ext cx="154558" cy="154558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16E63D4A-9D14-9227-7AD4-25649065322C}"/>
              </a:ext>
            </a:extLst>
          </p:cNvPr>
          <p:cNvSpPr/>
          <p:nvPr/>
        </p:nvSpPr>
        <p:spPr>
          <a:xfrm>
            <a:off x="198055" y="77834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C51A430-0B62-20D9-F9AB-9422D75CF444}"/>
              </a:ext>
            </a:extLst>
          </p:cNvPr>
          <p:cNvSpPr/>
          <p:nvPr/>
        </p:nvSpPr>
        <p:spPr>
          <a:xfrm>
            <a:off x="7072978" y="14143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7C2ECBA-0698-DFCC-1625-BDF390535D82}"/>
              </a:ext>
            </a:extLst>
          </p:cNvPr>
          <p:cNvSpPr/>
          <p:nvPr/>
        </p:nvSpPr>
        <p:spPr>
          <a:xfrm>
            <a:off x="7140727" y="351385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DDEC1A6-B3CD-9C44-6D8B-13CCBDC43E09}"/>
              </a:ext>
            </a:extLst>
          </p:cNvPr>
          <p:cNvGrpSpPr/>
          <p:nvPr/>
        </p:nvGrpSpPr>
        <p:grpSpPr>
          <a:xfrm>
            <a:off x="6412008" y="3695720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8256E83A-6CD0-77D1-8529-5ABE11ACD25B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FAF8822-20CC-199E-66E4-7239E690C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2" name="타원 31">
            <a:extLst>
              <a:ext uri="{FF2B5EF4-FFF2-40B4-BE49-F238E27FC236}">
                <a16:creationId xmlns:a16="http://schemas.microsoft.com/office/drawing/2014/main" id="{BA229FFA-55FA-CD71-E5D5-1299F1227AF7}"/>
              </a:ext>
            </a:extLst>
          </p:cNvPr>
          <p:cNvSpPr/>
          <p:nvPr/>
        </p:nvSpPr>
        <p:spPr>
          <a:xfrm>
            <a:off x="198055" y="16656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A125A5B-BBEB-00A0-5731-239976633411}"/>
              </a:ext>
            </a:extLst>
          </p:cNvPr>
          <p:cNvGrpSpPr/>
          <p:nvPr/>
        </p:nvGrpSpPr>
        <p:grpSpPr>
          <a:xfrm>
            <a:off x="6511916" y="2464849"/>
            <a:ext cx="921782" cy="226043"/>
            <a:chOff x="163739" y="2395192"/>
            <a:chExt cx="921782" cy="226043"/>
          </a:xfrm>
        </p:grpSpPr>
        <p:sp>
          <p:nvSpPr>
            <p:cNvPr id="34" name="Input">
              <a:extLst>
                <a:ext uri="{FF2B5EF4-FFF2-40B4-BE49-F238E27FC236}">
                  <a16:creationId xmlns:a16="http://schemas.microsoft.com/office/drawing/2014/main" id="{4766CECE-C352-7D72-F628-1B7D2EE0D24B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83231B8-50A7-1F5D-2416-F7BB18049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08FB18C5-41FC-B5A4-2A2A-67BE2DA080F3}"/>
              </a:ext>
            </a:extLst>
          </p:cNvPr>
          <p:cNvSpPr/>
          <p:nvPr/>
        </p:nvSpPr>
        <p:spPr>
          <a:xfrm>
            <a:off x="6224463" y="24420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533945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7C0A-12DA-5810-AA88-765FDB29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CA8413E-9BEB-1A18-A51D-49D113C63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039528"/>
              </p:ext>
            </p:extLst>
          </p:nvPr>
        </p:nvGraphicFramePr>
        <p:xfrm>
          <a:off x="9655174" y="276226"/>
          <a:ext cx="2532687" cy="34089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대상 및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A9E2F0C-8CCB-63E1-A920-74F44E0FA2D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92E77E-36C7-2BCA-D1BA-B846819CBEE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B1D649-4956-5420-2512-64F74242951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V-HLC-01-005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A25626-2E24-025B-9547-E0812363FBE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B3B640-F002-D57D-1E14-0CD74BDE19E6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10885EF-F994-0941-A3ED-1806B19DDCEB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7275629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82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9484BF25-62A4-9A3F-BEAF-51BF9BEB107B}"/>
              </a:ext>
            </a:extLst>
          </p:cNvPr>
          <p:cNvSpPr/>
          <p:nvPr/>
        </p:nvSpPr>
        <p:spPr>
          <a:xfrm>
            <a:off x="1261671" y="1497118"/>
            <a:ext cx="6008093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75A9DDF1-AA97-D0AC-6557-21C8FB32BE6D}"/>
              </a:ext>
            </a:extLst>
          </p:cNvPr>
          <p:cNvSpPr/>
          <p:nvPr/>
        </p:nvSpPr>
        <p:spPr>
          <a:xfrm>
            <a:off x="1261671" y="1805921"/>
            <a:ext cx="6008093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5D3C0873-8FB5-B181-4A26-E11A70936ECB}"/>
              </a:ext>
            </a:extLst>
          </p:cNvPr>
          <p:cNvSpPr/>
          <p:nvPr/>
        </p:nvSpPr>
        <p:spPr>
          <a:xfrm>
            <a:off x="1261671" y="2864392"/>
            <a:ext cx="5128516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63EC099E-459B-E559-8BC2-8AB0A6EEA574}"/>
              </a:ext>
            </a:extLst>
          </p:cNvPr>
          <p:cNvSpPr/>
          <p:nvPr/>
        </p:nvSpPr>
        <p:spPr>
          <a:xfrm>
            <a:off x="6489533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AAFC5351-1BD9-F970-E81F-C2CA981D94A6}"/>
              </a:ext>
            </a:extLst>
          </p:cNvPr>
          <p:cNvSpPr/>
          <p:nvPr/>
        </p:nvSpPr>
        <p:spPr>
          <a:xfrm>
            <a:off x="6439860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526CFC1-CB0D-EDBD-17B6-F6C62AF5212D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21E9ADA-63FF-4DB9-7AB2-CDEF008FBFFE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E79E6FF-50C3-DD75-A920-126229E8D093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3673D1E-2864-6D1D-54DD-30485E01177B}"/>
              </a:ext>
            </a:extLst>
          </p:cNvPr>
          <p:cNvSpPr/>
          <p:nvPr/>
        </p:nvSpPr>
        <p:spPr>
          <a:xfrm>
            <a:off x="6249890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0BC7E96-7FB4-FECA-B0D7-AC53FDA8A187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8E5500-2A79-39D7-36FB-70FD8C9EC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783" y="1011332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24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D06E-87D7-1082-8AEB-7169AE2F8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2EF6E4E-3CD1-71DB-9078-4E52CD9B0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6100738"/>
              </p:ext>
            </p:extLst>
          </p:nvPr>
        </p:nvGraphicFramePr>
        <p:xfrm>
          <a:off x="9655174" y="276226"/>
          <a:ext cx="2532687" cy="29490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입력하지 않고 검색 선택 시 전체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 공유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등록일시로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상세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다운로드 가능한 파일의 경우 바로 다운로드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 가능 파일의 확장자와 파일수는 협의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자료공유 등록을 위한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5C5A77B-8A94-40CE-499B-225864627C7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7F532A-B90F-7EA2-B9A4-FD8F6A1300A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6DB9F1-C979-5B78-8A01-5F6924DE0D0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V-HLC-01-006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C79099-1EA5-946E-3877-51330FA86C79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E3775E-EA09-2F19-4E02-0189EBC8552C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585346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4A2BF86-FA4E-2AA3-752E-F6A66CA86B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043" y="1682373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0753A0-9BE7-6ADA-67AA-315F57302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785120"/>
              </p:ext>
            </p:extLst>
          </p:nvPr>
        </p:nvGraphicFramePr>
        <p:xfrm>
          <a:off x="200660" y="2420402"/>
          <a:ext cx="6767838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013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971">
                  <a:extLst>
                    <a:ext uri="{9D8B030D-6E8A-4147-A177-3AD203B41FA5}">
                      <a16:colId xmlns:a16="http://schemas.microsoft.com/office/drawing/2014/main" val="2147657515"/>
                    </a:ext>
                  </a:extLst>
                </a:gridCol>
                <a:gridCol w="80444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916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6CDFE2D5-5A76-540E-2B7C-AB385A13CA7F}"/>
              </a:ext>
            </a:extLst>
          </p:cNvPr>
          <p:cNvGrpSpPr/>
          <p:nvPr/>
        </p:nvGrpSpPr>
        <p:grpSpPr>
          <a:xfrm>
            <a:off x="2007975" y="620318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A22D6AD-39DE-6F23-C2D7-B3C99A2EBBCA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B700DB91-6E78-9716-0133-7CA226014BB5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F9B55941-F788-0D1C-A29B-3FE6B6999AC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2116C34A-3366-699B-4003-E7C2C78B4725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8876087-9C22-240A-1101-79C0DC3A9E3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C870F676-5086-A53B-3221-C4AB861D337E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DE3D4A30-04B8-894A-6199-D147827D8B9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8CD3EB93-5639-3CA6-F29C-BDAA2AB27009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966D3CB6-0FB0-07F4-4B7A-1A79D986143F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720D2839-26FB-FFB3-16C3-CB11CE0934AC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11DC5A55-A3DC-4F06-CCC1-2B17FB82CEAF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B493F70B-5625-CD8D-C3D1-D22686785D9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1C5ADEAA-2C2C-29A1-DBD5-8092CA2281BC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42A53752-2D24-D0B8-C763-9D12894BAE9C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D15A74CE-E5FA-432C-1D26-02B75DD4228C}"/>
              </a:ext>
            </a:extLst>
          </p:cNvPr>
          <p:cNvSpPr/>
          <p:nvPr/>
        </p:nvSpPr>
        <p:spPr>
          <a:xfrm>
            <a:off x="6387523" y="619314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D2959F42-9C9E-A78C-F00A-13FDB5DBE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846626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12C5D220-AA1F-D27B-EEBE-2BEB4706A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9536" y="2519710"/>
            <a:ext cx="228600" cy="2286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5D0DE90C-8D25-4D52-0522-333F39F6D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2942770"/>
            <a:ext cx="228600" cy="228600"/>
          </a:xfrm>
          <a:prstGeom prst="rect">
            <a:avLst/>
          </a:prstGeom>
        </p:spPr>
      </p:pic>
      <p:pic>
        <p:nvPicPr>
          <p:cNvPr id="41" name="그래픽 40">
            <a:extLst>
              <a:ext uri="{FF2B5EF4-FFF2-40B4-BE49-F238E27FC236}">
                <a16:creationId xmlns:a16="http://schemas.microsoft.com/office/drawing/2014/main" id="{1804BBD7-8945-372A-E3E9-CE71ED2E3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3421130"/>
            <a:ext cx="228600" cy="228600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A36F6E79-A280-C064-D940-8D6581D21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5784" y="4310236"/>
            <a:ext cx="228600" cy="228600"/>
          </a:xfrm>
          <a:prstGeom prst="rect">
            <a:avLst/>
          </a:prstGeom>
        </p:spPr>
      </p:pic>
      <p:pic>
        <p:nvPicPr>
          <p:cNvPr id="45" name="그래픽 44">
            <a:extLst>
              <a:ext uri="{FF2B5EF4-FFF2-40B4-BE49-F238E27FC236}">
                <a16:creationId xmlns:a16="http://schemas.microsoft.com/office/drawing/2014/main" id="{CADE53B4-A985-C655-76BC-8B0B08A41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4743246"/>
            <a:ext cx="228600" cy="228600"/>
          </a:xfrm>
          <a:prstGeom prst="rect">
            <a:avLst/>
          </a:prstGeom>
        </p:spPr>
      </p:pic>
      <p:pic>
        <p:nvPicPr>
          <p:cNvPr id="46" name="그래픽 45">
            <a:extLst>
              <a:ext uri="{FF2B5EF4-FFF2-40B4-BE49-F238E27FC236}">
                <a16:creationId xmlns:a16="http://schemas.microsoft.com/office/drawing/2014/main" id="{F72F5A98-20AD-7F7C-16C7-2476EE1790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5176256"/>
            <a:ext cx="228600" cy="228600"/>
          </a:xfrm>
          <a:prstGeom prst="rect">
            <a:avLst/>
          </a:prstGeom>
        </p:spPr>
      </p:pic>
      <p:pic>
        <p:nvPicPr>
          <p:cNvPr id="47" name="그래픽 46">
            <a:extLst>
              <a:ext uri="{FF2B5EF4-FFF2-40B4-BE49-F238E27FC236}">
                <a16:creationId xmlns:a16="http://schemas.microsoft.com/office/drawing/2014/main" id="{CF47F7A0-AB4D-3345-3F46-4CDB94C4E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5598443"/>
            <a:ext cx="228600" cy="2286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9883304-58F5-63BF-779E-1F5AFDF5F71C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D4C36CFC-6D3E-7DCD-DF87-CDEC55F36429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61" name="더하기 기호 60">
            <a:extLst>
              <a:ext uri="{FF2B5EF4-FFF2-40B4-BE49-F238E27FC236}">
                <a16:creationId xmlns:a16="http://schemas.microsoft.com/office/drawing/2014/main" id="{81597982-D06A-7535-5054-CE482CC21A28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2" name="그래픽 61">
            <a:extLst>
              <a:ext uri="{FF2B5EF4-FFF2-40B4-BE49-F238E27FC236}">
                <a16:creationId xmlns:a16="http://schemas.microsoft.com/office/drawing/2014/main" id="{C64A221A-82A6-C706-1FC1-17588B6312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CA391C04-1BD3-46C9-164C-F80AB7D939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64" name="그래픽 63">
            <a:extLst>
              <a:ext uri="{FF2B5EF4-FFF2-40B4-BE49-F238E27FC236}">
                <a16:creationId xmlns:a16="http://schemas.microsoft.com/office/drawing/2014/main" id="{C939B257-E530-F701-17AA-BAB647BF18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65" name="그래픽 64">
            <a:extLst>
              <a:ext uri="{FF2B5EF4-FFF2-40B4-BE49-F238E27FC236}">
                <a16:creationId xmlns:a16="http://schemas.microsoft.com/office/drawing/2014/main" id="{10383362-DA00-39CE-E7B7-BE485ACBB8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66" name="그래픽 65">
            <a:extLst>
              <a:ext uri="{FF2B5EF4-FFF2-40B4-BE49-F238E27FC236}">
                <a16:creationId xmlns:a16="http://schemas.microsoft.com/office/drawing/2014/main" id="{6374E5F8-B222-61AD-8A0C-BA39594558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5DA6ADAA-AAAD-278D-0543-F1ACD059A1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6F9B299-7EFA-DE89-3E65-BDF77959B334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72E7A3-7536-2353-0DFB-A50189116C00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B2BA8-0592-7DD5-D984-B4CA92AD8278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019732-6D35-A397-9197-41FA0DA80CB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36B72C2-9DB7-46B2-CA43-C255DA1AC0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395C3E-1360-FBC5-8D57-D80DC4AC3A6D}"/>
              </a:ext>
            </a:extLst>
          </p:cNvPr>
          <p:cNvSpPr/>
          <p:nvPr/>
        </p:nvSpPr>
        <p:spPr>
          <a:xfrm>
            <a:off x="226894" y="1975363"/>
            <a:ext cx="6767841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Input">
            <a:extLst>
              <a:ext uri="{FF2B5EF4-FFF2-40B4-BE49-F238E27FC236}">
                <a16:creationId xmlns:a16="http://schemas.microsoft.com/office/drawing/2014/main" id="{4BB7499B-A1FE-B89A-3741-51FF00B80D18}"/>
              </a:ext>
            </a:extLst>
          </p:cNvPr>
          <p:cNvSpPr/>
          <p:nvPr/>
        </p:nvSpPr>
        <p:spPr>
          <a:xfrm>
            <a:off x="2416635" y="2058933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2" name="Input">
            <a:extLst>
              <a:ext uri="{FF2B5EF4-FFF2-40B4-BE49-F238E27FC236}">
                <a16:creationId xmlns:a16="http://schemas.microsoft.com/office/drawing/2014/main" id="{F33A9B75-F06E-0062-1482-F1A7BA994ABA}"/>
              </a:ext>
            </a:extLst>
          </p:cNvPr>
          <p:cNvSpPr/>
          <p:nvPr/>
        </p:nvSpPr>
        <p:spPr>
          <a:xfrm>
            <a:off x="1007239" y="2058933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A815985-AE9A-8669-CD80-1057BEC50466}"/>
              </a:ext>
            </a:extLst>
          </p:cNvPr>
          <p:cNvGrpSpPr/>
          <p:nvPr/>
        </p:nvGrpSpPr>
        <p:grpSpPr>
          <a:xfrm>
            <a:off x="297315" y="2063056"/>
            <a:ext cx="662728" cy="224895"/>
            <a:chOff x="2462166" y="2229029"/>
            <a:chExt cx="662728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654A48A2-2FA4-8427-4243-B2D795094E02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E4BF8508-0625-8B15-A68A-C8E4A53DABB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F0B97866-E7B6-30F4-A821-D6619C9DA96A}"/>
              </a:ext>
            </a:extLst>
          </p:cNvPr>
          <p:cNvSpPr/>
          <p:nvPr/>
        </p:nvSpPr>
        <p:spPr>
          <a:xfrm>
            <a:off x="3520156" y="14308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981467D-5A7E-B587-721A-4EA3B135661D}"/>
              </a:ext>
            </a:extLst>
          </p:cNvPr>
          <p:cNvSpPr/>
          <p:nvPr/>
        </p:nvSpPr>
        <p:spPr>
          <a:xfrm>
            <a:off x="45315" y="20589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CE0A624-8943-FFEA-FCCB-D658ACCDB58C}"/>
              </a:ext>
            </a:extLst>
          </p:cNvPr>
          <p:cNvSpPr/>
          <p:nvPr/>
        </p:nvSpPr>
        <p:spPr>
          <a:xfrm>
            <a:off x="31932" y="25590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85EA563-4576-9DF7-C664-04275BB0DFCF}"/>
              </a:ext>
            </a:extLst>
          </p:cNvPr>
          <p:cNvSpPr/>
          <p:nvPr/>
        </p:nvSpPr>
        <p:spPr>
          <a:xfrm>
            <a:off x="5246482" y="249706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92B6499-7572-9E9B-E1DD-4FAEB7907D9F}"/>
              </a:ext>
            </a:extLst>
          </p:cNvPr>
          <p:cNvSpPr/>
          <p:nvPr/>
        </p:nvSpPr>
        <p:spPr>
          <a:xfrm>
            <a:off x="6956520" y="599690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3FB9BF5E-E62D-82CC-540D-E434BBB30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8717" y="2532158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896F770D-6257-15FA-3849-C7326E894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9281" y="431023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0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3744-D841-EE0D-3614-7D57521A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526ADD4-6E23-7194-F0DF-667A79BC6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1682477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32299C3-16B2-32E2-09DE-02FD1655C23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EC305-689C-F1BE-9EEA-E0017888BE4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910420-F564-2FB4-9934-D5D29C5DDB9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635B52-786D-D74E-EFBD-5FE5C1B9FF1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C8383C5-CF5A-040D-A11D-DC407A2986E2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7248595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8595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협업공간 자료공유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7DD8EE0-0F35-F50F-1D82-5BB3A41D3711}"/>
              </a:ext>
            </a:extLst>
          </p:cNvPr>
          <p:cNvSpPr/>
          <p:nvPr/>
        </p:nvSpPr>
        <p:spPr>
          <a:xfrm>
            <a:off x="163740" y="1664475"/>
            <a:ext cx="7240348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714BADA-CCC0-BE40-1F07-4EC3F978569C}"/>
              </a:ext>
            </a:extLst>
          </p:cNvPr>
          <p:cNvGrpSpPr/>
          <p:nvPr/>
        </p:nvGrpSpPr>
        <p:grpSpPr>
          <a:xfrm>
            <a:off x="2367378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4A7229D-4229-EE54-D1C9-831198D89708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8A3A045-8466-ECC1-1CD1-B8CD0D5DF718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FB9804-E987-662F-FC13-B1DD510A9F70}"/>
              </a:ext>
            </a:extLst>
          </p:cNvPr>
          <p:cNvSpPr/>
          <p:nvPr/>
        </p:nvSpPr>
        <p:spPr>
          <a:xfrm>
            <a:off x="173058" y="5518208"/>
            <a:ext cx="7248595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92AB00B9-6E35-8D84-FB0F-8FF98D5408DB}"/>
              </a:ext>
            </a:extLst>
          </p:cNvPr>
          <p:cNvSpPr/>
          <p:nvPr/>
        </p:nvSpPr>
        <p:spPr>
          <a:xfrm>
            <a:off x="168918" y="5571666"/>
            <a:ext cx="7160363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1.PDF,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2.PDF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5A6B5E91-5A23-D7C5-A8FB-2261BB5F7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8E917FE-4A2C-5E79-967C-930C265B06E0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자료공유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03A2523-F2B1-1279-B64A-9F5A5968D34A}"/>
              </a:ext>
            </a:extLst>
          </p:cNvPr>
          <p:cNvSpPr/>
          <p:nvPr/>
        </p:nvSpPr>
        <p:spPr>
          <a:xfrm>
            <a:off x="-20857" y="11799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1</a:t>
            </a:r>
            <a:endParaRPr lang="ko-KR" altLang="en-US" sz="900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E9B3302-BBD4-F4DB-90E2-FF73B3E4C226}"/>
              </a:ext>
            </a:extLst>
          </p:cNvPr>
          <p:cNvSpPr/>
          <p:nvPr/>
        </p:nvSpPr>
        <p:spPr>
          <a:xfrm>
            <a:off x="-33167" y="14312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2</a:t>
            </a:r>
            <a:endParaRPr lang="ko-KR" altLang="en-US" sz="900" spc="-8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B71587-5048-CDD3-30DB-1AE0F5CC0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142" y="1459217"/>
            <a:ext cx="161139" cy="1611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6E30AC-C93C-C342-F1EB-1BBA67C2B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278" y="1484841"/>
            <a:ext cx="154558" cy="1545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3C9B10-22EE-B675-4F6C-78AFCA4A9E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095" y="6097650"/>
            <a:ext cx="313331" cy="313331"/>
          </a:xfrm>
          <a:prstGeom prst="rect">
            <a:avLst/>
          </a:prstGeom>
        </p:spPr>
      </p:pic>
      <p:pic>
        <p:nvPicPr>
          <p:cNvPr id="10" name="그림 37" descr="사용자">
            <a:extLst>
              <a:ext uri="{FF2B5EF4-FFF2-40B4-BE49-F238E27FC236}">
                <a16:creationId xmlns:a16="http://schemas.microsoft.com/office/drawing/2014/main" id="{00FFC0D6-6894-2F01-8730-4B63FAAE1E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50948" y="6131675"/>
            <a:ext cx="231747" cy="23174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743140E3-FB0F-6023-900C-C582907A5D5E}"/>
              </a:ext>
            </a:extLst>
          </p:cNvPr>
          <p:cNvSpPr/>
          <p:nvPr/>
        </p:nvSpPr>
        <p:spPr>
          <a:xfrm>
            <a:off x="268519" y="176129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3</a:t>
            </a:r>
            <a:endParaRPr lang="ko-KR" altLang="en-US" sz="900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DA6BC13-539B-3D3D-6148-7C412F525856}"/>
              </a:ext>
            </a:extLst>
          </p:cNvPr>
          <p:cNvSpPr/>
          <p:nvPr/>
        </p:nvSpPr>
        <p:spPr>
          <a:xfrm>
            <a:off x="-20857" y="55992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C093866-72B9-7678-B8C5-EEBCBF8309C0}"/>
              </a:ext>
            </a:extLst>
          </p:cNvPr>
          <p:cNvSpPr/>
          <p:nvPr/>
        </p:nvSpPr>
        <p:spPr>
          <a:xfrm>
            <a:off x="2094020" y="61400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4A094925-E8F8-B651-E304-C6CB44D6A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732" y="5545290"/>
            <a:ext cx="303511" cy="3035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D6073D-5A3A-A964-621A-B1EE426914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993" y="1090848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8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DED9-BC0B-BA23-520C-F8AFB7F1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5F13B6C-0003-1409-48AF-0A0C4F0737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9859108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A641CC-1926-25C6-CB72-E45FF27DC61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297A1-4BB0-556A-D0FE-5C558210AAE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D21EB-EA76-DA6B-2820-70D14783229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ECD3C3E-5CD5-851C-1269-E55E7531972D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7276410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6410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6A9F400-0DEC-1A26-DE76-AFFBFC5CB977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72846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055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95602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11F8CC-EC0B-2E17-71A1-626A3C448F68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FF19C5-84E7-5867-4268-8708203E5582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72846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055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95602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0CEBCDA-8B7C-E6C5-6173-0784158187D8}"/>
              </a:ext>
            </a:extLst>
          </p:cNvPr>
          <p:cNvSpPr/>
          <p:nvPr/>
        </p:nvSpPr>
        <p:spPr>
          <a:xfrm>
            <a:off x="1227668" y="796802"/>
            <a:ext cx="6166275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C588EE-4188-9452-89AB-80D6F0628194}"/>
              </a:ext>
            </a:extLst>
          </p:cNvPr>
          <p:cNvSpPr/>
          <p:nvPr/>
        </p:nvSpPr>
        <p:spPr>
          <a:xfrm>
            <a:off x="1227668" y="1682859"/>
            <a:ext cx="6166275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5AD90CA-B36E-7C54-63AD-FBB659CA7AC7}"/>
              </a:ext>
            </a:extLst>
          </p:cNvPr>
          <p:cNvGrpSpPr/>
          <p:nvPr/>
        </p:nvGrpSpPr>
        <p:grpSpPr>
          <a:xfrm>
            <a:off x="6372253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65414553-3C4C-EC35-3193-125816083F56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9D51C74-D7B5-C106-B932-B0334EC61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695C4A-DE46-44C3-7384-4599C5042154}"/>
              </a:ext>
            </a:extLst>
          </p:cNvPr>
          <p:cNvSpPr/>
          <p:nvPr/>
        </p:nvSpPr>
        <p:spPr>
          <a:xfrm>
            <a:off x="155492" y="2743200"/>
            <a:ext cx="7284657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3D88A81-525F-A206-9F5B-C4F030C99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035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92CFA4C-4AB0-1F68-A9C2-46EA024D9E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314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59AAC7C-EE6C-B85E-6824-B769E3C8B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450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FA8183A-4CBD-B476-843F-7E35A42967C0}"/>
              </a:ext>
            </a:extLst>
          </p:cNvPr>
          <p:cNvSpPr/>
          <p:nvPr/>
        </p:nvSpPr>
        <p:spPr>
          <a:xfrm>
            <a:off x="7033223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D7E5489-9B1C-8BD4-F99F-C010F604DF1B}"/>
              </a:ext>
            </a:extLst>
          </p:cNvPr>
          <p:cNvGrpSpPr/>
          <p:nvPr/>
        </p:nvGrpSpPr>
        <p:grpSpPr>
          <a:xfrm>
            <a:off x="6472161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A804A722-EA79-0411-1DA8-A0C557519D9F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B3E28CE-F48C-56E1-BFDD-81F347332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1222691C-D884-8187-39F6-B7E25D509943}"/>
              </a:ext>
            </a:extLst>
          </p:cNvPr>
          <p:cNvSpPr/>
          <p:nvPr/>
        </p:nvSpPr>
        <p:spPr>
          <a:xfrm>
            <a:off x="6184708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BE2A9779-D017-4B47-EF01-9019FA808F58}"/>
              </a:ext>
            </a:extLst>
          </p:cNvPr>
          <p:cNvSpPr/>
          <p:nvPr/>
        </p:nvSpPr>
        <p:spPr>
          <a:xfrm>
            <a:off x="6645010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2C1CDD3-7EFA-0AB1-48B7-7C5386A88F1C}"/>
              </a:ext>
            </a:extLst>
          </p:cNvPr>
          <p:cNvSpPr/>
          <p:nvPr/>
        </p:nvSpPr>
        <p:spPr>
          <a:xfrm>
            <a:off x="6481344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F436751-2B05-68D8-C7EC-A1665E705306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A07A140-45D3-79D3-F1F9-F52FB94DC1B3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D60D8C3-F3C2-4B78-11F7-2FA312195037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E022B7D-FA0E-6BB9-55E0-F76D1F4FF317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7FA229-4896-E1AF-3F40-62F7E4D77D72}"/>
              </a:ext>
            </a:extLst>
          </p:cNvPr>
          <p:cNvSpPr/>
          <p:nvPr/>
        </p:nvSpPr>
        <p:spPr>
          <a:xfrm>
            <a:off x="6184708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7F5E6E7-3F53-0736-B4FB-B2DC3FFAD16B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71225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C10F-42DB-CFF2-E360-9A3FB5EF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A582AA2-370F-F4F6-B3BA-DD041D2C7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409439"/>
              </p:ext>
            </p:extLst>
          </p:nvPr>
        </p:nvGraphicFramePr>
        <p:xfrm>
          <a:off x="9655174" y="276226"/>
          <a:ext cx="2532687" cy="35308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30wk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여부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미첨부시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파일을 첨부해주세요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복수 파일 처리 가능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종류와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69E58CF-C80A-8C91-590C-65C44B5DF97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3FE35-727A-27F2-D62F-D22B673B850F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556952-8C46-77CA-2482-69F403FB395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V-HLC-01-008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80CE84-E622-EFE7-6BB4-E9345D63860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097968-8A78-8DE6-6A26-69CEB41C404D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F012B2-F1C4-7831-1D2F-521EC0982FDD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7386891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840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2D11C248-89FA-6ED0-0C8D-4F73479EAEA0}"/>
              </a:ext>
            </a:extLst>
          </p:cNvPr>
          <p:cNvSpPr/>
          <p:nvPr/>
        </p:nvSpPr>
        <p:spPr>
          <a:xfrm>
            <a:off x="1261671" y="1497118"/>
            <a:ext cx="6154616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29C2FA77-6381-C347-61D9-4837CB301EFB}"/>
              </a:ext>
            </a:extLst>
          </p:cNvPr>
          <p:cNvSpPr/>
          <p:nvPr/>
        </p:nvSpPr>
        <p:spPr>
          <a:xfrm>
            <a:off x="1261671" y="1805921"/>
            <a:ext cx="6154616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4F5A4465-D415-693E-A7A2-2DE1C43B3A68}"/>
              </a:ext>
            </a:extLst>
          </p:cNvPr>
          <p:cNvSpPr/>
          <p:nvPr/>
        </p:nvSpPr>
        <p:spPr>
          <a:xfrm>
            <a:off x="1261672" y="2864392"/>
            <a:ext cx="518763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123.PDF, 234.doc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80192314-0F59-E8BD-CCD6-AC17D397648E}"/>
              </a:ext>
            </a:extLst>
          </p:cNvPr>
          <p:cNvSpPr/>
          <p:nvPr/>
        </p:nvSpPr>
        <p:spPr>
          <a:xfrm>
            <a:off x="6529282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DFA9095D-B249-22B6-9939-076311DB7B20}"/>
              </a:ext>
            </a:extLst>
          </p:cNvPr>
          <p:cNvSpPr/>
          <p:nvPr/>
        </p:nvSpPr>
        <p:spPr>
          <a:xfrm>
            <a:off x="6525049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D332CEE-D542-19DC-5BD5-F159680B4EC3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78B0171-3ACF-5B5D-7562-AD89358D0E87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8C6380A-6F2C-8492-CDDA-1A41DA4137F3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E25B373-6F18-7EB3-E19D-D7615822424A}"/>
              </a:ext>
            </a:extLst>
          </p:cNvPr>
          <p:cNvSpPr/>
          <p:nvPr/>
        </p:nvSpPr>
        <p:spPr>
          <a:xfrm>
            <a:off x="6289639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63F4632-622E-23A8-30DD-9A3872C82995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262E25-445E-2A6B-FC85-40B8580DA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033" y="1090848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68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A9CB-7181-3953-D8F3-9B82F610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6F0F66-3B28-5442-8320-FAC31ABB1093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607BC249-7865-097B-9AF9-B77EB9EDEE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9106534"/>
              </p:ext>
            </p:extLst>
          </p:nvPr>
        </p:nvGraphicFramePr>
        <p:xfrm>
          <a:off x="9655174" y="276226"/>
          <a:ext cx="2532687" cy="47168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페이지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진행 상황 표시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투표에 대한 횟수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완료건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진행건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현재 진행중인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기간내에 있는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종료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투표기간이 종료되어진 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새로운 투표 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투표등록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 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항목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투표등록일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결과보기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팝업 호출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투표인 경우 현재까지 참여인원 기준의 결과로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참여하기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사용자가 참여하기 않은 경우에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선택 팝업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참여를 완료한 경우에는 참여완료로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비활성으로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 표시는 동일하고 일시를 종료로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하단에 종료 플래그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참여 여부 표시는 참여완료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미참여로 표시하나 모두 비활성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87DDBEE-EED8-CED0-0A87-DD7D5F0B49B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C38C14-FC2F-2C12-A276-AD56E38A111B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85796E-D063-E9FF-5B5F-59783A378E7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V-HLC-01-009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BEE59E-88FB-19B0-81B7-3245987BC1E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0318C-8866-E8BE-E767-1403889C983A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EFD8B-F2C6-A5AF-1CF3-A6A5AF88DFE7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C883D-A8D6-CDAB-0877-E5D5F9EB244B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D9445C-FA95-224D-A0BD-64ADE18F76DD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7976288-11F8-5B6E-52E7-75C1F0FC08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1766636-7C56-B4AE-065F-B545D50A9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9EC99844-042F-AAC5-670A-8373E43EEF55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FE3A6CA-A571-BB22-800D-6BD5F2B24358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286C7A5C-16DD-52C0-8659-95936D15DFC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43C5C286-D049-7DA8-0B1C-F9969900B8F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C16D5A5C-B873-491A-1A78-3E51D9304F22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494F234A-51CA-4CDA-C76D-244DA2BEECDB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0214D441-76E7-C309-A86F-4B85B6DC586B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F215A53A-92AE-1D45-C798-5E649D61C388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0AF1F172-B582-7065-A867-6AE30708CBC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200B653B-28A3-B071-736D-41282B5016D7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0356A113-CE38-A741-2302-5F443FB1D8F3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35AAF1C1-77A3-46D4-78A9-BD5AAB386D00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032C5031-1DCA-E8F8-D61C-F84D57227D8A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F122A67C-C1EC-6D08-9549-968C4254C1B3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A9944734-37D5-029E-103F-DB7126DB83F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C877631-E5F5-4B20-F9C9-DA91D0A80D0A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E4389A5-81EC-2CE7-BCE2-D5EAB8ACBD2D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3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ABA43BA-4063-B967-6910-D06AAEA260A5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2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EB76760-A42D-5B7F-82FB-6BFAB4C020DB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D8751E8-EAE2-F314-4F7F-0A05A75F0698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51F4F0-B912-D7D7-DDFC-951F804E0B0B}"/>
              </a:ext>
            </a:extLst>
          </p:cNvPr>
          <p:cNvSpPr txBox="1"/>
          <p:nvPr/>
        </p:nvSpPr>
        <p:spPr>
          <a:xfrm>
            <a:off x="298633" y="2720095"/>
            <a:ext cx="2582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 예정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C900B4-7F73-48D1-7C99-8962F8656B44}"/>
              </a:ext>
            </a:extLst>
          </p:cNvPr>
          <p:cNvSpPr txBox="1"/>
          <p:nvPr/>
        </p:nvSpPr>
        <p:spPr>
          <a:xfrm>
            <a:off x="385179" y="3067448"/>
            <a:ext cx="187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527CDD3-72F0-642A-F454-B9637F3ABA6D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투표등록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27820DF-C0F8-8F24-86C3-4A277F8A4998}"/>
              </a:ext>
            </a:extLst>
          </p:cNvPr>
          <p:cNvSpPr/>
          <p:nvPr/>
        </p:nvSpPr>
        <p:spPr>
          <a:xfrm>
            <a:off x="300867" y="4227773"/>
            <a:ext cx="657778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1B2AED-8B63-DFF5-E143-C097D5FE5E01}"/>
              </a:ext>
            </a:extLst>
          </p:cNvPr>
          <p:cNvSpPr txBox="1"/>
          <p:nvPr/>
        </p:nvSpPr>
        <p:spPr>
          <a:xfrm>
            <a:off x="300867" y="4227773"/>
            <a:ext cx="2320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72A0F5-A8D9-53C4-4767-3EE832156919}"/>
              </a:ext>
            </a:extLst>
          </p:cNvPr>
          <p:cNvSpPr txBox="1"/>
          <p:nvPr/>
        </p:nvSpPr>
        <p:spPr>
          <a:xfrm>
            <a:off x="356779" y="4575126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E0000"/>
                </a:solidFill>
              </a:rPr>
              <a:t>[</a:t>
            </a:r>
            <a:r>
              <a:rPr lang="ko-KR" altLang="en-US" sz="1000" dirty="0">
                <a:solidFill>
                  <a:srgbClr val="EE0000"/>
                </a:solidFill>
              </a:rPr>
              <a:t>종료</a:t>
            </a:r>
            <a:r>
              <a:rPr lang="en-US" altLang="ko-KR" sz="1000" dirty="0">
                <a:solidFill>
                  <a:srgbClr val="EE0000"/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85B7639E-0076-3BD8-A638-B1E51FF0F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148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45CC18BA-DEC4-21E5-D305-855010556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148" y="4558533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DD51FA0-2F2C-FDCF-686D-979D2EBB4894}"/>
              </a:ext>
            </a:extLst>
          </p:cNvPr>
          <p:cNvSpPr txBox="1"/>
          <p:nvPr/>
        </p:nvSpPr>
        <p:spPr>
          <a:xfrm>
            <a:off x="5403846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D6D2DD-7119-D66D-3F37-54EF7798F74E}"/>
              </a:ext>
            </a:extLst>
          </p:cNvPr>
          <p:cNvSpPr txBox="1"/>
          <p:nvPr/>
        </p:nvSpPr>
        <p:spPr>
          <a:xfrm>
            <a:off x="5403846" y="4584822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562C88CC-D842-38AF-43A9-A1F64202D4B9}"/>
              </a:ext>
            </a:extLst>
          </p:cNvPr>
          <p:cNvSpPr/>
          <p:nvPr/>
        </p:nvSpPr>
        <p:spPr>
          <a:xfrm>
            <a:off x="6145395" y="3083494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참여하기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F4FFA26-A1BF-113E-A29E-49F1A9BBC7BA}"/>
              </a:ext>
            </a:extLst>
          </p:cNvPr>
          <p:cNvSpPr/>
          <p:nvPr/>
        </p:nvSpPr>
        <p:spPr>
          <a:xfrm>
            <a:off x="6145395" y="4573397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0E113786-74F7-8A49-A6FD-54207A93FEEB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DB71789-1EFB-5383-CC7C-FFB2EB534A3A}"/>
              </a:ext>
            </a:extLst>
          </p:cNvPr>
          <p:cNvSpPr/>
          <p:nvPr/>
        </p:nvSpPr>
        <p:spPr>
          <a:xfrm>
            <a:off x="6156967" y="433068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E1838C-7CD3-3AA4-7723-CC1E5060F68B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8A1B4E17-1FD6-0C96-E28C-29F25562D17A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79" name="더하기 기호 78">
            <a:extLst>
              <a:ext uri="{FF2B5EF4-FFF2-40B4-BE49-F238E27FC236}">
                <a16:creationId xmlns:a16="http://schemas.microsoft.com/office/drawing/2014/main" id="{2FD4D228-0E6C-FF44-BE9F-F93A0A47FA8D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0" name="그래픽 79">
            <a:extLst>
              <a:ext uri="{FF2B5EF4-FFF2-40B4-BE49-F238E27FC236}">
                <a16:creationId xmlns:a16="http://schemas.microsoft.com/office/drawing/2014/main" id="{CABFBF56-DE4A-67A8-109B-2D343A7F56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81" name="그래픽 80">
            <a:extLst>
              <a:ext uri="{FF2B5EF4-FFF2-40B4-BE49-F238E27FC236}">
                <a16:creationId xmlns:a16="http://schemas.microsoft.com/office/drawing/2014/main" id="{52063910-8063-685B-2D8C-82040C49BB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82" name="그래픽 81">
            <a:extLst>
              <a:ext uri="{FF2B5EF4-FFF2-40B4-BE49-F238E27FC236}">
                <a16:creationId xmlns:a16="http://schemas.microsoft.com/office/drawing/2014/main" id="{0EAFBCB4-904D-E134-B0A9-ECCBEEFF8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83" name="그래픽 82">
            <a:extLst>
              <a:ext uri="{FF2B5EF4-FFF2-40B4-BE49-F238E27FC236}">
                <a16:creationId xmlns:a16="http://schemas.microsoft.com/office/drawing/2014/main" id="{7CDFDA7B-65D5-D534-457E-242188CF70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4485587"/>
            <a:ext cx="228600" cy="228600"/>
          </a:xfrm>
          <a:prstGeom prst="rect">
            <a:avLst/>
          </a:prstGeom>
        </p:spPr>
      </p:pic>
      <p:pic>
        <p:nvPicPr>
          <p:cNvPr id="84" name="그래픽 83">
            <a:extLst>
              <a:ext uri="{FF2B5EF4-FFF2-40B4-BE49-F238E27FC236}">
                <a16:creationId xmlns:a16="http://schemas.microsoft.com/office/drawing/2014/main" id="{5DA85F3B-FBA7-DB9C-2AC0-8E3BEAACC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5120585"/>
            <a:ext cx="228600" cy="228600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F82F5A52-B366-D81C-7293-5C47986A5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D4C7A93C-2C52-0760-3587-F8589DE19FF9}"/>
              </a:ext>
            </a:extLst>
          </p:cNvPr>
          <p:cNvSpPr/>
          <p:nvPr/>
        </p:nvSpPr>
        <p:spPr>
          <a:xfrm>
            <a:off x="5207562" y="176548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D5E4F44-18A9-8AEC-06B6-F6B4E56A659B}"/>
              </a:ext>
            </a:extLst>
          </p:cNvPr>
          <p:cNvSpPr/>
          <p:nvPr/>
        </p:nvSpPr>
        <p:spPr>
          <a:xfrm>
            <a:off x="4305053" y="2324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037F297-5DE4-0854-0562-A347718F6396}"/>
              </a:ext>
            </a:extLst>
          </p:cNvPr>
          <p:cNvSpPr/>
          <p:nvPr/>
        </p:nvSpPr>
        <p:spPr>
          <a:xfrm>
            <a:off x="140680" y="26270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C8E78DE-9CC0-D6C3-C764-D05B653E0F04}"/>
              </a:ext>
            </a:extLst>
          </p:cNvPr>
          <p:cNvSpPr/>
          <p:nvPr/>
        </p:nvSpPr>
        <p:spPr>
          <a:xfrm>
            <a:off x="122977" y="4208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9C2313C-F4C1-6C49-9A50-97CCEC0BD517}"/>
              </a:ext>
            </a:extLst>
          </p:cNvPr>
          <p:cNvSpPr/>
          <p:nvPr/>
        </p:nvSpPr>
        <p:spPr>
          <a:xfrm>
            <a:off x="6753474" y="274372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6AE0F42-3845-2F85-4EE2-BCAAF895E536}"/>
              </a:ext>
            </a:extLst>
          </p:cNvPr>
          <p:cNvSpPr/>
          <p:nvPr/>
        </p:nvSpPr>
        <p:spPr>
          <a:xfrm>
            <a:off x="6759109" y="305684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5E7E30C-7577-8574-A35A-6E41A8C9D857}"/>
              </a:ext>
            </a:extLst>
          </p:cNvPr>
          <p:cNvSpPr/>
          <p:nvPr/>
        </p:nvSpPr>
        <p:spPr>
          <a:xfrm>
            <a:off x="6759109" y="45358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09B10CF-EC1F-B888-CD93-84E8F0655E6B}"/>
              </a:ext>
            </a:extLst>
          </p:cNvPr>
          <p:cNvSpPr/>
          <p:nvPr/>
        </p:nvSpPr>
        <p:spPr>
          <a:xfrm>
            <a:off x="300867" y="3482767"/>
            <a:ext cx="657778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11EC51-AD7B-FDBD-52A4-96ADC4F8894D}"/>
              </a:ext>
            </a:extLst>
          </p:cNvPr>
          <p:cNvSpPr txBox="1"/>
          <p:nvPr/>
        </p:nvSpPr>
        <p:spPr>
          <a:xfrm>
            <a:off x="300866" y="3482767"/>
            <a:ext cx="2501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종료예정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0AC0BE-594D-C8CF-CA56-06BCD08643B2}"/>
              </a:ext>
            </a:extLst>
          </p:cNvPr>
          <p:cNvSpPr txBox="1"/>
          <p:nvPr/>
        </p:nvSpPr>
        <p:spPr>
          <a:xfrm>
            <a:off x="385179" y="3830120"/>
            <a:ext cx="1926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43" name="그래픽 42">
            <a:extLst>
              <a:ext uri="{FF2B5EF4-FFF2-40B4-BE49-F238E27FC236}">
                <a16:creationId xmlns:a16="http://schemas.microsoft.com/office/drawing/2014/main" id="{103BD478-BD00-B00D-F150-4E17BFE29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148" y="3830120"/>
            <a:ext cx="228600" cy="2286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A060F7B-E74D-BC99-B8DA-6DD867A95BC5}"/>
              </a:ext>
            </a:extLst>
          </p:cNvPr>
          <p:cNvSpPr txBox="1"/>
          <p:nvPr/>
        </p:nvSpPr>
        <p:spPr>
          <a:xfrm>
            <a:off x="5403846" y="3849170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ED258C7-C688-BB6D-A390-52B6DC1BF636}"/>
              </a:ext>
            </a:extLst>
          </p:cNvPr>
          <p:cNvSpPr/>
          <p:nvPr/>
        </p:nvSpPr>
        <p:spPr>
          <a:xfrm>
            <a:off x="6145395" y="3846166"/>
            <a:ext cx="686083" cy="188444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EC12B4F-7760-680B-8B0A-4D0F4E01D891}"/>
              </a:ext>
            </a:extLst>
          </p:cNvPr>
          <p:cNvSpPr/>
          <p:nvPr/>
        </p:nvSpPr>
        <p:spPr>
          <a:xfrm>
            <a:off x="6156967" y="356644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CF9B327-D11F-127C-B63D-CAB6F1F35FE8}"/>
              </a:ext>
            </a:extLst>
          </p:cNvPr>
          <p:cNvSpPr/>
          <p:nvPr/>
        </p:nvSpPr>
        <p:spPr>
          <a:xfrm>
            <a:off x="6759109" y="38195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807826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C44D-EF5A-3F4D-4925-E560BB6BF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A1DAA2-89FC-9213-79BC-965266EB2706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FC35878D-C5DC-D3A2-BEAB-41C8E582CF8A}"/>
              </a:ext>
            </a:extLst>
          </p:cNvPr>
          <p:cNvGraphicFramePr/>
          <p:nvPr/>
        </p:nvGraphicFramePr>
        <p:xfrm>
          <a:off x="9655174" y="276226"/>
          <a:ext cx="2532687" cy="45671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버튼 선택 시 팝업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투표정보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팝업 닫기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팝업 닫기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버튼을 선택하지 않고 닫는 경우에는 투표 저장하지 않음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MAX 50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입력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필요한 항목을 입력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추가항목 필요시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번에서 추가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이상의 투표항목이 필요한 경우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번부터 순차적으로 생성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생성 후 삭제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 생성된 항목에는 삭제 버튼 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마감시간 설정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등록하는 투표의 마감일정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종료일은 당일까지 선택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데이트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피커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시간은 등록 시간 기준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+1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 이후로 설정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박스에서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10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분단위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자료를 등록하지 않고 팝업 닫힘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투표를 추가함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2618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3CF4486-E4EA-7CE9-F8B7-544738EC06FD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4C32D2-3B9F-5423-5852-9633C1DDEAFC}"/>
              </a:ext>
            </a:extLst>
          </p:cNvPr>
          <p:cNvSpPr txBox="1"/>
          <p:nvPr/>
        </p:nvSpPr>
        <p:spPr>
          <a:xfrm>
            <a:off x="7208520" y="1814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투표등록 팝업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26EE96-594C-34DF-967F-7619E37E720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V-HLC-01-010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7768EE-FFBE-8CA9-81BD-F9001506BC6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66A0C-C10C-FF47-BE18-836DB9B7026D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B5E09-8436-93FA-0C42-84E99487BE7B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10395-E941-5398-B12F-1702599D9E45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2732D3-79BA-D131-BE8F-6514C5118394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9FE2D43-84ED-FE03-3DE6-7ADD5F2F2C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98A7ECC-E99D-B5D6-045C-6B7326508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23CA9287-A661-BD5B-9DFE-8D07F1511645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6A43B4A-8A7F-8D4D-A15C-63043FF32E98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99A12D9A-2786-8B74-58C5-C8645A5F34D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D08A2D3D-B30E-575D-F160-1DE1A0653645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D37FE93-91F1-5EB0-269C-DBE59B67795C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3863CFBC-A609-6771-2FBA-BAB519202114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114A20C7-2A58-86B3-E142-0DB6FC2FFA47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F2BB8D9-5C6E-F807-B5A2-2A2625DC48D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66208453-C8B7-3ECC-F3D7-297618CB5971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AB2F20C7-C4D2-7561-D720-55A168209E89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454911C7-3643-DFD9-6EFF-2AC2F0BEB15C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9C9B5CA4-3FD7-EA65-A112-320D7FD3DDA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5410939B-C056-0B9B-4862-0001FDA92AC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E8C76AD3-7C2E-73CC-4CA6-A9C39C49C364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76C10A7A-AD4B-0250-A291-B15D5285FA23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B0B9358-FDDF-5AA2-AD5F-AE2F57036E4C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D594815B-FC46-BA8A-5928-B8A3BEA54B2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69D2C946-CA28-5A84-7FD0-104E4E19697D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6191A505-C360-B1FA-2BEB-03EF3E687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942D8A0C-038C-96B6-6F19-84B2FBD76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8722F935-EB10-4541-805B-A5D7B662A9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3D945D94-FB05-4FAB-774F-70EB1C254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664B0D13-1CC9-B05B-526D-A50535150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9B44B29-5D40-82CF-357F-1ACC842B5B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88059082-DE21-0BC3-79C0-AF19D7C0ACCD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F393427-E2C5-32A1-16B7-1EB7A4A85F73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D874160-02F5-7757-4DFC-3E203EC431A9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B1DC377-1E6B-B338-FF9B-D5B00509FBF4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3830D33-DC31-B817-1AE3-38B10218E19B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DC7CC56-FA02-14D0-8646-1A600917F77A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5D18B8-5671-8428-B524-213F22FD461F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5A6D0AD-9763-15DF-8EAC-7A5B4BC32808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C1FB35-4419-E961-1EF6-82062FAD592F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480A754-2B26-ED4B-B641-CFE7CDF73EE5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C793DDD-5992-9F8A-9189-CE1185782CEA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0C91C0-708E-E49D-BDA1-F5ED1BA2F221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9CF491CB-5206-89AB-BA70-6EC75298EE33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9412ED-7A42-F578-7B65-A8352E2CFE8F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95C86DA9-BC07-1DBD-FEF8-0E5F19410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908AF995-FB94-949A-4D09-FEC46A822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48ED332-5DD2-D3FA-23A9-CF636F84222D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D90153-C180-96C8-13B1-704FBE958657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42FC0D6-6350-4351-89B5-941B07EE3C42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AAE500E1-1EF0-BFBB-46A8-BD448C6FFB20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B8FDAB7-DBA0-8159-AB6C-C566A18A47BA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2107D42-41EB-B4B9-A83E-3CE3DDDFD30B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3B81F7-9C06-A3A5-97E4-53FE19DA549A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CE0A54-F744-5394-193F-1F8B452E512B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27BE6F-8A9C-8BEB-6E1C-1049572E2AAA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등록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31222695-92FA-C399-40EB-C93B54E8ABAB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77183"/>
          <a:ext cx="4117058" cy="191231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마감 시간설정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  분 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166097"/>
                  </a:ext>
                </a:extLst>
              </a:tr>
            </a:tbl>
          </a:graphicData>
        </a:graphic>
      </p:graphicFrame>
      <p:sp>
        <p:nvSpPr>
          <p:cNvPr id="77" name="Input">
            <a:extLst>
              <a:ext uri="{FF2B5EF4-FFF2-40B4-BE49-F238E27FC236}">
                <a16:creationId xmlns:a16="http://schemas.microsoft.com/office/drawing/2014/main" id="{59972101-EF9D-97A0-27F6-29AA501694C4}"/>
              </a:ext>
            </a:extLst>
          </p:cNvPr>
          <p:cNvSpPr/>
          <p:nvPr/>
        </p:nvSpPr>
        <p:spPr>
          <a:xfrm>
            <a:off x="3583452" y="2330181"/>
            <a:ext cx="293605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Input">
            <a:extLst>
              <a:ext uri="{FF2B5EF4-FFF2-40B4-BE49-F238E27FC236}">
                <a16:creationId xmlns:a16="http://schemas.microsoft.com/office/drawing/2014/main" id="{C643C990-CDEA-D5CD-C231-5415D07A307A}"/>
              </a:ext>
            </a:extLst>
          </p:cNvPr>
          <p:cNvSpPr/>
          <p:nvPr/>
        </p:nvSpPr>
        <p:spPr>
          <a:xfrm>
            <a:off x="3865031" y="2655929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1" name="Input">
            <a:extLst>
              <a:ext uri="{FF2B5EF4-FFF2-40B4-BE49-F238E27FC236}">
                <a16:creationId xmlns:a16="http://schemas.microsoft.com/office/drawing/2014/main" id="{D4D545D8-AD69-8E26-EE76-8CA50F36F8C7}"/>
              </a:ext>
            </a:extLst>
          </p:cNvPr>
          <p:cNvSpPr/>
          <p:nvPr/>
        </p:nvSpPr>
        <p:spPr>
          <a:xfrm>
            <a:off x="3650272" y="3913447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종료일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3E972856-FC7A-80F5-FE97-114FF3792AF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7795" y="3971564"/>
            <a:ext cx="125194" cy="123781"/>
          </a:xfrm>
          <a:prstGeom prst="rect">
            <a:avLst/>
          </a:prstGeom>
        </p:spPr>
      </p:pic>
      <p:grpSp>
        <p:nvGrpSpPr>
          <p:cNvPr id="104" name="Calendar">
            <a:extLst>
              <a:ext uri="{FF2B5EF4-FFF2-40B4-BE49-F238E27FC236}">
                <a16:creationId xmlns:a16="http://schemas.microsoft.com/office/drawing/2014/main" id="{F9985F06-50EA-2DB6-C6D6-F5DC34EEED13}"/>
              </a:ext>
            </a:extLst>
          </p:cNvPr>
          <p:cNvGrpSpPr>
            <a:grpSpLocks noChangeAspect="1"/>
          </p:cNvGrpSpPr>
          <p:nvPr/>
        </p:nvGrpSpPr>
        <p:grpSpPr>
          <a:xfrm>
            <a:off x="9787770" y="4955438"/>
            <a:ext cx="2304000" cy="1873558"/>
            <a:chOff x="508000" y="1414760"/>
            <a:chExt cx="1727350" cy="1404640"/>
          </a:xfrm>
        </p:grpSpPr>
        <p:sp>
          <p:nvSpPr>
            <p:cNvPr id="105" name="Calendar Background">
              <a:extLst>
                <a:ext uri="{FF2B5EF4-FFF2-40B4-BE49-F238E27FC236}">
                  <a16:creationId xmlns:a16="http://schemas.microsoft.com/office/drawing/2014/main" id="{B3E8C020-A9BD-826F-9E62-602289AF7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414760"/>
              <a:ext cx="1727350" cy="1404640"/>
            </a:xfrm>
            <a:prstGeom prst="roundRect">
              <a:avLst>
                <a:gd name="adj" fmla="val 1539"/>
              </a:avLst>
            </a:prstGeom>
            <a:solidFill>
              <a:schemeClr val="bg1"/>
            </a:solidFill>
            <a:ln w="63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106" name="Month">
              <a:extLst>
                <a:ext uri="{FF2B5EF4-FFF2-40B4-BE49-F238E27FC236}">
                  <a16:creationId xmlns:a16="http://schemas.microsoft.com/office/drawing/2014/main" id="{7CBC106B-42E2-04AF-22E5-44475EEA3C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463" y="1552576"/>
              <a:ext cx="1430338" cy="1144588"/>
              <a:chOff x="652463" y="1552576"/>
              <a:chExt cx="1430338" cy="1144588"/>
            </a:xfrm>
          </p:grpSpPr>
          <p:sp>
            <p:nvSpPr>
              <p:cNvPr id="107" name="Previous Month">
                <a:extLst>
                  <a:ext uri="{FF2B5EF4-FFF2-40B4-BE49-F238E27FC236}">
                    <a16:creationId xmlns:a16="http://schemas.microsoft.com/office/drawing/2014/main" id="{645A1B24-BA37-B17A-CBE9-FF28350547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4051" y="1931988"/>
                <a:ext cx="981075" cy="63500"/>
              </a:xfrm>
              <a:custGeom>
                <a:avLst/>
                <a:gdLst>
                  <a:gd name="T0" fmla="*/ 1038 w 4549"/>
                  <a:gd name="T1" fmla="*/ 40 h 294"/>
                  <a:gd name="T2" fmla="*/ 1129 w 4549"/>
                  <a:gd name="T3" fmla="*/ 37 h 294"/>
                  <a:gd name="T4" fmla="*/ 1038 w 4549"/>
                  <a:gd name="T5" fmla="*/ 254 h 294"/>
                  <a:gd name="T6" fmla="*/ 1207 w 4549"/>
                  <a:gd name="T7" fmla="*/ 288 h 294"/>
                  <a:gd name="T8" fmla="*/ 1124 w 4549"/>
                  <a:gd name="T9" fmla="*/ 210 h 294"/>
                  <a:gd name="T10" fmla="*/ 1354 w 4549"/>
                  <a:gd name="T11" fmla="*/ 0 h 294"/>
                  <a:gd name="T12" fmla="*/ 1293 w 4549"/>
                  <a:gd name="T13" fmla="*/ 159 h 294"/>
                  <a:gd name="T14" fmla="*/ 1422 w 4549"/>
                  <a:gd name="T15" fmla="*/ 273 h 294"/>
                  <a:gd name="T16" fmla="*/ 1434 w 4549"/>
                  <a:gd name="T17" fmla="*/ 88 h 294"/>
                  <a:gd name="T18" fmla="*/ 2091 w 4549"/>
                  <a:gd name="T19" fmla="*/ 17 h 294"/>
                  <a:gd name="T20" fmla="*/ 2082 w 4549"/>
                  <a:gd name="T21" fmla="*/ 57 h 294"/>
                  <a:gd name="T22" fmla="*/ 2191 w 4549"/>
                  <a:gd name="T23" fmla="*/ 100 h 294"/>
                  <a:gd name="T24" fmla="*/ 2070 w 4549"/>
                  <a:gd name="T25" fmla="*/ 281 h 294"/>
                  <a:gd name="T26" fmla="*/ 2248 w 4549"/>
                  <a:gd name="T27" fmla="*/ 266 h 294"/>
                  <a:gd name="T28" fmla="*/ 2235 w 4549"/>
                  <a:gd name="T29" fmla="*/ 74 h 294"/>
                  <a:gd name="T30" fmla="*/ 2293 w 4549"/>
                  <a:gd name="T31" fmla="*/ 94 h 294"/>
                  <a:gd name="T32" fmla="*/ 2398 w 4549"/>
                  <a:gd name="T33" fmla="*/ 255 h 294"/>
                  <a:gd name="T34" fmla="*/ 2301 w 4549"/>
                  <a:gd name="T35" fmla="*/ 267 h 294"/>
                  <a:gd name="T36" fmla="*/ 2456 w 4549"/>
                  <a:gd name="T37" fmla="*/ 242 h 294"/>
                  <a:gd name="T38" fmla="*/ 2388 w 4549"/>
                  <a:gd name="T39" fmla="*/ 0 h 294"/>
                  <a:gd name="T40" fmla="*/ 3108 w 4549"/>
                  <a:gd name="T41" fmla="*/ 40 h 294"/>
                  <a:gd name="T42" fmla="*/ 3198 w 4549"/>
                  <a:gd name="T43" fmla="*/ 34 h 294"/>
                  <a:gd name="T44" fmla="*/ 3134 w 4549"/>
                  <a:gd name="T45" fmla="*/ 129 h 294"/>
                  <a:gd name="T46" fmla="*/ 3195 w 4549"/>
                  <a:gd name="T47" fmla="*/ 162 h 294"/>
                  <a:gd name="T48" fmla="*/ 3129 w 4549"/>
                  <a:gd name="T49" fmla="*/ 251 h 294"/>
                  <a:gd name="T50" fmla="*/ 3113 w 4549"/>
                  <a:gd name="T51" fmla="*/ 279 h 294"/>
                  <a:gd name="T52" fmla="*/ 3260 w 4549"/>
                  <a:gd name="T53" fmla="*/ 162 h 294"/>
                  <a:gd name="T54" fmla="*/ 3245 w 4549"/>
                  <a:gd name="T55" fmla="*/ 19 h 294"/>
                  <a:gd name="T56" fmla="*/ 3343 w 4549"/>
                  <a:gd name="T57" fmla="*/ 256 h 294"/>
                  <a:gd name="T58" fmla="*/ 3469 w 4549"/>
                  <a:gd name="T59" fmla="*/ 10 h 294"/>
                  <a:gd name="T60" fmla="*/ 4146 w 4549"/>
                  <a:gd name="T61" fmla="*/ 34 h 294"/>
                  <a:gd name="T62" fmla="*/ 4217 w 4549"/>
                  <a:gd name="T63" fmla="*/ 31 h 294"/>
                  <a:gd name="T64" fmla="*/ 4176 w 4549"/>
                  <a:gd name="T65" fmla="*/ 128 h 294"/>
                  <a:gd name="T66" fmla="*/ 4204 w 4549"/>
                  <a:gd name="T67" fmla="*/ 158 h 294"/>
                  <a:gd name="T68" fmla="*/ 4189 w 4549"/>
                  <a:gd name="T69" fmla="*/ 258 h 294"/>
                  <a:gd name="T70" fmla="*/ 4144 w 4549"/>
                  <a:gd name="T71" fmla="*/ 274 h 294"/>
                  <a:gd name="T72" fmla="*/ 4312 w 4549"/>
                  <a:gd name="T73" fmla="*/ 182 h 294"/>
                  <a:gd name="T74" fmla="*/ 4299 w 4549"/>
                  <a:gd name="T75" fmla="*/ 41 h 294"/>
                  <a:gd name="T76" fmla="*/ 7 w 4549"/>
                  <a:gd name="T77" fmla="*/ 28 h 294"/>
                  <a:gd name="T78" fmla="*/ 33 w 4549"/>
                  <a:gd name="T79" fmla="*/ 47 h 294"/>
                  <a:gd name="T80" fmla="*/ 95 w 4549"/>
                  <a:gd name="T81" fmla="*/ 155 h 294"/>
                  <a:gd name="T82" fmla="*/ 7 w 4549"/>
                  <a:gd name="T83" fmla="*/ 290 h 294"/>
                  <a:gd name="T84" fmla="*/ 173 w 4549"/>
                  <a:gd name="T85" fmla="*/ 259 h 294"/>
                  <a:gd name="T86" fmla="*/ 145 w 4549"/>
                  <a:gd name="T87" fmla="*/ 23 h 294"/>
                  <a:gd name="T88" fmla="*/ 4385 w 4549"/>
                  <a:gd name="T89" fmla="*/ 53 h 294"/>
                  <a:gd name="T90" fmla="*/ 4392 w 4549"/>
                  <a:gd name="T91" fmla="*/ 259 h 294"/>
                  <a:gd name="T92" fmla="*/ 4542 w 4549"/>
                  <a:gd name="T93" fmla="*/ 289 h 294"/>
                  <a:gd name="T94" fmla="*/ 4490 w 4549"/>
                  <a:gd name="T95" fmla="*/ 259 h 294"/>
                  <a:gd name="T96" fmla="*/ 228 w 4549"/>
                  <a:gd name="T97" fmla="*/ 10 h 294"/>
                  <a:gd name="T98" fmla="*/ 269 w 4549"/>
                  <a:gd name="T99" fmla="*/ 291 h 294"/>
                  <a:gd name="T100" fmla="*/ 411 w 4549"/>
                  <a:gd name="T101" fmla="*/ 29 h 294"/>
                  <a:gd name="T102" fmla="*/ 1388 w 4549"/>
                  <a:gd name="T103" fmla="*/ 40 h 294"/>
                  <a:gd name="T104" fmla="*/ 1315 w 4549"/>
                  <a:gd name="T105" fmla="*/ 40 h 294"/>
                  <a:gd name="T106" fmla="*/ 2359 w 4549"/>
                  <a:gd name="T107" fmla="*/ 145 h 294"/>
                  <a:gd name="T108" fmla="*/ 3440 w 4549"/>
                  <a:gd name="T109" fmla="*/ 33 h 294"/>
                  <a:gd name="T110" fmla="*/ 3458 w 4549"/>
                  <a:gd name="T111" fmla="*/ 247 h 294"/>
                  <a:gd name="T112" fmla="*/ 3391 w 4549"/>
                  <a:gd name="T113" fmla="*/ 40 h 294"/>
                  <a:gd name="T114" fmla="*/ 1308 w 4549"/>
                  <a:gd name="T115" fmla="*/ 252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549" h="294">
                    <a:moveTo>
                      <a:pt x="1116" y="0"/>
                    </a:moveTo>
                    <a:cubicBezTo>
                      <a:pt x="1107" y="0"/>
                      <a:pt x="1099" y="1"/>
                      <a:pt x="1091" y="2"/>
                    </a:cubicBezTo>
                    <a:cubicBezTo>
                      <a:pt x="1084" y="4"/>
                      <a:pt x="1077" y="6"/>
                      <a:pt x="1070" y="9"/>
                    </a:cubicBezTo>
                    <a:cubicBezTo>
                      <a:pt x="1064" y="11"/>
                      <a:pt x="1058" y="14"/>
                      <a:pt x="1053" y="17"/>
                    </a:cubicBezTo>
                    <a:cubicBezTo>
                      <a:pt x="1049" y="19"/>
                      <a:pt x="1046" y="21"/>
                      <a:pt x="1045" y="23"/>
                    </a:cubicBezTo>
                    <a:cubicBezTo>
                      <a:pt x="1043" y="24"/>
                      <a:pt x="1042" y="26"/>
                      <a:pt x="1041" y="27"/>
                    </a:cubicBezTo>
                    <a:cubicBezTo>
                      <a:pt x="1041" y="28"/>
                      <a:pt x="1040" y="29"/>
                      <a:pt x="1039" y="30"/>
                    </a:cubicBezTo>
                    <a:cubicBezTo>
                      <a:pt x="1039" y="31"/>
                      <a:pt x="1039" y="33"/>
                      <a:pt x="1038" y="34"/>
                    </a:cubicBezTo>
                    <a:cubicBezTo>
                      <a:pt x="1038" y="36"/>
                      <a:pt x="1038" y="38"/>
                      <a:pt x="1038" y="40"/>
                    </a:cubicBezTo>
                    <a:cubicBezTo>
                      <a:pt x="1038" y="44"/>
                      <a:pt x="1039" y="46"/>
                      <a:pt x="1039" y="48"/>
                    </a:cubicBezTo>
                    <a:cubicBezTo>
                      <a:pt x="1040" y="51"/>
                      <a:pt x="1040" y="52"/>
                      <a:pt x="1040" y="54"/>
                    </a:cubicBezTo>
                    <a:cubicBezTo>
                      <a:pt x="1041" y="55"/>
                      <a:pt x="1041" y="56"/>
                      <a:pt x="1042" y="56"/>
                    </a:cubicBezTo>
                    <a:cubicBezTo>
                      <a:pt x="1043" y="57"/>
                      <a:pt x="1044" y="57"/>
                      <a:pt x="1045" y="57"/>
                    </a:cubicBezTo>
                    <a:cubicBezTo>
                      <a:pt x="1046" y="57"/>
                      <a:pt x="1049" y="56"/>
                      <a:pt x="1053" y="54"/>
                    </a:cubicBezTo>
                    <a:cubicBezTo>
                      <a:pt x="1056" y="51"/>
                      <a:pt x="1061" y="48"/>
                      <a:pt x="1067" y="45"/>
                    </a:cubicBezTo>
                    <a:cubicBezTo>
                      <a:pt x="1072" y="42"/>
                      <a:pt x="1078" y="39"/>
                      <a:pt x="1085" y="37"/>
                    </a:cubicBezTo>
                    <a:cubicBezTo>
                      <a:pt x="1092" y="34"/>
                      <a:pt x="1100" y="33"/>
                      <a:pt x="1109" y="33"/>
                    </a:cubicBezTo>
                    <a:cubicBezTo>
                      <a:pt x="1117" y="33"/>
                      <a:pt x="1123" y="34"/>
                      <a:pt x="1129" y="37"/>
                    </a:cubicBezTo>
                    <a:cubicBezTo>
                      <a:pt x="1135" y="39"/>
                      <a:pt x="1140" y="43"/>
                      <a:pt x="1144" y="47"/>
                    </a:cubicBezTo>
                    <a:cubicBezTo>
                      <a:pt x="1148" y="52"/>
                      <a:pt x="1151" y="56"/>
                      <a:pt x="1153" y="62"/>
                    </a:cubicBezTo>
                    <a:cubicBezTo>
                      <a:pt x="1155" y="67"/>
                      <a:pt x="1157" y="74"/>
                      <a:pt x="1157" y="80"/>
                    </a:cubicBezTo>
                    <a:cubicBezTo>
                      <a:pt x="1157" y="86"/>
                      <a:pt x="1155" y="93"/>
                      <a:pt x="1154" y="100"/>
                    </a:cubicBezTo>
                    <a:cubicBezTo>
                      <a:pt x="1153" y="108"/>
                      <a:pt x="1150" y="115"/>
                      <a:pt x="1146" y="124"/>
                    </a:cubicBezTo>
                    <a:cubicBezTo>
                      <a:pt x="1142" y="133"/>
                      <a:pt x="1136" y="143"/>
                      <a:pt x="1128" y="153"/>
                    </a:cubicBezTo>
                    <a:cubicBezTo>
                      <a:pt x="1121" y="164"/>
                      <a:pt x="1110" y="177"/>
                      <a:pt x="1098" y="190"/>
                    </a:cubicBezTo>
                    <a:lnTo>
                      <a:pt x="1042" y="249"/>
                    </a:lnTo>
                    <a:cubicBezTo>
                      <a:pt x="1040" y="250"/>
                      <a:pt x="1039" y="252"/>
                      <a:pt x="1038" y="254"/>
                    </a:cubicBezTo>
                    <a:cubicBezTo>
                      <a:pt x="1036" y="256"/>
                      <a:pt x="1036" y="257"/>
                      <a:pt x="1035" y="259"/>
                    </a:cubicBezTo>
                    <a:cubicBezTo>
                      <a:pt x="1034" y="261"/>
                      <a:pt x="1033" y="263"/>
                      <a:pt x="1033" y="265"/>
                    </a:cubicBezTo>
                    <a:cubicBezTo>
                      <a:pt x="1033" y="268"/>
                      <a:pt x="1033" y="269"/>
                      <a:pt x="1033" y="272"/>
                    </a:cubicBezTo>
                    <a:cubicBezTo>
                      <a:pt x="1033" y="276"/>
                      <a:pt x="1034" y="279"/>
                      <a:pt x="1034" y="281"/>
                    </a:cubicBezTo>
                    <a:cubicBezTo>
                      <a:pt x="1035" y="283"/>
                      <a:pt x="1036" y="284"/>
                      <a:pt x="1037" y="286"/>
                    </a:cubicBezTo>
                    <a:cubicBezTo>
                      <a:pt x="1038" y="287"/>
                      <a:pt x="1039" y="288"/>
                      <a:pt x="1040" y="288"/>
                    </a:cubicBezTo>
                    <a:cubicBezTo>
                      <a:pt x="1042" y="289"/>
                      <a:pt x="1043" y="289"/>
                      <a:pt x="1046" y="289"/>
                    </a:cubicBezTo>
                    <a:lnTo>
                      <a:pt x="1203" y="289"/>
                    </a:lnTo>
                    <a:cubicBezTo>
                      <a:pt x="1205" y="289"/>
                      <a:pt x="1206" y="289"/>
                      <a:pt x="1207" y="288"/>
                    </a:cubicBezTo>
                    <a:cubicBezTo>
                      <a:pt x="1208" y="288"/>
                      <a:pt x="1209" y="286"/>
                      <a:pt x="1210" y="285"/>
                    </a:cubicBezTo>
                    <a:cubicBezTo>
                      <a:pt x="1210" y="283"/>
                      <a:pt x="1211" y="282"/>
                      <a:pt x="1211" y="280"/>
                    </a:cubicBezTo>
                    <a:cubicBezTo>
                      <a:pt x="1212" y="278"/>
                      <a:pt x="1212" y="276"/>
                      <a:pt x="1212" y="273"/>
                    </a:cubicBezTo>
                    <a:cubicBezTo>
                      <a:pt x="1212" y="271"/>
                      <a:pt x="1212" y="268"/>
                      <a:pt x="1211" y="266"/>
                    </a:cubicBezTo>
                    <a:cubicBezTo>
                      <a:pt x="1211" y="264"/>
                      <a:pt x="1210" y="262"/>
                      <a:pt x="1210" y="261"/>
                    </a:cubicBezTo>
                    <a:cubicBezTo>
                      <a:pt x="1209" y="260"/>
                      <a:pt x="1208" y="259"/>
                      <a:pt x="1207" y="258"/>
                    </a:cubicBezTo>
                    <a:cubicBezTo>
                      <a:pt x="1206" y="258"/>
                      <a:pt x="1205" y="257"/>
                      <a:pt x="1203" y="257"/>
                    </a:cubicBezTo>
                    <a:lnTo>
                      <a:pt x="1079" y="257"/>
                    </a:lnTo>
                    <a:lnTo>
                      <a:pt x="1124" y="210"/>
                    </a:lnTo>
                    <a:cubicBezTo>
                      <a:pt x="1140" y="193"/>
                      <a:pt x="1154" y="179"/>
                      <a:pt x="1164" y="166"/>
                    </a:cubicBezTo>
                    <a:cubicBezTo>
                      <a:pt x="1174" y="153"/>
                      <a:pt x="1181" y="141"/>
                      <a:pt x="1186" y="130"/>
                    </a:cubicBezTo>
                    <a:cubicBezTo>
                      <a:pt x="1191" y="120"/>
                      <a:pt x="1195" y="110"/>
                      <a:pt x="1196" y="101"/>
                    </a:cubicBezTo>
                    <a:cubicBezTo>
                      <a:pt x="1198" y="92"/>
                      <a:pt x="1199" y="83"/>
                      <a:pt x="1199" y="74"/>
                    </a:cubicBezTo>
                    <a:cubicBezTo>
                      <a:pt x="1199" y="64"/>
                      <a:pt x="1197" y="54"/>
                      <a:pt x="1194" y="45"/>
                    </a:cubicBezTo>
                    <a:cubicBezTo>
                      <a:pt x="1190" y="36"/>
                      <a:pt x="1186" y="29"/>
                      <a:pt x="1179" y="22"/>
                    </a:cubicBezTo>
                    <a:cubicBezTo>
                      <a:pt x="1172" y="15"/>
                      <a:pt x="1163" y="9"/>
                      <a:pt x="1152" y="5"/>
                    </a:cubicBezTo>
                    <a:cubicBezTo>
                      <a:pt x="1142" y="1"/>
                      <a:pt x="1130" y="0"/>
                      <a:pt x="1116" y="0"/>
                    </a:cubicBezTo>
                    <a:close/>
                    <a:moveTo>
                      <a:pt x="1354" y="0"/>
                    </a:moveTo>
                    <a:cubicBezTo>
                      <a:pt x="1339" y="0"/>
                      <a:pt x="1326" y="1"/>
                      <a:pt x="1315" y="5"/>
                    </a:cubicBezTo>
                    <a:cubicBezTo>
                      <a:pt x="1303" y="9"/>
                      <a:pt x="1294" y="15"/>
                      <a:pt x="1287" y="21"/>
                    </a:cubicBezTo>
                    <a:cubicBezTo>
                      <a:pt x="1280" y="27"/>
                      <a:pt x="1274" y="34"/>
                      <a:pt x="1270" y="43"/>
                    </a:cubicBezTo>
                    <a:cubicBezTo>
                      <a:pt x="1267" y="52"/>
                      <a:pt x="1265" y="61"/>
                      <a:pt x="1265" y="71"/>
                    </a:cubicBezTo>
                    <a:cubicBezTo>
                      <a:pt x="1265" y="79"/>
                      <a:pt x="1266" y="87"/>
                      <a:pt x="1269" y="93"/>
                    </a:cubicBezTo>
                    <a:cubicBezTo>
                      <a:pt x="1271" y="100"/>
                      <a:pt x="1275" y="107"/>
                      <a:pt x="1280" y="113"/>
                    </a:cubicBezTo>
                    <a:cubicBezTo>
                      <a:pt x="1285" y="119"/>
                      <a:pt x="1290" y="124"/>
                      <a:pt x="1297" y="129"/>
                    </a:cubicBezTo>
                    <a:cubicBezTo>
                      <a:pt x="1304" y="135"/>
                      <a:pt x="1312" y="139"/>
                      <a:pt x="1321" y="144"/>
                    </a:cubicBezTo>
                    <a:cubicBezTo>
                      <a:pt x="1311" y="149"/>
                      <a:pt x="1301" y="154"/>
                      <a:pt x="1293" y="159"/>
                    </a:cubicBezTo>
                    <a:cubicBezTo>
                      <a:pt x="1285" y="165"/>
                      <a:pt x="1278" y="171"/>
                      <a:pt x="1272" y="177"/>
                    </a:cubicBezTo>
                    <a:cubicBezTo>
                      <a:pt x="1267" y="183"/>
                      <a:pt x="1263" y="191"/>
                      <a:pt x="1260" y="198"/>
                    </a:cubicBezTo>
                    <a:cubicBezTo>
                      <a:pt x="1257" y="206"/>
                      <a:pt x="1255" y="214"/>
                      <a:pt x="1255" y="223"/>
                    </a:cubicBezTo>
                    <a:cubicBezTo>
                      <a:pt x="1255" y="234"/>
                      <a:pt x="1257" y="244"/>
                      <a:pt x="1262" y="253"/>
                    </a:cubicBezTo>
                    <a:cubicBezTo>
                      <a:pt x="1266" y="262"/>
                      <a:pt x="1272" y="269"/>
                      <a:pt x="1280" y="275"/>
                    </a:cubicBezTo>
                    <a:cubicBezTo>
                      <a:pt x="1288" y="281"/>
                      <a:pt x="1298" y="286"/>
                      <a:pt x="1310" y="289"/>
                    </a:cubicBezTo>
                    <a:cubicBezTo>
                      <a:pt x="1322" y="292"/>
                      <a:pt x="1335" y="294"/>
                      <a:pt x="1350" y="294"/>
                    </a:cubicBezTo>
                    <a:cubicBezTo>
                      <a:pt x="1366" y="294"/>
                      <a:pt x="1379" y="292"/>
                      <a:pt x="1391" y="288"/>
                    </a:cubicBezTo>
                    <a:cubicBezTo>
                      <a:pt x="1403" y="285"/>
                      <a:pt x="1414" y="280"/>
                      <a:pt x="1422" y="273"/>
                    </a:cubicBezTo>
                    <a:cubicBezTo>
                      <a:pt x="1430" y="267"/>
                      <a:pt x="1437" y="258"/>
                      <a:pt x="1442" y="249"/>
                    </a:cubicBezTo>
                    <a:cubicBezTo>
                      <a:pt x="1446" y="239"/>
                      <a:pt x="1448" y="228"/>
                      <a:pt x="1448" y="216"/>
                    </a:cubicBezTo>
                    <a:cubicBezTo>
                      <a:pt x="1448" y="208"/>
                      <a:pt x="1446" y="200"/>
                      <a:pt x="1443" y="193"/>
                    </a:cubicBezTo>
                    <a:cubicBezTo>
                      <a:pt x="1440" y="186"/>
                      <a:pt x="1436" y="179"/>
                      <a:pt x="1431" y="173"/>
                    </a:cubicBezTo>
                    <a:cubicBezTo>
                      <a:pt x="1425" y="166"/>
                      <a:pt x="1419" y="161"/>
                      <a:pt x="1411" y="156"/>
                    </a:cubicBezTo>
                    <a:cubicBezTo>
                      <a:pt x="1402" y="151"/>
                      <a:pt x="1393" y="145"/>
                      <a:pt x="1382" y="140"/>
                    </a:cubicBezTo>
                    <a:cubicBezTo>
                      <a:pt x="1391" y="135"/>
                      <a:pt x="1399" y="130"/>
                      <a:pt x="1406" y="124"/>
                    </a:cubicBezTo>
                    <a:cubicBezTo>
                      <a:pt x="1413" y="119"/>
                      <a:pt x="1418" y="114"/>
                      <a:pt x="1423" y="107"/>
                    </a:cubicBezTo>
                    <a:cubicBezTo>
                      <a:pt x="1428" y="101"/>
                      <a:pt x="1431" y="95"/>
                      <a:pt x="1434" y="88"/>
                    </a:cubicBezTo>
                    <a:cubicBezTo>
                      <a:pt x="1436" y="81"/>
                      <a:pt x="1438" y="73"/>
                      <a:pt x="1438" y="66"/>
                    </a:cubicBezTo>
                    <a:cubicBezTo>
                      <a:pt x="1438" y="57"/>
                      <a:pt x="1436" y="48"/>
                      <a:pt x="1433" y="40"/>
                    </a:cubicBezTo>
                    <a:cubicBezTo>
                      <a:pt x="1429" y="32"/>
                      <a:pt x="1425" y="25"/>
                      <a:pt x="1418" y="19"/>
                    </a:cubicBezTo>
                    <a:cubicBezTo>
                      <a:pt x="1411" y="13"/>
                      <a:pt x="1402" y="9"/>
                      <a:pt x="1391" y="5"/>
                    </a:cubicBezTo>
                    <a:cubicBezTo>
                      <a:pt x="1381" y="2"/>
                      <a:pt x="1369" y="0"/>
                      <a:pt x="1354" y="0"/>
                    </a:cubicBezTo>
                    <a:close/>
                    <a:moveTo>
                      <a:pt x="2153" y="0"/>
                    </a:moveTo>
                    <a:cubicBezTo>
                      <a:pt x="2145" y="0"/>
                      <a:pt x="2136" y="1"/>
                      <a:pt x="2129" y="2"/>
                    </a:cubicBezTo>
                    <a:cubicBezTo>
                      <a:pt x="2121" y="4"/>
                      <a:pt x="2113" y="6"/>
                      <a:pt x="2106" y="9"/>
                    </a:cubicBezTo>
                    <a:cubicBezTo>
                      <a:pt x="2100" y="11"/>
                      <a:pt x="2095" y="14"/>
                      <a:pt x="2091" y="17"/>
                    </a:cubicBezTo>
                    <a:cubicBezTo>
                      <a:pt x="2086" y="19"/>
                      <a:pt x="2083" y="21"/>
                      <a:pt x="2081" y="23"/>
                    </a:cubicBezTo>
                    <a:cubicBezTo>
                      <a:pt x="2079" y="24"/>
                      <a:pt x="2078" y="26"/>
                      <a:pt x="2077" y="27"/>
                    </a:cubicBezTo>
                    <a:cubicBezTo>
                      <a:pt x="2077" y="28"/>
                      <a:pt x="2077" y="29"/>
                      <a:pt x="2077" y="30"/>
                    </a:cubicBezTo>
                    <a:cubicBezTo>
                      <a:pt x="2076" y="31"/>
                      <a:pt x="2076" y="33"/>
                      <a:pt x="2076" y="34"/>
                    </a:cubicBezTo>
                    <a:cubicBezTo>
                      <a:pt x="2075" y="36"/>
                      <a:pt x="2076" y="38"/>
                      <a:pt x="2076" y="40"/>
                    </a:cubicBezTo>
                    <a:cubicBezTo>
                      <a:pt x="2076" y="44"/>
                      <a:pt x="2075" y="46"/>
                      <a:pt x="2076" y="48"/>
                    </a:cubicBezTo>
                    <a:cubicBezTo>
                      <a:pt x="2076" y="51"/>
                      <a:pt x="2076" y="52"/>
                      <a:pt x="2077" y="54"/>
                    </a:cubicBezTo>
                    <a:cubicBezTo>
                      <a:pt x="2077" y="55"/>
                      <a:pt x="2078" y="56"/>
                      <a:pt x="2079" y="56"/>
                    </a:cubicBezTo>
                    <a:cubicBezTo>
                      <a:pt x="2080" y="57"/>
                      <a:pt x="2081" y="57"/>
                      <a:pt x="2082" y="57"/>
                    </a:cubicBezTo>
                    <a:cubicBezTo>
                      <a:pt x="2084" y="57"/>
                      <a:pt x="2086" y="56"/>
                      <a:pt x="2090" y="54"/>
                    </a:cubicBezTo>
                    <a:cubicBezTo>
                      <a:pt x="2093" y="51"/>
                      <a:pt x="2098" y="48"/>
                      <a:pt x="2103" y="45"/>
                    </a:cubicBezTo>
                    <a:cubicBezTo>
                      <a:pt x="2108" y="42"/>
                      <a:pt x="2114" y="39"/>
                      <a:pt x="2121" y="37"/>
                    </a:cubicBezTo>
                    <a:cubicBezTo>
                      <a:pt x="2129" y="34"/>
                      <a:pt x="2137" y="33"/>
                      <a:pt x="2146" y="33"/>
                    </a:cubicBezTo>
                    <a:cubicBezTo>
                      <a:pt x="2154" y="33"/>
                      <a:pt x="2161" y="34"/>
                      <a:pt x="2166" y="37"/>
                    </a:cubicBezTo>
                    <a:cubicBezTo>
                      <a:pt x="2172" y="39"/>
                      <a:pt x="2177" y="43"/>
                      <a:pt x="2181" y="47"/>
                    </a:cubicBezTo>
                    <a:cubicBezTo>
                      <a:pt x="2184" y="52"/>
                      <a:pt x="2188" y="56"/>
                      <a:pt x="2190" y="62"/>
                    </a:cubicBezTo>
                    <a:cubicBezTo>
                      <a:pt x="2192" y="67"/>
                      <a:pt x="2193" y="74"/>
                      <a:pt x="2193" y="80"/>
                    </a:cubicBezTo>
                    <a:cubicBezTo>
                      <a:pt x="2193" y="86"/>
                      <a:pt x="2192" y="93"/>
                      <a:pt x="2191" y="100"/>
                    </a:cubicBezTo>
                    <a:cubicBezTo>
                      <a:pt x="2190" y="108"/>
                      <a:pt x="2187" y="115"/>
                      <a:pt x="2182" y="124"/>
                    </a:cubicBezTo>
                    <a:cubicBezTo>
                      <a:pt x="2178" y="133"/>
                      <a:pt x="2172" y="143"/>
                      <a:pt x="2165" y="153"/>
                    </a:cubicBezTo>
                    <a:cubicBezTo>
                      <a:pt x="2157" y="164"/>
                      <a:pt x="2147" y="177"/>
                      <a:pt x="2134" y="190"/>
                    </a:cubicBezTo>
                    <a:lnTo>
                      <a:pt x="2079" y="249"/>
                    </a:lnTo>
                    <a:cubicBezTo>
                      <a:pt x="2077" y="250"/>
                      <a:pt x="2076" y="252"/>
                      <a:pt x="2075" y="254"/>
                    </a:cubicBezTo>
                    <a:cubicBezTo>
                      <a:pt x="2074" y="256"/>
                      <a:pt x="2073" y="257"/>
                      <a:pt x="2072" y="259"/>
                    </a:cubicBezTo>
                    <a:cubicBezTo>
                      <a:pt x="2071" y="261"/>
                      <a:pt x="2071" y="263"/>
                      <a:pt x="2070" y="265"/>
                    </a:cubicBezTo>
                    <a:cubicBezTo>
                      <a:pt x="2070" y="268"/>
                      <a:pt x="2070" y="269"/>
                      <a:pt x="2070" y="272"/>
                    </a:cubicBezTo>
                    <a:cubicBezTo>
                      <a:pt x="2070" y="276"/>
                      <a:pt x="2070" y="279"/>
                      <a:pt x="2070" y="281"/>
                    </a:cubicBezTo>
                    <a:cubicBezTo>
                      <a:pt x="2071" y="283"/>
                      <a:pt x="2072" y="284"/>
                      <a:pt x="2073" y="286"/>
                    </a:cubicBezTo>
                    <a:cubicBezTo>
                      <a:pt x="2074" y="287"/>
                      <a:pt x="2076" y="288"/>
                      <a:pt x="2077" y="288"/>
                    </a:cubicBezTo>
                    <a:cubicBezTo>
                      <a:pt x="2079" y="289"/>
                      <a:pt x="2081" y="289"/>
                      <a:pt x="2083" y="289"/>
                    </a:cubicBezTo>
                    <a:lnTo>
                      <a:pt x="2241" y="289"/>
                    </a:lnTo>
                    <a:cubicBezTo>
                      <a:pt x="2242" y="289"/>
                      <a:pt x="2243" y="289"/>
                      <a:pt x="2244" y="288"/>
                    </a:cubicBezTo>
                    <a:cubicBezTo>
                      <a:pt x="2245" y="288"/>
                      <a:pt x="2246" y="286"/>
                      <a:pt x="2247" y="285"/>
                    </a:cubicBezTo>
                    <a:cubicBezTo>
                      <a:pt x="2247" y="283"/>
                      <a:pt x="2247" y="282"/>
                      <a:pt x="2248" y="280"/>
                    </a:cubicBezTo>
                    <a:cubicBezTo>
                      <a:pt x="2248" y="278"/>
                      <a:pt x="2248" y="276"/>
                      <a:pt x="2248" y="273"/>
                    </a:cubicBezTo>
                    <a:cubicBezTo>
                      <a:pt x="2248" y="271"/>
                      <a:pt x="2248" y="268"/>
                      <a:pt x="2248" y="266"/>
                    </a:cubicBezTo>
                    <a:cubicBezTo>
                      <a:pt x="2247" y="264"/>
                      <a:pt x="2247" y="262"/>
                      <a:pt x="2246" y="261"/>
                    </a:cubicBezTo>
                    <a:cubicBezTo>
                      <a:pt x="2245" y="260"/>
                      <a:pt x="2244" y="259"/>
                      <a:pt x="2243" y="258"/>
                    </a:cubicBezTo>
                    <a:cubicBezTo>
                      <a:pt x="2242" y="258"/>
                      <a:pt x="2241" y="257"/>
                      <a:pt x="2240" y="257"/>
                    </a:cubicBezTo>
                    <a:lnTo>
                      <a:pt x="2116" y="257"/>
                    </a:lnTo>
                    <a:lnTo>
                      <a:pt x="2161" y="210"/>
                    </a:lnTo>
                    <a:cubicBezTo>
                      <a:pt x="2177" y="193"/>
                      <a:pt x="2190" y="179"/>
                      <a:pt x="2200" y="166"/>
                    </a:cubicBezTo>
                    <a:cubicBezTo>
                      <a:pt x="2210" y="153"/>
                      <a:pt x="2218" y="141"/>
                      <a:pt x="2223" y="130"/>
                    </a:cubicBezTo>
                    <a:cubicBezTo>
                      <a:pt x="2228" y="120"/>
                      <a:pt x="2232" y="110"/>
                      <a:pt x="2233" y="101"/>
                    </a:cubicBezTo>
                    <a:cubicBezTo>
                      <a:pt x="2235" y="92"/>
                      <a:pt x="2235" y="83"/>
                      <a:pt x="2235" y="74"/>
                    </a:cubicBezTo>
                    <a:cubicBezTo>
                      <a:pt x="2235" y="64"/>
                      <a:pt x="2234" y="54"/>
                      <a:pt x="2231" y="45"/>
                    </a:cubicBezTo>
                    <a:cubicBezTo>
                      <a:pt x="2227" y="36"/>
                      <a:pt x="2222" y="29"/>
                      <a:pt x="2215" y="22"/>
                    </a:cubicBezTo>
                    <a:cubicBezTo>
                      <a:pt x="2208" y="15"/>
                      <a:pt x="2200" y="9"/>
                      <a:pt x="2189" y="5"/>
                    </a:cubicBezTo>
                    <a:cubicBezTo>
                      <a:pt x="2179" y="1"/>
                      <a:pt x="2167" y="0"/>
                      <a:pt x="2153" y="0"/>
                    </a:cubicBezTo>
                    <a:close/>
                    <a:moveTo>
                      <a:pt x="2388" y="0"/>
                    </a:moveTo>
                    <a:cubicBezTo>
                      <a:pt x="2371" y="0"/>
                      <a:pt x="2357" y="3"/>
                      <a:pt x="2345" y="8"/>
                    </a:cubicBezTo>
                    <a:cubicBezTo>
                      <a:pt x="2333" y="13"/>
                      <a:pt x="2322" y="19"/>
                      <a:pt x="2315" y="28"/>
                    </a:cubicBezTo>
                    <a:cubicBezTo>
                      <a:pt x="2307" y="37"/>
                      <a:pt x="2302" y="47"/>
                      <a:pt x="2298" y="58"/>
                    </a:cubicBezTo>
                    <a:cubicBezTo>
                      <a:pt x="2294" y="69"/>
                      <a:pt x="2293" y="82"/>
                      <a:pt x="2293" y="94"/>
                    </a:cubicBezTo>
                    <a:cubicBezTo>
                      <a:pt x="2293" y="106"/>
                      <a:pt x="2293" y="117"/>
                      <a:pt x="2296" y="128"/>
                    </a:cubicBezTo>
                    <a:cubicBezTo>
                      <a:pt x="2299" y="138"/>
                      <a:pt x="2304" y="148"/>
                      <a:pt x="2310" y="155"/>
                    </a:cubicBezTo>
                    <a:cubicBezTo>
                      <a:pt x="2317" y="163"/>
                      <a:pt x="2326" y="168"/>
                      <a:pt x="2337" y="173"/>
                    </a:cubicBezTo>
                    <a:cubicBezTo>
                      <a:pt x="2347" y="177"/>
                      <a:pt x="2360" y="179"/>
                      <a:pt x="2376" y="179"/>
                    </a:cubicBezTo>
                    <a:cubicBezTo>
                      <a:pt x="2390" y="179"/>
                      <a:pt x="2403" y="177"/>
                      <a:pt x="2414" y="174"/>
                    </a:cubicBezTo>
                    <a:cubicBezTo>
                      <a:pt x="2425" y="170"/>
                      <a:pt x="2435" y="166"/>
                      <a:pt x="2443" y="161"/>
                    </a:cubicBezTo>
                    <a:cubicBezTo>
                      <a:pt x="2442" y="175"/>
                      <a:pt x="2440" y="188"/>
                      <a:pt x="2437" y="200"/>
                    </a:cubicBezTo>
                    <a:cubicBezTo>
                      <a:pt x="2434" y="212"/>
                      <a:pt x="2429" y="223"/>
                      <a:pt x="2422" y="233"/>
                    </a:cubicBezTo>
                    <a:cubicBezTo>
                      <a:pt x="2416" y="242"/>
                      <a:pt x="2408" y="249"/>
                      <a:pt x="2398" y="255"/>
                    </a:cubicBezTo>
                    <a:cubicBezTo>
                      <a:pt x="2387" y="260"/>
                      <a:pt x="2375" y="263"/>
                      <a:pt x="2360" y="263"/>
                    </a:cubicBezTo>
                    <a:cubicBezTo>
                      <a:pt x="2353" y="263"/>
                      <a:pt x="2346" y="262"/>
                      <a:pt x="2340" y="261"/>
                    </a:cubicBezTo>
                    <a:cubicBezTo>
                      <a:pt x="2334" y="260"/>
                      <a:pt x="2329" y="259"/>
                      <a:pt x="2324" y="257"/>
                    </a:cubicBezTo>
                    <a:cubicBezTo>
                      <a:pt x="2320" y="256"/>
                      <a:pt x="2317" y="255"/>
                      <a:pt x="2314" y="254"/>
                    </a:cubicBezTo>
                    <a:cubicBezTo>
                      <a:pt x="2311" y="253"/>
                      <a:pt x="2308" y="252"/>
                      <a:pt x="2307" y="252"/>
                    </a:cubicBezTo>
                    <a:cubicBezTo>
                      <a:pt x="2306" y="252"/>
                      <a:pt x="2304" y="253"/>
                      <a:pt x="2303" y="253"/>
                    </a:cubicBezTo>
                    <a:cubicBezTo>
                      <a:pt x="2302" y="253"/>
                      <a:pt x="2302" y="254"/>
                      <a:pt x="2301" y="255"/>
                    </a:cubicBezTo>
                    <a:cubicBezTo>
                      <a:pt x="2301" y="256"/>
                      <a:pt x="2301" y="257"/>
                      <a:pt x="2301" y="259"/>
                    </a:cubicBezTo>
                    <a:cubicBezTo>
                      <a:pt x="2300" y="261"/>
                      <a:pt x="2301" y="264"/>
                      <a:pt x="2301" y="267"/>
                    </a:cubicBezTo>
                    <a:cubicBezTo>
                      <a:pt x="2301" y="271"/>
                      <a:pt x="2301" y="274"/>
                      <a:pt x="2301" y="276"/>
                    </a:cubicBezTo>
                    <a:cubicBezTo>
                      <a:pt x="2302" y="278"/>
                      <a:pt x="2303" y="280"/>
                      <a:pt x="2305" y="281"/>
                    </a:cubicBezTo>
                    <a:cubicBezTo>
                      <a:pt x="2306" y="283"/>
                      <a:pt x="2309" y="284"/>
                      <a:pt x="2312" y="286"/>
                    </a:cubicBezTo>
                    <a:cubicBezTo>
                      <a:pt x="2315" y="287"/>
                      <a:pt x="2319" y="288"/>
                      <a:pt x="2323" y="289"/>
                    </a:cubicBezTo>
                    <a:cubicBezTo>
                      <a:pt x="2328" y="290"/>
                      <a:pt x="2333" y="291"/>
                      <a:pt x="2339" y="292"/>
                    </a:cubicBezTo>
                    <a:cubicBezTo>
                      <a:pt x="2345" y="293"/>
                      <a:pt x="2352" y="294"/>
                      <a:pt x="2358" y="294"/>
                    </a:cubicBezTo>
                    <a:cubicBezTo>
                      <a:pt x="2374" y="294"/>
                      <a:pt x="2389" y="291"/>
                      <a:pt x="2401" y="286"/>
                    </a:cubicBezTo>
                    <a:cubicBezTo>
                      <a:pt x="2413" y="282"/>
                      <a:pt x="2425" y="276"/>
                      <a:pt x="2434" y="269"/>
                    </a:cubicBezTo>
                    <a:cubicBezTo>
                      <a:pt x="2443" y="261"/>
                      <a:pt x="2450" y="253"/>
                      <a:pt x="2456" y="242"/>
                    </a:cubicBezTo>
                    <a:cubicBezTo>
                      <a:pt x="2462" y="232"/>
                      <a:pt x="2467" y="221"/>
                      <a:pt x="2471" y="209"/>
                    </a:cubicBezTo>
                    <a:cubicBezTo>
                      <a:pt x="2474" y="197"/>
                      <a:pt x="2476" y="185"/>
                      <a:pt x="2478" y="173"/>
                    </a:cubicBezTo>
                    <a:cubicBezTo>
                      <a:pt x="2479" y="160"/>
                      <a:pt x="2480" y="148"/>
                      <a:pt x="2480" y="136"/>
                    </a:cubicBezTo>
                    <a:cubicBezTo>
                      <a:pt x="2480" y="123"/>
                      <a:pt x="2479" y="110"/>
                      <a:pt x="2478" y="98"/>
                    </a:cubicBezTo>
                    <a:cubicBezTo>
                      <a:pt x="2477" y="86"/>
                      <a:pt x="2474" y="75"/>
                      <a:pt x="2472" y="65"/>
                    </a:cubicBezTo>
                    <a:cubicBezTo>
                      <a:pt x="2469" y="55"/>
                      <a:pt x="2466" y="46"/>
                      <a:pt x="2461" y="38"/>
                    </a:cubicBezTo>
                    <a:cubicBezTo>
                      <a:pt x="2456" y="30"/>
                      <a:pt x="2450" y="23"/>
                      <a:pt x="2443" y="17"/>
                    </a:cubicBezTo>
                    <a:cubicBezTo>
                      <a:pt x="2437" y="12"/>
                      <a:pt x="2429" y="7"/>
                      <a:pt x="2420" y="4"/>
                    </a:cubicBezTo>
                    <a:cubicBezTo>
                      <a:pt x="2410" y="1"/>
                      <a:pt x="2400" y="0"/>
                      <a:pt x="2388" y="0"/>
                    </a:cubicBezTo>
                    <a:close/>
                    <a:moveTo>
                      <a:pt x="3185" y="0"/>
                    </a:moveTo>
                    <a:cubicBezTo>
                      <a:pt x="3176" y="0"/>
                      <a:pt x="3167" y="1"/>
                      <a:pt x="3159" y="2"/>
                    </a:cubicBezTo>
                    <a:cubicBezTo>
                      <a:pt x="3150" y="4"/>
                      <a:pt x="3144" y="6"/>
                      <a:pt x="3137" y="9"/>
                    </a:cubicBezTo>
                    <a:cubicBezTo>
                      <a:pt x="3131" y="11"/>
                      <a:pt x="3126" y="14"/>
                      <a:pt x="3122" y="17"/>
                    </a:cubicBezTo>
                    <a:cubicBezTo>
                      <a:pt x="3117" y="19"/>
                      <a:pt x="3114" y="21"/>
                      <a:pt x="3113" y="23"/>
                    </a:cubicBezTo>
                    <a:cubicBezTo>
                      <a:pt x="3111" y="24"/>
                      <a:pt x="3111" y="25"/>
                      <a:pt x="3110" y="26"/>
                    </a:cubicBezTo>
                    <a:cubicBezTo>
                      <a:pt x="3110" y="27"/>
                      <a:pt x="3109" y="29"/>
                      <a:pt x="3108" y="30"/>
                    </a:cubicBezTo>
                    <a:cubicBezTo>
                      <a:pt x="3108" y="31"/>
                      <a:pt x="3108" y="33"/>
                      <a:pt x="3108" y="34"/>
                    </a:cubicBezTo>
                    <a:cubicBezTo>
                      <a:pt x="3107" y="36"/>
                      <a:pt x="3108" y="38"/>
                      <a:pt x="3108" y="40"/>
                    </a:cubicBezTo>
                    <a:cubicBezTo>
                      <a:pt x="3108" y="44"/>
                      <a:pt x="3107" y="45"/>
                      <a:pt x="3108" y="47"/>
                    </a:cubicBezTo>
                    <a:cubicBezTo>
                      <a:pt x="3108" y="49"/>
                      <a:pt x="3109" y="52"/>
                      <a:pt x="3109" y="53"/>
                    </a:cubicBezTo>
                    <a:cubicBezTo>
                      <a:pt x="3110" y="54"/>
                      <a:pt x="3110" y="54"/>
                      <a:pt x="3111" y="55"/>
                    </a:cubicBezTo>
                    <a:cubicBezTo>
                      <a:pt x="3112" y="55"/>
                      <a:pt x="3113" y="55"/>
                      <a:pt x="3114" y="55"/>
                    </a:cubicBezTo>
                    <a:cubicBezTo>
                      <a:pt x="3115" y="55"/>
                      <a:pt x="3118" y="54"/>
                      <a:pt x="3122" y="51"/>
                    </a:cubicBezTo>
                    <a:cubicBezTo>
                      <a:pt x="3125" y="48"/>
                      <a:pt x="3130" y="46"/>
                      <a:pt x="3136" y="43"/>
                    </a:cubicBezTo>
                    <a:cubicBezTo>
                      <a:pt x="3141" y="40"/>
                      <a:pt x="3147" y="38"/>
                      <a:pt x="3154" y="35"/>
                    </a:cubicBezTo>
                    <a:cubicBezTo>
                      <a:pt x="3161" y="33"/>
                      <a:pt x="3170" y="31"/>
                      <a:pt x="3178" y="31"/>
                    </a:cubicBezTo>
                    <a:cubicBezTo>
                      <a:pt x="3186" y="31"/>
                      <a:pt x="3192" y="32"/>
                      <a:pt x="3198" y="34"/>
                    </a:cubicBezTo>
                    <a:cubicBezTo>
                      <a:pt x="3204" y="37"/>
                      <a:pt x="3210" y="40"/>
                      <a:pt x="3213" y="44"/>
                    </a:cubicBezTo>
                    <a:cubicBezTo>
                      <a:pt x="3217" y="48"/>
                      <a:pt x="3220" y="53"/>
                      <a:pt x="3222" y="58"/>
                    </a:cubicBezTo>
                    <a:cubicBezTo>
                      <a:pt x="3224" y="63"/>
                      <a:pt x="3225" y="69"/>
                      <a:pt x="3225" y="75"/>
                    </a:cubicBezTo>
                    <a:cubicBezTo>
                      <a:pt x="3225" y="83"/>
                      <a:pt x="3223" y="90"/>
                      <a:pt x="3220" y="97"/>
                    </a:cubicBezTo>
                    <a:cubicBezTo>
                      <a:pt x="3218" y="103"/>
                      <a:pt x="3213" y="109"/>
                      <a:pt x="3208" y="114"/>
                    </a:cubicBezTo>
                    <a:cubicBezTo>
                      <a:pt x="3203" y="118"/>
                      <a:pt x="3196" y="122"/>
                      <a:pt x="3189" y="124"/>
                    </a:cubicBezTo>
                    <a:cubicBezTo>
                      <a:pt x="3181" y="127"/>
                      <a:pt x="3172" y="128"/>
                      <a:pt x="3162" y="128"/>
                    </a:cubicBezTo>
                    <a:lnTo>
                      <a:pt x="3137" y="128"/>
                    </a:lnTo>
                    <a:cubicBezTo>
                      <a:pt x="3136" y="128"/>
                      <a:pt x="3135" y="128"/>
                      <a:pt x="3134" y="129"/>
                    </a:cubicBezTo>
                    <a:cubicBezTo>
                      <a:pt x="3133" y="129"/>
                      <a:pt x="3132" y="130"/>
                      <a:pt x="3131" y="131"/>
                    </a:cubicBezTo>
                    <a:cubicBezTo>
                      <a:pt x="3131" y="132"/>
                      <a:pt x="3130" y="134"/>
                      <a:pt x="3130" y="136"/>
                    </a:cubicBezTo>
                    <a:cubicBezTo>
                      <a:pt x="3129" y="138"/>
                      <a:pt x="3129" y="140"/>
                      <a:pt x="3129" y="143"/>
                    </a:cubicBezTo>
                    <a:cubicBezTo>
                      <a:pt x="3129" y="146"/>
                      <a:pt x="3129" y="148"/>
                      <a:pt x="3130" y="150"/>
                    </a:cubicBezTo>
                    <a:cubicBezTo>
                      <a:pt x="3130" y="152"/>
                      <a:pt x="3131" y="154"/>
                      <a:pt x="3131" y="155"/>
                    </a:cubicBezTo>
                    <a:cubicBezTo>
                      <a:pt x="3132" y="156"/>
                      <a:pt x="3133" y="156"/>
                      <a:pt x="3134" y="157"/>
                    </a:cubicBezTo>
                    <a:cubicBezTo>
                      <a:pt x="3135" y="157"/>
                      <a:pt x="3136" y="158"/>
                      <a:pt x="3137" y="158"/>
                    </a:cubicBezTo>
                    <a:lnTo>
                      <a:pt x="3165" y="158"/>
                    </a:lnTo>
                    <a:cubicBezTo>
                      <a:pt x="3176" y="158"/>
                      <a:pt x="3186" y="160"/>
                      <a:pt x="3195" y="162"/>
                    </a:cubicBezTo>
                    <a:cubicBezTo>
                      <a:pt x="3204" y="165"/>
                      <a:pt x="3212" y="168"/>
                      <a:pt x="3218" y="173"/>
                    </a:cubicBezTo>
                    <a:cubicBezTo>
                      <a:pt x="3224" y="177"/>
                      <a:pt x="3228" y="183"/>
                      <a:pt x="3231" y="189"/>
                    </a:cubicBezTo>
                    <a:cubicBezTo>
                      <a:pt x="3234" y="196"/>
                      <a:pt x="3236" y="203"/>
                      <a:pt x="3236" y="212"/>
                    </a:cubicBezTo>
                    <a:cubicBezTo>
                      <a:pt x="3236" y="219"/>
                      <a:pt x="3235" y="226"/>
                      <a:pt x="3233" y="232"/>
                    </a:cubicBezTo>
                    <a:cubicBezTo>
                      <a:pt x="3230" y="238"/>
                      <a:pt x="3226" y="243"/>
                      <a:pt x="3221" y="248"/>
                    </a:cubicBezTo>
                    <a:cubicBezTo>
                      <a:pt x="3216" y="252"/>
                      <a:pt x="3210" y="256"/>
                      <a:pt x="3203" y="258"/>
                    </a:cubicBezTo>
                    <a:cubicBezTo>
                      <a:pt x="3195" y="261"/>
                      <a:pt x="3187" y="262"/>
                      <a:pt x="3177" y="262"/>
                    </a:cubicBezTo>
                    <a:cubicBezTo>
                      <a:pt x="3167" y="262"/>
                      <a:pt x="3158" y="261"/>
                      <a:pt x="3150" y="258"/>
                    </a:cubicBezTo>
                    <a:cubicBezTo>
                      <a:pt x="3142" y="256"/>
                      <a:pt x="3135" y="254"/>
                      <a:pt x="3129" y="251"/>
                    </a:cubicBezTo>
                    <a:cubicBezTo>
                      <a:pt x="3123" y="248"/>
                      <a:pt x="3118" y="246"/>
                      <a:pt x="3114" y="243"/>
                    </a:cubicBezTo>
                    <a:cubicBezTo>
                      <a:pt x="3110" y="241"/>
                      <a:pt x="3107" y="240"/>
                      <a:pt x="3106" y="240"/>
                    </a:cubicBezTo>
                    <a:cubicBezTo>
                      <a:pt x="3104" y="240"/>
                      <a:pt x="3102" y="241"/>
                      <a:pt x="3101" y="243"/>
                    </a:cubicBezTo>
                    <a:cubicBezTo>
                      <a:pt x="3100" y="245"/>
                      <a:pt x="3100" y="249"/>
                      <a:pt x="3100" y="254"/>
                    </a:cubicBezTo>
                    <a:cubicBezTo>
                      <a:pt x="3100" y="257"/>
                      <a:pt x="3099" y="260"/>
                      <a:pt x="3100" y="262"/>
                    </a:cubicBezTo>
                    <a:cubicBezTo>
                      <a:pt x="3100" y="264"/>
                      <a:pt x="3101" y="266"/>
                      <a:pt x="3101" y="267"/>
                    </a:cubicBezTo>
                    <a:cubicBezTo>
                      <a:pt x="3102" y="269"/>
                      <a:pt x="3102" y="270"/>
                      <a:pt x="3102" y="271"/>
                    </a:cubicBezTo>
                    <a:cubicBezTo>
                      <a:pt x="3103" y="272"/>
                      <a:pt x="3104" y="273"/>
                      <a:pt x="3105" y="274"/>
                    </a:cubicBezTo>
                    <a:cubicBezTo>
                      <a:pt x="3106" y="275"/>
                      <a:pt x="3109" y="276"/>
                      <a:pt x="3113" y="279"/>
                    </a:cubicBezTo>
                    <a:cubicBezTo>
                      <a:pt x="3117" y="281"/>
                      <a:pt x="3123" y="283"/>
                      <a:pt x="3130" y="286"/>
                    </a:cubicBezTo>
                    <a:cubicBezTo>
                      <a:pt x="3136" y="288"/>
                      <a:pt x="3143" y="289"/>
                      <a:pt x="3152" y="291"/>
                    </a:cubicBezTo>
                    <a:cubicBezTo>
                      <a:pt x="3160" y="292"/>
                      <a:pt x="3169" y="294"/>
                      <a:pt x="3178" y="294"/>
                    </a:cubicBezTo>
                    <a:cubicBezTo>
                      <a:pt x="3194" y="294"/>
                      <a:pt x="3208" y="291"/>
                      <a:pt x="3220" y="287"/>
                    </a:cubicBezTo>
                    <a:cubicBezTo>
                      <a:pt x="3233" y="283"/>
                      <a:pt x="3244" y="277"/>
                      <a:pt x="3252" y="270"/>
                    </a:cubicBezTo>
                    <a:cubicBezTo>
                      <a:pt x="3261" y="262"/>
                      <a:pt x="3267" y="254"/>
                      <a:pt x="3272" y="243"/>
                    </a:cubicBezTo>
                    <a:cubicBezTo>
                      <a:pt x="3276" y="233"/>
                      <a:pt x="3279" y="221"/>
                      <a:pt x="3279" y="208"/>
                    </a:cubicBezTo>
                    <a:cubicBezTo>
                      <a:pt x="3279" y="199"/>
                      <a:pt x="3277" y="190"/>
                      <a:pt x="3273" y="182"/>
                    </a:cubicBezTo>
                    <a:cubicBezTo>
                      <a:pt x="3270" y="175"/>
                      <a:pt x="3266" y="168"/>
                      <a:pt x="3260" y="162"/>
                    </a:cubicBezTo>
                    <a:cubicBezTo>
                      <a:pt x="3254" y="156"/>
                      <a:pt x="3247" y="151"/>
                      <a:pt x="3239" y="147"/>
                    </a:cubicBezTo>
                    <a:cubicBezTo>
                      <a:pt x="3231" y="143"/>
                      <a:pt x="3221" y="141"/>
                      <a:pt x="3212" y="140"/>
                    </a:cubicBezTo>
                    <a:lnTo>
                      <a:pt x="3212" y="139"/>
                    </a:lnTo>
                    <a:cubicBezTo>
                      <a:pt x="3220" y="138"/>
                      <a:pt x="3228" y="135"/>
                      <a:pt x="3235" y="130"/>
                    </a:cubicBezTo>
                    <a:cubicBezTo>
                      <a:pt x="3241" y="126"/>
                      <a:pt x="3247" y="121"/>
                      <a:pt x="3251" y="115"/>
                    </a:cubicBezTo>
                    <a:cubicBezTo>
                      <a:pt x="3256" y="109"/>
                      <a:pt x="3259" y="103"/>
                      <a:pt x="3262" y="95"/>
                    </a:cubicBezTo>
                    <a:cubicBezTo>
                      <a:pt x="3264" y="87"/>
                      <a:pt x="3265" y="78"/>
                      <a:pt x="3265" y="70"/>
                    </a:cubicBezTo>
                    <a:cubicBezTo>
                      <a:pt x="3265" y="59"/>
                      <a:pt x="3263" y="50"/>
                      <a:pt x="3260" y="41"/>
                    </a:cubicBezTo>
                    <a:cubicBezTo>
                      <a:pt x="3257" y="33"/>
                      <a:pt x="3252" y="25"/>
                      <a:pt x="3245" y="19"/>
                    </a:cubicBezTo>
                    <a:cubicBezTo>
                      <a:pt x="3238" y="13"/>
                      <a:pt x="3230" y="9"/>
                      <a:pt x="3220" y="5"/>
                    </a:cubicBezTo>
                    <a:cubicBezTo>
                      <a:pt x="3210" y="2"/>
                      <a:pt x="3198" y="0"/>
                      <a:pt x="3185" y="0"/>
                    </a:cubicBezTo>
                    <a:close/>
                    <a:moveTo>
                      <a:pt x="3423" y="0"/>
                    </a:moveTo>
                    <a:cubicBezTo>
                      <a:pt x="3404" y="0"/>
                      <a:pt x="3389" y="3"/>
                      <a:pt x="3376" y="10"/>
                    </a:cubicBezTo>
                    <a:cubicBezTo>
                      <a:pt x="3363" y="18"/>
                      <a:pt x="3353" y="27"/>
                      <a:pt x="3345" y="40"/>
                    </a:cubicBezTo>
                    <a:cubicBezTo>
                      <a:pt x="3337" y="53"/>
                      <a:pt x="3331" y="69"/>
                      <a:pt x="3327" y="87"/>
                    </a:cubicBezTo>
                    <a:cubicBezTo>
                      <a:pt x="3324" y="105"/>
                      <a:pt x="3322" y="125"/>
                      <a:pt x="3322" y="147"/>
                    </a:cubicBezTo>
                    <a:cubicBezTo>
                      <a:pt x="3322" y="171"/>
                      <a:pt x="3324" y="192"/>
                      <a:pt x="3327" y="210"/>
                    </a:cubicBezTo>
                    <a:cubicBezTo>
                      <a:pt x="3330" y="228"/>
                      <a:pt x="3335" y="243"/>
                      <a:pt x="3343" y="256"/>
                    </a:cubicBezTo>
                    <a:cubicBezTo>
                      <a:pt x="3350" y="268"/>
                      <a:pt x="3360" y="277"/>
                      <a:pt x="3372" y="284"/>
                    </a:cubicBezTo>
                    <a:cubicBezTo>
                      <a:pt x="3384" y="290"/>
                      <a:pt x="3400" y="294"/>
                      <a:pt x="3418" y="294"/>
                    </a:cubicBezTo>
                    <a:cubicBezTo>
                      <a:pt x="3437" y="294"/>
                      <a:pt x="3453" y="290"/>
                      <a:pt x="3466" y="283"/>
                    </a:cubicBezTo>
                    <a:cubicBezTo>
                      <a:pt x="3479" y="276"/>
                      <a:pt x="3489" y="265"/>
                      <a:pt x="3497" y="252"/>
                    </a:cubicBezTo>
                    <a:cubicBezTo>
                      <a:pt x="3505" y="239"/>
                      <a:pt x="3511" y="224"/>
                      <a:pt x="3514" y="206"/>
                    </a:cubicBezTo>
                    <a:cubicBezTo>
                      <a:pt x="3518" y="188"/>
                      <a:pt x="3519" y="168"/>
                      <a:pt x="3519" y="146"/>
                    </a:cubicBezTo>
                    <a:cubicBezTo>
                      <a:pt x="3519" y="123"/>
                      <a:pt x="3518" y="102"/>
                      <a:pt x="3515" y="84"/>
                    </a:cubicBezTo>
                    <a:cubicBezTo>
                      <a:pt x="3512" y="65"/>
                      <a:pt x="3507" y="50"/>
                      <a:pt x="3499" y="38"/>
                    </a:cubicBezTo>
                    <a:cubicBezTo>
                      <a:pt x="3492" y="25"/>
                      <a:pt x="3481" y="16"/>
                      <a:pt x="3469" y="10"/>
                    </a:cubicBezTo>
                    <a:cubicBezTo>
                      <a:pt x="3457" y="3"/>
                      <a:pt x="3441" y="0"/>
                      <a:pt x="3423" y="0"/>
                    </a:cubicBezTo>
                    <a:close/>
                    <a:moveTo>
                      <a:pt x="4224" y="0"/>
                    </a:moveTo>
                    <a:cubicBezTo>
                      <a:pt x="4215" y="0"/>
                      <a:pt x="4206" y="1"/>
                      <a:pt x="4198" y="2"/>
                    </a:cubicBezTo>
                    <a:cubicBezTo>
                      <a:pt x="4189" y="4"/>
                      <a:pt x="4183" y="6"/>
                      <a:pt x="4176" y="9"/>
                    </a:cubicBezTo>
                    <a:cubicBezTo>
                      <a:pt x="4170" y="11"/>
                      <a:pt x="4165" y="14"/>
                      <a:pt x="4161" y="17"/>
                    </a:cubicBezTo>
                    <a:cubicBezTo>
                      <a:pt x="4156" y="19"/>
                      <a:pt x="4153" y="21"/>
                      <a:pt x="4152" y="23"/>
                    </a:cubicBezTo>
                    <a:cubicBezTo>
                      <a:pt x="4150" y="24"/>
                      <a:pt x="4150" y="25"/>
                      <a:pt x="4149" y="26"/>
                    </a:cubicBezTo>
                    <a:cubicBezTo>
                      <a:pt x="4148" y="27"/>
                      <a:pt x="4148" y="29"/>
                      <a:pt x="4147" y="30"/>
                    </a:cubicBezTo>
                    <a:cubicBezTo>
                      <a:pt x="4147" y="31"/>
                      <a:pt x="4147" y="33"/>
                      <a:pt x="4146" y="34"/>
                    </a:cubicBezTo>
                    <a:cubicBezTo>
                      <a:pt x="4146" y="36"/>
                      <a:pt x="4146" y="38"/>
                      <a:pt x="4146" y="40"/>
                    </a:cubicBezTo>
                    <a:cubicBezTo>
                      <a:pt x="4146" y="44"/>
                      <a:pt x="4146" y="45"/>
                      <a:pt x="4146" y="47"/>
                    </a:cubicBezTo>
                    <a:cubicBezTo>
                      <a:pt x="4147" y="49"/>
                      <a:pt x="4148" y="52"/>
                      <a:pt x="4148" y="53"/>
                    </a:cubicBezTo>
                    <a:cubicBezTo>
                      <a:pt x="4149" y="54"/>
                      <a:pt x="4149" y="54"/>
                      <a:pt x="4150" y="55"/>
                    </a:cubicBezTo>
                    <a:cubicBezTo>
                      <a:pt x="4151" y="55"/>
                      <a:pt x="4152" y="55"/>
                      <a:pt x="4153" y="55"/>
                    </a:cubicBezTo>
                    <a:cubicBezTo>
                      <a:pt x="4154" y="55"/>
                      <a:pt x="4157" y="54"/>
                      <a:pt x="4161" y="51"/>
                    </a:cubicBezTo>
                    <a:cubicBezTo>
                      <a:pt x="4164" y="48"/>
                      <a:pt x="4169" y="46"/>
                      <a:pt x="4175" y="43"/>
                    </a:cubicBezTo>
                    <a:cubicBezTo>
                      <a:pt x="4180" y="40"/>
                      <a:pt x="4186" y="38"/>
                      <a:pt x="4193" y="35"/>
                    </a:cubicBezTo>
                    <a:cubicBezTo>
                      <a:pt x="4200" y="33"/>
                      <a:pt x="4208" y="31"/>
                      <a:pt x="4217" y="31"/>
                    </a:cubicBezTo>
                    <a:cubicBezTo>
                      <a:pt x="4225" y="31"/>
                      <a:pt x="4231" y="32"/>
                      <a:pt x="4237" y="34"/>
                    </a:cubicBezTo>
                    <a:cubicBezTo>
                      <a:pt x="4243" y="37"/>
                      <a:pt x="4248" y="40"/>
                      <a:pt x="4252" y="44"/>
                    </a:cubicBezTo>
                    <a:cubicBezTo>
                      <a:pt x="4256" y="48"/>
                      <a:pt x="4259" y="53"/>
                      <a:pt x="4261" y="58"/>
                    </a:cubicBezTo>
                    <a:cubicBezTo>
                      <a:pt x="4263" y="63"/>
                      <a:pt x="4264" y="69"/>
                      <a:pt x="4264" y="75"/>
                    </a:cubicBezTo>
                    <a:cubicBezTo>
                      <a:pt x="4264" y="83"/>
                      <a:pt x="4262" y="90"/>
                      <a:pt x="4259" y="97"/>
                    </a:cubicBezTo>
                    <a:cubicBezTo>
                      <a:pt x="4256" y="103"/>
                      <a:pt x="4252" y="109"/>
                      <a:pt x="4247" y="114"/>
                    </a:cubicBezTo>
                    <a:cubicBezTo>
                      <a:pt x="4242" y="118"/>
                      <a:pt x="4235" y="122"/>
                      <a:pt x="4228" y="124"/>
                    </a:cubicBezTo>
                    <a:cubicBezTo>
                      <a:pt x="4220" y="127"/>
                      <a:pt x="4211" y="128"/>
                      <a:pt x="4201" y="128"/>
                    </a:cubicBezTo>
                    <a:lnTo>
                      <a:pt x="4176" y="128"/>
                    </a:lnTo>
                    <a:cubicBezTo>
                      <a:pt x="4175" y="128"/>
                      <a:pt x="4174" y="128"/>
                      <a:pt x="4173" y="129"/>
                    </a:cubicBezTo>
                    <a:cubicBezTo>
                      <a:pt x="4172" y="129"/>
                      <a:pt x="4171" y="130"/>
                      <a:pt x="4170" y="131"/>
                    </a:cubicBezTo>
                    <a:cubicBezTo>
                      <a:pt x="4169" y="132"/>
                      <a:pt x="4169" y="134"/>
                      <a:pt x="4168" y="136"/>
                    </a:cubicBezTo>
                    <a:cubicBezTo>
                      <a:pt x="4168" y="138"/>
                      <a:pt x="4168" y="140"/>
                      <a:pt x="4168" y="143"/>
                    </a:cubicBezTo>
                    <a:cubicBezTo>
                      <a:pt x="4168" y="146"/>
                      <a:pt x="4168" y="148"/>
                      <a:pt x="4168" y="150"/>
                    </a:cubicBezTo>
                    <a:cubicBezTo>
                      <a:pt x="4169" y="152"/>
                      <a:pt x="4169" y="154"/>
                      <a:pt x="4170" y="155"/>
                    </a:cubicBezTo>
                    <a:cubicBezTo>
                      <a:pt x="4171" y="156"/>
                      <a:pt x="4172" y="156"/>
                      <a:pt x="4173" y="157"/>
                    </a:cubicBezTo>
                    <a:cubicBezTo>
                      <a:pt x="4174" y="157"/>
                      <a:pt x="4175" y="158"/>
                      <a:pt x="4176" y="158"/>
                    </a:cubicBezTo>
                    <a:lnTo>
                      <a:pt x="4204" y="158"/>
                    </a:lnTo>
                    <a:cubicBezTo>
                      <a:pt x="4215" y="158"/>
                      <a:pt x="4225" y="160"/>
                      <a:pt x="4234" y="162"/>
                    </a:cubicBezTo>
                    <a:cubicBezTo>
                      <a:pt x="4243" y="165"/>
                      <a:pt x="4251" y="168"/>
                      <a:pt x="4257" y="173"/>
                    </a:cubicBezTo>
                    <a:cubicBezTo>
                      <a:pt x="4263" y="177"/>
                      <a:pt x="4267" y="183"/>
                      <a:pt x="4270" y="189"/>
                    </a:cubicBezTo>
                    <a:cubicBezTo>
                      <a:pt x="4273" y="196"/>
                      <a:pt x="4275" y="203"/>
                      <a:pt x="4275" y="212"/>
                    </a:cubicBezTo>
                    <a:cubicBezTo>
                      <a:pt x="4275" y="219"/>
                      <a:pt x="4274" y="226"/>
                      <a:pt x="4272" y="232"/>
                    </a:cubicBezTo>
                    <a:cubicBezTo>
                      <a:pt x="4269" y="238"/>
                      <a:pt x="4265" y="243"/>
                      <a:pt x="4260" y="248"/>
                    </a:cubicBezTo>
                    <a:cubicBezTo>
                      <a:pt x="4255" y="252"/>
                      <a:pt x="4249" y="256"/>
                      <a:pt x="4242" y="258"/>
                    </a:cubicBezTo>
                    <a:cubicBezTo>
                      <a:pt x="4234" y="261"/>
                      <a:pt x="4226" y="262"/>
                      <a:pt x="4216" y="262"/>
                    </a:cubicBezTo>
                    <a:cubicBezTo>
                      <a:pt x="4206" y="262"/>
                      <a:pt x="4197" y="261"/>
                      <a:pt x="4189" y="258"/>
                    </a:cubicBezTo>
                    <a:cubicBezTo>
                      <a:pt x="4181" y="256"/>
                      <a:pt x="4174" y="254"/>
                      <a:pt x="4168" y="251"/>
                    </a:cubicBezTo>
                    <a:cubicBezTo>
                      <a:pt x="4161" y="248"/>
                      <a:pt x="4156" y="246"/>
                      <a:pt x="4153" y="243"/>
                    </a:cubicBezTo>
                    <a:cubicBezTo>
                      <a:pt x="4149" y="241"/>
                      <a:pt x="4146" y="240"/>
                      <a:pt x="4145" y="240"/>
                    </a:cubicBezTo>
                    <a:cubicBezTo>
                      <a:pt x="4143" y="240"/>
                      <a:pt x="4141" y="241"/>
                      <a:pt x="4140" y="243"/>
                    </a:cubicBezTo>
                    <a:cubicBezTo>
                      <a:pt x="4139" y="245"/>
                      <a:pt x="4138" y="249"/>
                      <a:pt x="4138" y="254"/>
                    </a:cubicBezTo>
                    <a:cubicBezTo>
                      <a:pt x="4138" y="257"/>
                      <a:pt x="4138" y="260"/>
                      <a:pt x="4138" y="262"/>
                    </a:cubicBezTo>
                    <a:cubicBezTo>
                      <a:pt x="4139" y="264"/>
                      <a:pt x="4140" y="266"/>
                      <a:pt x="4140" y="267"/>
                    </a:cubicBezTo>
                    <a:cubicBezTo>
                      <a:pt x="4141" y="269"/>
                      <a:pt x="4141" y="270"/>
                      <a:pt x="4141" y="271"/>
                    </a:cubicBezTo>
                    <a:cubicBezTo>
                      <a:pt x="4142" y="272"/>
                      <a:pt x="4143" y="273"/>
                      <a:pt x="4144" y="274"/>
                    </a:cubicBezTo>
                    <a:cubicBezTo>
                      <a:pt x="4145" y="275"/>
                      <a:pt x="4147" y="276"/>
                      <a:pt x="4152" y="279"/>
                    </a:cubicBezTo>
                    <a:cubicBezTo>
                      <a:pt x="4156" y="281"/>
                      <a:pt x="4162" y="283"/>
                      <a:pt x="4168" y="286"/>
                    </a:cubicBezTo>
                    <a:cubicBezTo>
                      <a:pt x="4175" y="288"/>
                      <a:pt x="4182" y="289"/>
                      <a:pt x="4191" y="291"/>
                    </a:cubicBezTo>
                    <a:cubicBezTo>
                      <a:pt x="4199" y="292"/>
                      <a:pt x="4207" y="294"/>
                      <a:pt x="4217" y="294"/>
                    </a:cubicBezTo>
                    <a:cubicBezTo>
                      <a:pt x="4233" y="294"/>
                      <a:pt x="4247" y="291"/>
                      <a:pt x="4259" y="287"/>
                    </a:cubicBezTo>
                    <a:cubicBezTo>
                      <a:pt x="4272" y="283"/>
                      <a:pt x="4283" y="277"/>
                      <a:pt x="4291" y="270"/>
                    </a:cubicBezTo>
                    <a:cubicBezTo>
                      <a:pt x="4300" y="262"/>
                      <a:pt x="4306" y="254"/>
                      <a:pt x="4310" y="243"/>
                    </a:cubicBezTo>
                    <a:cubicBezTo>
                      <a:pt x="4315" y="233"/>
                      <a:pt x="4318" y="221"/>
                      <a:pt x="4318" y="208"/>
                    </a:cubicBezTo>
                    <a:cubicBezTo>
                      <a:pt x="4318" y="199"/>
                      <a:pt x="4316" y="190"/>
                      <a:pt x="4312" y="182"/>
                    </a:cubicBezTo>
                    <a:cubicBezTo>
                      <a:pt x="4309" y="175"/>
                      <a:pt x="4305" y="168"/>
                      <a:pt x="4299" y="162"/>
                    </a:cubicBezTo>
                    <a:cubicBezTo>
                      <a:pt x="4293" y="156"/>
                      <a:pt x="4286" y="151"/>
                      <a:pt x="4278" y="147"/>
                    </a:cubicBezTo>
                    <a:cubicBezTo>
                      <a:pt x="4270" y="143"/>
                      <a:pt x="4260" y="141"/>
                      <a:pt x="4251" y="140"/>
                    </a:cubicBezTo>
                    <a:lnTo>
                      <a:pt x="4251" y="139"/>
                    </a:lnTo>
                    <a:cubicBezTo>
                      <a:pt x="4259" y="138"/>
                      <a:pt x="4267" y="135"/>
                      <a:pt x="4273" y="130"/>
                    </a:cubicBezTo>
                    <a:cubicBezTo>
                      <a:pt x="4280" y="126"/>
                      <a:pt x="4286" y="121"/>
                      <a:pt x="4290" y="115"/>
                    </a:cubicBezTo>
                    <a:cubicBezTo>
                      <a:pt x="4295" y="109"/>
                      <a:pt x="4298" y="103"/>
                      <a:pt x="4301" y="95"/>
                    </a:cubicBezTo>
                    <a:cubicBezTo>
                      <a:pt x="4303" y="87"/>
                      <a:pt x="4304" y="78"/>
                      <a:pt x="4304" y="70"/>
                    </a:cubicBezTo>
                    <a:cubicBezTo>
                      <a:pt x="4304" y="59"/>
                      <a:pt x="4302" y="50"/>
                      <a:pt x="4299" y="41"/>
                    </a:cubicBezTo>
                    <a:cubicBezTo>
                      <a:pt x="4296" y="33"/>
                      <a:pt x="4291" y="25"/>
                      <a:pt x="4284" y="19"/>
                    </a:cubicBezTo>
                    <a:cubicBezTo>
                      <a:pt x="4277" y="13"/>
                      <a:pt x="4269" y="9"/>
                      <a:pt x="4259" y="5"/>
                    </a:cubicBezTo>
                    <a:cubicBezTo>
                      <a:pt x="4249" y="2"/>
                      <a:pt x="4237" y="0"/>
                      <a:pt x="4224" y="0"/>
                    </a:cubicBezTo>
                    <a:close/>
                    <a:moveTo>
                      <a:pt x="83" y="1"/>
                    </a:moveTo>
                    <a:cubicBezTo>
                      <a:pt x="75" y="1"/>
                      <a:pt x="66" y="2"/>
                      <a:pt x="59" y="3"/>
                    </a:cubicBezTo>
                    <a:cubicBezTo>
                      <a:pt x="51" y="5"/>
                      <a:pt x="43" y="8"/>
                      <a:pt x="37" y="10"/>
                    </a:cubicBezTo>
                    <a:cubicBezTo>
                      <a:pt x="30" y="13"/>
                      <a:pt x="25" y="16"/>
                      <a:pt x="21" y="18"/>
                    </a:cubicBezTo>
                    <a:cubicBezTo>
                      <a:pt x="16" y="21"/>
                      <a:pt x="13" y="23"/>
                      <a:pt x="11" y="25"/>
                    </a:cubicBezTo>
                    <a:cubicBezTo>
                      <a:pt x="9" y="26"/>
                      <a:pt x="8" y="27"/>
                      <a:pt x="7" y="28"/>
                    </a:cubicBezTo>
                    <a:cubicBezTo>
                      <a:pt x="7" y="29"/>
                      <a:pt x="7" y="30"/>
                      <a:pt x="7" y="32"/>
                    </a:cubicBezTo>
                    <a:cubicBezTo>
                      <a:pt x="6" y="33"/>
                      <a:pt x="6" y="34"/>
                      <a:pt x="6" y="36"/>
                    </a:cubicBezTo>
                    <a:cubicBezTo>
                      <a:pt x="6" y="38"/>
                      <a:pt x="5" y="39"/>
                      <a:pt x="5" y="41"/>
                    </a:cubicBezTo>
                    <a:cubicBezTo>
                      <a:pt x="5" y="44"/>
                      <a:pt x="5" y="47"/>
                      <a:pt x="6" y="49"/>
                    </a:cubicBezTo>
                    <a:cubicBezTo>
                      <a:pt x="6" y="51"/>
                      <a:pt x="6" y="53"/>
                      <a:pt x="7" y="55"/>
                    </a:cubicBezTo>
                    <a:cubicBezTo>
                      <a:pt x="7" y="56"/>
                      <a:pt x="8" y="57"/>
                      <a:pt x="9" y="57"/>
                    </a:cubicBezTo>
                    <a:cubicBezTo>
                      <a:pt x="10" y="58"/>
                      <a:pt x="11" y="58"/>
                      <a:pt x="12" y="58"/>
                    </a:cubicBezTo>
                    <a:cubicBezTo>
                      <a:pt x="14" y="58"/>
                      <a:pt x="16" y="57"/>
                      <a:pt x="20" y="55"/>
                    </a:cubicBezTo>
                    <a:cubicBezTo>
                      <a:pt x="23" y="52"/>
                      <a:pt x="28" y="50"/>
                      <a:pt x="33" y="47"/>
                    </a:cubicBezTo>
                    <a:cubicBezTo>
                      <a:pt x="38" y="44"/>
                      <a:pt x="44" y="41"/>
                      <a:pt x="52" y="39"/>
                    </a:cubicBezTo>
                    <a:cubicBezTo>
                      <a:pt x="59" y="36"/>
                      <a:pt x="67" y="34"/>
                      <a:pt x="76" y="34"/>
                    </a:cubicBezTo>
                    <a:cubicBezTo>
                      <a:pt x="84" y="34"/>
                      <a:pt x="91" y="36"/>
                      <a:pt x="97" y="39"/>
                    </a:cubicBezTo>
                    <a:cubicBezTo>
                      <a:pt x="102" y="41"/>
                      <a:pt x="107" y="44"/>
                      <a:pt x="111" y="48"/>
                    </a:cubicBezTo>
                    <a:cubicBezTo>
                      <a:pt x="115" y="53"/>
                      <a:pt x="118" y="58"/>
                      <a:pt x="120" y="63"/>
                    </a:cubicBezTo>
                    <a:cubicBezTo>
                      <a:pt x="122" y="69"/>
                      <a:pt x="123" y="75"/>
                      <a:pt x="123" y="81"/>
                    </a:cubicBezTo>
                    <a:cubicBezTo>
                      <a:pt x="123" y="87"/>
                      <a:pt x="123" y="94"/>
                      <a:pt x="121" y="101"/>
                    </a:cubicBezTo>
                    <a:cubicBezTo>
                      <a:pt x="120" y="108"/>
                      <a:pt x="117" y="117"/>
                      <a:pt x="112" y="126"/>
                    </a:cubicBezTo>
                    <a:cubicBezTo>
                      <a:pt x="108" y="135"/>
                      <a:pt x="102" y="144"/>
                      <a:pt x="95" y="155"/>
                    </a:cubicBezTo>
                    <a:cubicBezTo>
                      <a:pt x="87" y="166"/>
                      <a:pt x="77" y="178"/>
                      <a:pt x="64" y="191"/>
                    </a:cubicBezTo>
                    <a:lnTo>
                      <a:pt x="9" y="250"/>
                    </a:lnTo>
                    <a:cubicBezTo>
                      <a:pt x="7" y="252"/>
                      <a:pt x="6" y="254"/>
                      <a:pt x="5" y="256"/>
                    </a:cubicBezTo>
                    <a:cubicBezTo>
                      <a:pt x="4" y="257"/>
                      <a:pt x="2" y="259"/>
                      <a:pt x="1" y="261"/>
                    </a:cubicBezTo>
                    <a:cubicBezTo>
                      <a:pt x="1" y="263"/>
                      <a:pt x="1" y="264"/>
                      <a:pt x="0" y="266"/>
                    </a:cubicBezTo>
                    <a:cubicBezTo>
                      <a:pt x="0" y="268"/>
                      <a:pt x="0" y="271"/>
                      <a:pt x="0" y="274"/>
                    </a:cubicBezTo>
                    <a:cubicBezTo>
                      <a:pt x="0" y="277"/>
                      <a:pt x="0" y="280"/>
                      <a:pt x="0" y="282"/>
                    </a:cubicBezTo>
                    <a:cubicBezTo>
                      <a:pt x="1" y="284"/>
                      <a:pt x="2" y="286"/>
                      <a:pt x="3" y="287"/>
                    </a:cubicBezTo>
                    <a:cubicBezTo>
                      <a:pt x="4" y="289"/>
                      <a:pt x="6" y="289"/>
                      <a:pt x="7" y="290"/>
                    </a:cubicBezTo>
                    <a:cubicBezTo>
                      <a:pt x="9" y="291"/>
                      <a:pt x="11" y="291"/>
                      <a:pt x="13" y="291"/>
                    </a:cubicBezTo>
                    <a:lnTo>
                      <a:pt x="170" y="291"/>
                    </a:lnTo>
                    <a:cubicBezTo>
                      <a:pt x="171" y="291"/>
                      <a:pt x="173" y="291"/>
                      <a:pt x="174" y="290"/>
                    </a:cubicBezTo>
                    <a:cubicBezTo>
                      <a:pt x="175" y="289"/>
                      <a:pt x="176" y="288"/>
                      <a:pt x="177" y="286"/>
                    </a:cubicBezTo>
                    <a:cubicBezTo>
                      <a:pt x="177" y="285"/>
                      <a:pt x="177" y="283"/>
                      <a:pt x="178" y="281"/>
                    </a:cubicBezTo>
                    <a:cubicBezTo>
                      <a:pt x="178" y="279"/>
                      <a:pt x="179" y="277"/>
                      <a:pt x="179" y="274"/>
                    </a:cubicBezTo>
                    <a:cubicBezTo>
                      <a:pt x="179" y="271"/>
                      <a:pt x="178" y="269"/>
                      <a:pt x="178" y="267"/>
                    </a:cubicBezTo>
                    <a:cubicBezTo>
                      <a:pt x="177" y="265"/>
                      <a:pt x="177" y="264"/>
                      <a:pt x="176" y="263"/>
                    </a:cubicBezTo>
                    <a:cubicBezTo>
                      <a:pt x="175" y="261"/>
                      <a:pt x="174" y="260"/>
                      <a:pt x="173" y="259"/>
                    </a:cubicBezTo>
                    <a:cubicBezTo>
                      <a:pt x="172" y="258"/>
                      <a:pt x="171" y="258"/>
                      <a:pt x="170" y="258"/>
                    </a:cubicBezTo>
                    <a:lnTo>
                      <a:pt x="45" y="258"/>
                    </a:lnTo>
                    <a:lnTo>
                      <a:pt x="91" y="212"/>
                    </a:lnTo>
                    <a:cubicBezTo>
                      <a:pt x="108" y="195"/>
                      <a:pt x="120" y="179"/>
                      <a:pt x="130" y="167"/>
                    </a:cubicBezTo>
                    <a:cubicBezTo>
                      <a:pt x="140" y="154"/>
                      <a:pt x="148" y="143"/>
                      <a:pt x="153" y="132"/>
                    </a:cubicBezTo>
                    <a:cubicBezTo>
                      <a:pt x="158" y="122"/>
                      <a:pt x="161" y="111"/>
                      <a:pt x="163" y="102"/>
                    </a:cubicBezTo>
                    <a:cubicBezTo>
                      <a:pt x="164" y="93"/>
                      <a:pt x="165" y="84"/>
                      <a:pt x="165" y="75"/>
                    </a:cubicBezTo>
                    <a:cubicBezTo>
                      <a:pt x="165" y="65"/>
                      <a:pt x="163" y="56"/>
                      <a:pt x="160" y="47"/>
                    </a:cubicBezTo>
                    <a:cubicBezTo>
                      <a:pt x="157" y="38"/>
                      <a:pt x="152" y="30"/>
                      <a:pt x="145" y="23"/>
                    </a:cubicBezTo>
                    <a:cubicBezTo>
                      <a:pt x="138" y="16"/>
                      <a:pt x="130" y="11"/>
                      <a:pt x="119" y="7"/>
                    </a:cubicBezTo>
                    <a:cubicBezTo>
                      <a:pt x="109" y="3"/>
                      <a:pt x="97" y="1"/>
                      <a:pt x="83" y="1"/>
                    </a:cubicBezTo>
                    <a:close/>
                    <a:moveTo>
                      <a:pt x="4466" y="2"/>
                    </a:moveTo>
                    <a:cubicBezTo>
                      <a:pt x="4464" y="2"/>
                      <a:pt x="4463" y="2"/>
                      <a:pt x="4461" y="2"/>
                    </a:cubicBezTo>
                    <a:cubicBezTo>
                      <a:pt x="4460" y="3"/>
                      <a:pt x="4459" y="3"/>
                      <a:pt x="4458" y="3"/>
                    </a:cubicBezTo>
                    <a:cubicBezTo>
                      <a:pt x="4457" y="4"/>
                      <a:pt x="4457" y="4"/>
                      <a:pt x="4456" y="4"/>
                    </a:cubicBezTo>
                    <a:lnTo>
                      <a:pt x="4390" y="47"/>
                    </a:lnTo>
                    <a:cubicBezTo>
                      <a:pt x="4389" y="47"/>
                      <a:pt x="4387" y="48"/>
                      <a:pt x="4386" y="49"/>
                    </a:cubicBezTo>
                    <a:cubicBezTo>
                      <a:pt x="4386" y="50"/>
                      <a:pt x="4385" y="52"/>
                      <a:pt x="4385" y="53"/>
                    </a:cubicBezTo>
                    <a:cubicBezTo>
                      <a:pt x="4384" y="54"/>
                      <a:pt x="4384" y="55"/>
                      <a:pt x="4384" y="57"/>
                    </a:cubicBezTo>
                    <a:cubicBezTo>
                      <a:pt x="4383" y="59"/>
                      <a:pt x="4384" y="61"/>
                      <a:pt x="4384" y="63"/>
                    </a:cubicBezTo>
                    <a:cubicBezTo>
                      <a:pt x="4384" y="67"/>
                      <a:pt x="4383" y="69"/>
                      <a:pt x="4384" y="71"/>
                    </a:cubicBezTo>
                    <a:cubicBezTo>
                      <a:pt x="4384" y="73"/>
                      <a:pt x="4385" y="76"/>
                      <a:pt x="4386" y="77"/>
                    </a:cubicBezTo>
                    <a:cubicBezTo>
                      <a:pt x="4387" y="78"/>
                      <a:pt x="4388" y="78"/>
                      <a:pt x="4390" y="77"/>
                    </a:cubicBezTo>
                    <a:cubicBezTo>
                      <a:pt x="4392" y="77"/>
                      <a:pt x="4394" y="76"/>
                      <a:pt x="4397" y="75"/>
                    </a:cubicBezTo>
                    <a:lnTo>
                      <a:pt x="4452" y="42"/>
                    </a:lnTo>
                    <a:lnTo>
                      <a:pt x="4452" y="259"/>
                    </a:lnTo>
                    <a:lnTo>
                      <a:pt x="4392" y="259"/>
                    </a:lnTo>
                    <a:cubicBezTo>
                      <a:pt x="4391" y="259"/>
                      <a:pt x="4390" y="259"/>
                      <a:pt x="4389" y="260"/>
                    </a:cubicBezTo>
                    <a:cubicBezTo>
                      <a:pt x="4388" y="261"/>
                      <a:pt x="4388" y="261"/>
                      <a:pt x="4387" y="263"/>
                    </a:cubicBezTo>
                    <a:cubicBezTo>
                      <a:pt x="4387" y="264"/>
                      <a:pt x="4386" y="265"/>
                      <a:pt x="4385" y="267"/>
                    </a:cubicBezTo>
                    <a:cubicBezTo>
                      <a:pt x="4385" y="269"/>
                      <a:pt x="4385" y="271"/>
                      <a:pt x="4385" y="274"/>
                    </a:cubicBezTo>
                    <a:cubicBezTo>
                      <a:pt x="4385" y="277"/>
                      <a:pt x="4385" y="279"/>
                      <a:pt x="4385" y="281"/>
                    </a:cubicBezTo>
                    <a:cubicBezTo>
                      <a:pt x="4386" y="283"/>
                      <a:pt x="4386" y="284"/>
                      <a:pt x="4387" y="286"/>
                    </a:cubicBezTo>
                    <a:cubicBezTo>
                      <a:pt x="4388" y="287"/>
                      <a:pt x="4389" y="288"/>
                      <a:pt x="4390" y="288"/>
                    </a:cubicBezTo>
                    <a:cubicBezTo>
                      <a:pt x="4391" y="289"/>
                      <a:pt x="4391" y="289"/>
                      <a:pt x="4392" y="289"/>
                    </a:cubicBezTo>
                    <a:lnTo>
                      <a:pt x="4542" y="289"/>
                    </a:lnTo>
                    <a:cubicBezTo>
                      <a:pt x="4543" y="289"/>
                      <a:pt x="4543" y="289"/>
                      <a:pt x="4544" y="288"/>
                    </a:cubicBezTo>
                    <a:cubicBezTo>
                      <a:pt x="4545" y="288"/>
                      <a:pt x="4546" y="287"/>
                      <a:pt x="4547" y="286"/>
                    </a:cubicBezTo>
                    <a:cubicBezTo>
                      <a:pt x="4548" y="284"/>
                      <a:pt x="4548" y="283"/>
                      <a:pt x="4549" y="281"/>
                    </a:cubicBezTo>
                    <a:cubicBezTo>
                      <a:pt x="4549" y="279"/>
                      <a:pt x="4549" y="277"/>
                      <a:pt x="4549" y="274"/>
                    </a:cubicBezTo>
                    <a:cubicBezTo>
                      <a:pt x="4549" y="271"/>
                      <a:pt x="4549" y="269"/>
                      <a:pt x="4549" y="267"/>
                    </a:cubicBezTo>
                    <a:cubicBezTo>
                      <a:pt x="4548" y="265"/>
                      <a:pt x="4548" y="264"/>
                      <a:pt x="4548" y="263"/>
                    </a:cubicBezTo>
                    <a:cubicBezTo>
                      <a:pt x="4547" y="261"/>
                      <a:pt x="4546" y="261"/>
                      <a:pt x="4545" y="260"/>
                    </a:cubicBezTo>
                    <a:cubicBezTo>
                      <a:pt x="4544" y="259"/>
                      <a:pt x="4543" y="259"/>
                      <a:pt x="4542" y="259"/>
                    </a:cubicBezTo>
                    <a:lnTo>
                      <a:pt x="4490" y="259"/>
                    </a:lnTo>
                    <a:lnTo>
                      <a:pt x="4490" y="8"/>
                    </a:lnTo>
                    <a:cubicBezTo>
                      <a:pt x="4490" y="7"/>
                      <a:pt x="4490" y="6"/>
                      <a:pt x="4490" y="5"/>
                    </a:cubicBezTo>
                    <a:cubicBezTo>
                      <a:pt x="4489" y="4"/>
                      <a:pt x="4488" y="4"/>
                      <a:pt x="4487" y="3"/>
                    </a:cubicBezTo>
                    <a:cubicBezTo>
                      <a:pt x="4486" y="3"/>
                      <a:pt x="4484" y="3"/>
                      <a:pt x="4482" y="2"/>
                    </a:cubicBezTo>
                    <a:cubicBezTo>
                      <a:pt x="4479" y="2"/>
                      <a:pt x="4476" y="2"/>
                      <a:pt x="4473" y="2"/>
                    </a:cubicBezTo>
                    <a:cubicBezTo>
                      <a:pt x="4470" y="2"/>
                      <a:pt x="4467" y="2"/>
                      <a:pt x="4466" y="2"/>
                    </a:cubicBezTo>
                    <a:close/>
                    <a:moveTo>
                      <a:pt x="234" y="5"/>
                    </a:moveTo>
                    <a:cubicBezTo>
                      <a:pt x="233" y="5"/>
                      <a:pt x="232" y="5"/>
                      <a:pt x="231" y="6"/>
                    </a:cubicBezTo>
                    <a:cubicBezTo>
                      <a:pt x="230" y="7"/>
                      <a:pt x="229" y="8"/>
                      <a:pt x="228" y="10"/>
                    </a:cubicBezTo>
                    <a:cubicBezTo>
                      <a:pt x="227" y="11"/>
                      <a:pt x="227" y="13"/>
                      <a:pt x="226" y="15"/>
                    </a:cubicBezTo>
                    <a:cubicBezTo>
                      <a:pt x="226" y="17"/>
                      <a:pt x="226" y="19"/>
                      <a:pt x="226" y="22"/>
                    </a:cubicBezTo>
                    <a:cubicBezTo>
                      <a:pt x="226" y="27"/>
                      <a:pt x="227" y="31"/>
                      <a:pt x="228" y="34"/>
                    </a:cubicBezTo>
                    <a:cubicBezTo>
                      <a:pt x="229" y="37"/>
                      <a:pt x="231" y="39"/>
                      <a:pt x="234" y="39"/>
                    </a:cubicBezTo>
                    <a:lnTo>
                      <a:pt x="372" y="39"/>
                    </a:lnTo>
                    <a:lnTo>
                      <a:pt x="263" y="280"/>
                    </a:lnTo>
                    <a:cubicBezTo>
                      <a:pt x="262" y="282"/>
                      <a:pt x="262" y="284"/>
                      <a:pt x="261" y="286"/>
                    </a:cubicBezTo>
                    <a:cubicBezTo>
                      <a:pt x="261" y="287"/>
                      <a:pt x="262" y="288"/>
                      <a:pt x="263" y="289"/>
                    </a:cubicBezTo>
                    <a:cubicBezTo>
                      <a:pt x="264" y="290"/>
                      <a:pt x="267" y="290"/>
                      <a:pt x="269" y="291"/>
                    </a:cubicBezTo>
                    <a:cubicBezTo>
                      <a:pt x="272" y="291"/>
                      <a:pt x="276" y="292"/>
                      <a:pt x="281" y="292"/>
                    </a:cubicBezTo>
                    <a:cubicBezTo>
                      <a:pt x="285" y="292"/>
                      <a:pt x="288" y="292"/>
                      <a:pt x="291" y="292"/>
                    </a:cubicBezTo>
                    <a:cubicBezTo>
                      <a:pt x="293" y="292"/>
                      <a:pt x="296" y="291"/>
                      <a:pt x="298" y="290"/>
                    </a:cubicBezTo>
                    <a:cubicBezTo>
                      <a:pt x="299" y="289"/>
                      <a:pt x="300" y="288"/>
                      <a:pt x="301" y="287"/>
                    </a:cubicBezTo>
                    <a:cubicBezTo>
                      <a:pt x="302" y="286"/>
                      <a:pt x="303" y="285"/>
                      <a:pt x="304" y="283"/>
                    </a:cubicBezTo>
                    <a:lnTo>
                      <a:pt x="407" y="47"/>
                    </a:lnTo>
                    <a:cubicBezTo>
                      <a:pt x="408" y="45"/>
                      <a:pt x="409" y="42"/>
                      <a:pt x="410" y="40"/>
                    </a:cubicBezTo>
                    <a:cubicBezTo>
                      <a:pt x="410" y="39"/>
                      <a:pt x="410" y="37"/>
                      <a:pt x="411" y="35"/>
                    </a:cubicBezTo>
                    <a:cubicBezTo>
                      <a:pt x="411" y="33"/>
                      <a:pt x="411" y="31"/>
                      <a:pt x="411" y="29"/>
                    </a:cubicBezTo>
                    <a:cubicBezTo>
                      <a:pt x="412" y="27"/>
                      <a:pt x="412" y="25"/>
                      <a:pt x="412" y="22"/>
                    </a:cubicBezTo>
                    <a:cubicBezTo>
                      <a:pt x="412" y="19"/>
                      <a:pt x="412" y="16"/>
                      <a:pt x="411" y="14"/>
                    </a:cubicBezTo>
                    <a:cubicBezTo>
                      <a:pt x="411" y="12"/>
                      <a:pt x="410" y="10"/>
                      <a:pt x="410" y="9"/>
                    </a:cubicBezTo>
                    <a:cubicBezTo>
                      <a:pt x="409" y="7"/>
                      <a:pt x="408" y="6"/>
                      <a:pt x="406" y="6"/>
                    </a:cubicBezTo>
                    <a:cubicBezTo>
                      <a:pt x="405" y="6"/>
                      <a:pt x="403" y="5"/>
                      <a:pt x="401" y="5"/>
                    </a:cubicBezTo>
                    <a:lnTo>
                      <a:pt x="234" y="5"/>
                    </a:lnTo>
                    <a:close/>
                    <a:moveTo>
                      <a:pt x="1352" y="29"/>
                    </a:moveTo>
                    <a:cubicBezTo>
                      <a:pt x="1359" y="29"/>
                      <a:pt x="1366" y="30"/>
                      <a:pt x="1372" y="32"/>
                    </a:cubicBezTo>
                    <a:cubicBezTo>
                      <a:pt x="1378" y="33"/>
                      <a:pt x="1384" y="37"/>
                      <a:pt x="1388" y="40"/>
                    </a:cubicBezTo>
                    <a:cubicBezTo>
                      <a:pt x="1392" y="44"/>
                      <a:pt x="1394" y="48"/>
                      <a:pt x="1397" y="53"/>
                    </a:cubicBezTo>
                    <a:cubicBezTo>
                      <a:pt x="1399" y="58"/>
                      <a:pt x="1400" y="63"/>
                      <a:pt x="1400" y="70"/>
                    </a:cubicBezTo>
                    <a:cubicBezTo>
                      <a:pt x="1400" y="81"/>
                      <a:pt x="1397" y="91"/>
                      <a:pt x="1389" y="100"/>
                    </a:cubicBezTo>
                    <a:cubicBezTo>
                      <a:pt x="1381" y="110"/>
                      <a:pt x="1369" y="118"/>
                      <a:pt x="1354" y="126"/>
                    </a:cubicBezTo>
                    <a:cubicBezTo>
                      <a:pt x="1345" y="121"/>
                      <a:pt x="1338" y="117"/>
                      <a:pt x="1331" y="113"/>
                    </a:cubicBezTo>
                    <a:cubicBezTo>
                      <a:pt x="1325" y="109"/>
                      <a:pt x="1320" y="104"/>
                      <a:pt x="1315" y="100"/>
                    </a:cubicBezTo>
                    <a:cubicBezTo>
                      <a:pt x="1311" y="95"/>
                      <a:pt x="1308" y="90"/>
                      <a:pt x="1306" y="85"/>
                    </a:cubicBezTo>
                    <a:cubicBezTo>
                      <a:pt x="1304" y="80"/>
                      <a:pt x="1303" y="75"/>
                      <a:pt x="1303" y="70"/>
                    </a:cubicBezTo>
                    <a:cubicBezTo>
                      <a:pt x="1303" y="57"/>
                      <a:pt x="1307" y="48"/>
                      <a:pt x="1315" y="40"/>
                    </a:cubicBezTo>
                    <a:cubicBezTo>
                      <a:pt x="1324" y="33"/>
                      <a:pt x="1336" y="29"/>
                      <a:pt x="1352" y="29"/>
                    </a:cubicBezTo>
                    <a:close/>
                    <a:moveTo>
                      <a:pt x="2384" y="30"/>
                    </a:moveTo>
                    <a:cubicBezTo>
                      <a:pt x="2394" y="30"/>
                      <a:pt x="2402" y="32"/>
                      <a:pt x="2409" y="35"/>
                    </a:cubicBezTo>
                    <a:cubicBezTo>
                      <a:pt x="2416" y="39"/>
                      <a:pt x="2422" y="45"/>
                      <a:pt x="2427" y="53"/>
                    </a:cubicBezTo>
                    <a:cubicBezTo>
                      <a:pt x="2431" y="61"/>
                      <a:pt x="2436" y="71"/>
                      <a:pt x="2438" y="84"/>
                    </a:cubicBezTo>
                    <a:cubicBezTo>
                      <a:pt x="2441" y="96"/>
                      <a:pt x="2442" y="112"/>
                      <a:pt x="2442" y="131"/>
                    </a:cubicBezTo>
                    <a:cubicBezTo>
                      <a:pt x="2434" y="137"/>
                      <a:pt x="2425" y="141"/>
                      <a:pt x="2415" y="144"/>
                    </a:cubicBezTo>
                    <a:cubicBezTo>
                      <a:pt x="2405" y="148"/>
                      <a:pt x="2394" y="149"/>
                      <a:pt x="2383" y="149"/>
                    </a:cubicBezTo>
                    <a:cubicBezTo>
                      <a:pt x="2373" y="149"/>
                      <a:pt x="2365" y="148"/>
                      <a:pt x="2359" y="145"/>
                    </a:cubicBezTo>
                    <a:cubicBezTo>
                      <a:pt x="2352" y="143"/>
                      <a:pt x="2346" y="139"/>
                      <a:pt x="2342" y="134"/>
                    </a:cubicBezTo>
                    <a:cubicBezTo>
                      <a:pt x="2338" y="129"/>
                      <a:pt x="2335" y="123"/>
                      <a:pt x="2333" y="115"/>
                    </a:cubicBezTo>
                    <a:cubicBezTo>
                      <a:pt x="2331" y="108"/>
                      <a:pt x="2331" y="100"/>
                      <a:pt x="2331" y="92"/>
                    </a:cubicBezTo>
                    <a:cubicBezTo>
                      <a:pt x="2331" y="84"/>
                      <a:pt x="2332" y="76"/>
                      <a:pt x="2334" y="69"/>
                    </a:cubicBezTo>
                    <a:cubicBezTo>
                      <a:pt x="2336" y="61"/>
                      <a:pt x="2339" y="55"/>
                      <a:pt x="2343" y="49"/>
                    </a:cubicBezTo>
                    <a:cubicBezTo>
                      <a:pt x="2347" y="43"/>
                      <a:pt x="2353" y="39"/>
                      <a:pt x="2360" y="35"/>
                    </a:cubicBezTo>
                    <a:cubicBezTo>
                      <a:pt x="2366" y="32"/>
                      <a:pt x="2375" y="30"/>
                      <a:pt x="2384" y="30"/>
                    </a:cubicBezTo>
                    <a:close/>
                    <a:moveTo>
                      <a:pt x="3421" y="31"/>
                    </a:moveTo>
                    <a:cubicBezTo>
                      <a:pt x="3429" y="31"/>
                      <a:pt x="3434" y="32"/>
                      <a:pt x="3440" y="33"/>
                    </a:cubicBezTo>
                    <a:cubicBezTo>
                      <a:pt x="3446" y="35"/>
                      <a:pt x="3451" y="38"/>
                      <a:pt x="3456" y="42"/>
                    </a:cubicBezTo>
                    <a:cubicBezTo>
                      <a:pt x="3460" y="46"/>
                      <a:pt x="3463" y="52"/>
                      <a:pt x="3466" y="58"/>
                    </a:cubicBezTo>
                    <a:cubicBezTo>
                      <a:pt x="3470" y="64"/>
                      <a:pt x="3472" y="71"/>
                      <a:pt x="3474" y="80"/>
                    </a:cubicBezTo>
                    <a:cubicBezTo>
                      <a:pt x="3476" y="89"/>
                      <a:pt x="3478" y="99"/>
                      <a:pt x="3479" y="110"/>
                    </a:cubicBezTo>
                    <a:cubicBezTo>
                      <a:pt x="3480" y="121"/>
                      <a:pt x="3481" y="135"/>
                      <a:pt x="3481" y="149"/>
                    </a:cubicBezTo>
                    <a:cubicBezTo>
                      <a:pt x="3481" y="159"/>
                      <a:pt x="3480" y="169"/>
                      <a:pt x="3480" y="179"/>
                    </a:cubicBezTo>
                    <a:cubicBezTo>
                      <a:pt x="3479" y="189"/>
                      <a:pt x="3478" y="198"/>
                      <a:pt x="3476" y="206"/>
                    </a:cubicBezTo>
                    <a:cubicBezTo>
                      <a:pt x="3474" y="215"/>
                      <a:pt x="3472" y="222"/>
                      <a:pt x="3469" y="229"/>
                    </a:cubicBezTo>
                    <a:cubicBezTo>
                      <a:pt x="3466" y="236"/>
                      <a:pt x="3462" y="242"/>
                      <a:pt x="3458" y="247"/>
                    </a:cubicBezTo>
                    <a:cubicBezTo>
                      <a:pt x="3453" y="252"/>
                      <a:pt x="3448" y="256"/>
                      <a:pt x="3442" y="258"/>
                    </a:cubicBezTo>
                    <a:cubicBezTo>
                      <a:pt x="3436" y="261"/>
                      <a:pt x="3428" y="263"/>
                      <a:pt x="3420" y="263"/>
                    </a:cubicBezTo>
                    <a:cubicBezTo>
                      <a:pt x="3409" y="263"/>
                      <a:pt x="3401" y="260"/>
                      <a:pt x="3393" y="256"/>
                    </a:cubicBezTo>
                    <a:cubicBezTo>
                      <a:pt x="3386" y="251"/>
                      <a:pt x="3380" y="245"/>
                      <a:pt x="3375" y="235"/>
                    </a:cubicBezTo>
                    <a:cubicBezTo>
                      <a:pt x="3370" y="226"/>
                      <a:pt x="3366" y="214"/>
                      <a:pt x="3364" y="199"/>
                    </a:cubicBezTo>
                    <a:cubicBezTo>
                      <a:pt x="3362" y="184"/>
                      <a:pt x="3361" y="166"/>
                      <a:pt x="3361" y="144"/>
                    </a:cubicBezTo>
                    <a:cubicBezTo>
                      <a:pt x="3361" y="129"/>
                      <a:pt x="3362" y="114"/>
                      <a:pt x="3363" y="100"/>
                    </a:cubicBezTo>
                    <a:cubicBezTo>
                      <a:pt x="3365" y="87"/>
                      <a:pt x="3368" y="75"/>
                      <a:pt x="3372" y="64"/>
                    </a:cubicBezTo>
                    <a:cubicBezTo>
                      <a:pt x="3377" y="54"/>
                      <a:pt x="3383" y="45"/>
                      <a:pt x="3391" y="40"/>
                    </a:cubicBezTo>
                    <a:cubicBezTo>
                      <a:pt x="3398" y="34"/>
                      <a:pt x="3409" y="31"/>
                      <a:pt x="3421" y="31"/>
                    </a:cubicBezTo>
                    <a:close/>
                    <a:moveTo>
                      <a:pt x="1349" y="159"/>
                    </a:moveTo>
                    <a:cubicBezTo>
                      <a:pt x="1359" y="163"/>
                      <a:pt x="1368" y="167"/>
                      <a:pt x="1375" y="172"/>
                    </a:cubicBezTo>
                    <a:cubicBezTo>
                      <a:pt x="1383" y="176"/>
                      <a:pt x="1389" y="181"/>
                      <a:pt x="1394" y="186"/>
                    </a:cubicBezTo>
                    <a:cubicBezTo>
                      <a:pt x="1399" y="191"/>
                      <a:pt x="1403" y="196"/>
                      <a:pt x="1405" y="202"/>
                    </a:cubicBezTo>
                    <a:cubicBezTo>
                      <a:pt x="1408" y="207"/>
                      <a:pt x="1410" y="214"/>
                      <a:pt x="1410" y="220"/>
                    </a:cubicBezTo>
                    <a:cubicBezTo>
                      <a:pt x="1410" y="234"/>
                      <a:pt x="1404" y="244"/>
                      <a:pt x="1395" y="252"/>
                    </a:cubicBezTo>
                    <a:cubicBezTo>
                      <a:pt x="1385" y="260"/>
                      <a:pt x="1371" y="264"/>
                      <a:pt x="1352" y="264"/>
                    </a:cubicBezTo>
                    <a:cubicBezTo>
                      <a:pt x="1333" y="264"/>
                      <a:pt x="1318" y="260"/>
                      <a:pt x="1308" y="252"/>
                    </a:cubicBezTo>
                    <a:cubicBezTo>
                      <a:pt x="1299" y="244"/>
                      <a:pt x="1294" y="234"/>
                      <a:pt x="1294" y="219"/>
                    </a:cubicBezTo>
                    <a:cubicBezTo>
                      <a:pt x="1294" y="213"/>
                      <a:pt x="1295" y="206"/>
                      <a:pt x="1297" y="201"/>
                    </a:cubicBezTo>
                    <a:cubicBezTo>
                      <a:pt x="1299" y="196"/>
                      <a:pt x="1303" y="191"/>
                      <a:pt x="1307" y="186"/>
                    </a:cubicBezTo>
                    <a:cubicBezTo>
                      <a:pt x="1312" y="181"/>
                      <a:pt x="1317" y="176"/>
                      <a:pt x="1324" y="172"/>
                    </a:cubicBezTo>
                    <a:cubicBezTo>
                      <a:pt x="1331" y="167"/>
                      <a:pt x="1340" y="163"/>
                      <a:pt x="1349" y="159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8" name="Month">
                <a:extLst>
                  <a:ext uri="{FF2B5EF4-FFF2-40B4-BE49-F238E27FC236}">
                    <a16:creationId xmlns:a16="http://schemas.microsoft.com/office/drawing/2014/main" id="{BE249F8C-1F03-D53C-3F73-EB89DA659F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463" y="1933576"/>
                <a:ext cx="1430338" cy="763588"/>
              </a:xfrm>
              <a:custGeom>
                <a:avLst/>
                <a:gdLst>
                  <a:gd name="T0" fmla="*/ 6506 w 6627"/>
                  <a:gd name="T1" fmla="*/ 266 h 3532"/>
                  <a:gd name="T2" fmla="*/ 5461 w 6627"/>
                  <a:gd name="T3" fmla="*/ 287 h 3532"/>
                  <a:gd name="T4" fmla="*/ 155 w 6627"/>
                  <a:gd name="T5" fmla="*/ 775 h 3532"/>
                  <a:gd name="T6" fmla="*/ 256 w 6627"/>
                  <a:gd name="T7" fmla="*/ 777 h 3532"/>
                  <a:gd name="T8" fmla="*/ 3387 w 6627"/>
                  <a:gd name="T9" fmla="*/ 686 h 3532"/>
                  <a:gd name="T10" fmla="*/ 5465 w 6627"/>
                  <a:gd name="T11" fmla="*/ 733 h 3532"/>
                  <a:gd name="T12" fmla="*/ 6511 w 6627"/>
                  <a:gd name="T13" fmla="*/ 781 h 3532"/>
                  <a:gd name="T14" fmla="*/ 2340 w 6627"/>
                  <a:gd name="T15" fmla="*/ 912 h 3532"/>
                  <a:gd name="T16" fmla="*/ 1306 w 6627"/>
                  <a:gd name="T17" fmla="*/ 930 h 3532"/>
                  <a:gd name="T18" fmla="*/ 4263 w 6627"/>
                  <a:gd name="T19" fmla="*/ 650 h 3532"/>
                  <a:gd name="T20" fmla="*/ 3356 w 6627"/>
                  <a:gd name="T21" fmla="*/ 889 h 3532"/>
                  <a:gd name="T22" fmla="*/ 316 w 6627"/>
                  <a:gd name="T23" fmla="*/ 1294 h 3532"/>
                  <a:gd name="T24" fmla="*/ 3468 w 6627"/>
                  <a:gd name="T25" fmla="*/ 1505 h 3532"/>
                  <a:gd name="T26" fmla="*/ 6433 w 6627"/>
                  <a:gd name="T27" fmla="*/ 1414 h 3532"/>
                  <a:gd name="T28" fmla="*/ 5268 w 6627"/>
                  <a:gd name="T29" fmla="*/ 1295 h 3532"/>
                  <a:gd name="T30" fmla="*/ 90 w 6627"/>
                  <a:gd name="T31" fmla="*/ 1296 h 3532"/>
                  <a:gd name="T32" fmla="*/ 3200 w 6627"/>
                  <a:gd name="T33" fmla="*/ 1296 h 3532"/>
                  <a:gd name="T34" fmla="*/ 4233 w 6627"/>
                  <a:gd name="T35" fmla="*/ 1296 h 3532"/>
                  <a:gd name="T36" fmla="*/ 6298 w 6627"/>
                  <a:gd name="T37" fmla="*/ 1296 h 3532"/>
                  <a:gd name="T38" fmla="*/ 1129 w 6627"/>
                  <a:gd name="T39" fmla="*/ 1297 h 3532"/>
                  <a:gd name="T40" fmla="*/ 1358 w 6627"/>
                  <a:gd name="T41" fmla="*/ 1297 h 3532"/>
                  <a:gd name="T42" fmla="*/ 4483 w 6627"/>
                  <a:gd name="T43" fmla="*/ 1297 h 3532"/>
                  <a:gd name="T44" fmla="*/ 5416 w 6627"/>
                  <a:gd name="T45" fmla="*/ 1439 h 3532"/>
                  <a:gd name="T46" fmla="*/ 5560 w 6627"/>
                  <a:gd name="T47" fmla="*/ 1326 h 3532"/>
                  <a:gd name="T48" fmla="*/ 6549 w 6627"/>
                  <a:gd name="T49" fmla="*/ 1552 h 3532"/>
                  <a:gd name="T50" fmla="*/ 1415 w 6627"/>
                  <a:gd name="T51" fmla="*/ 1961 h 3532"/>
                  <a:gd name="T52" fmla="*/ 2458 w 6627"/>
                  <a:gd name="T53" fmla="*/ 1980 h 3532"/>
                  <a:gd name="T54" fmla="*/ 3282 w 6627"/>
                  <a:gd name="T55" fmla="*/ 2227 h 3532"/>
                  <a:gd name="T56" fmla="*/ 6220 w 6627"/>
                  <a:gd name="T57" fmla="*/ 1973 h 3532"/>
                  <a:gd name="T58" fmla="*/ 6367 w 6627"/>
                  <a:gd name="T59" fmla="*/ 2073 h 3532"/>
                  <a:gd name="T60" fmla="*/ 6479 w 6627"/>
                  <a:gd name="T61" fmla="*/ 2100 h 3532"/>
                  <a:gd name="T62" fmla="*/ 93 w 6627"/>
                  <a:gd name="T63" fmla="*/ 1944 h 3532"/>
                  <a:gd name="T64" fmla="*/ 1126 w 6627"/>
                  <a:gd name="T65" fmla="*/ 1944 h 3532"/>
                  <a:gd name="T66" fmla="*/ 2163 w 6627"/>
                  <a:gd name="T67" fmla="*/ 1944 h 3532"/>
                  <a:gd name="T68" fmla="*/ 4227 w 6627"/>
                  <a:gd name="T69" fmla="*/ 1944 h 3532"/>
                  <a:gd name="T70" fmla="*/ 4320 w 6627"/>
                  <a:gd name="T71" fmla="*/ 2205 h 3532"/>
                  <a:gd name="T72" fmla="*/ 5181 w 6627"/>
                  <a:gd name="T73" fmla="*/ 2204 h 3532"/>
                  <a:gd name="T74" fmla="*/ 5441 w 6627"/>
                  <a:gd name="T75" fmla="*/ 1989 h 3532"/>
                  <a:gd name="T76" fmla="*/ 4464 w 6627"/>
                  <a:gd name="T77" fmla="*/ 1947 h 3532"/>
                  <a:gd name="T78" fmla="*/ 228 w 6627"/>
                  <a:gd name="T79" fmla="*/ 1948 h 3532"/>
                  <a:gd name="T80" fmla="*/ 2406 w 6627"/>
                  <a:gd name="T81" fmla="*/ 1978 h 3532"/>
                  <a:gd name="T82" fmla="*/ 1393 w 6627"/>
                  <a:gd name="T83" fmla="*/ 2195 h 3532"/>
                  <a:gd name="T84" fmla="*/ 1049 w 6627"/>
                  <a:gd name="T85" fmla="*/ 2879 h 3532"/>
                  <a:gd name="T86" fmla="*/ 2192 w 6627"/>
                  <a:gd name="T87" fmla="*/ 2652 h 3532"/>
                  <a:gd name="T88" fmla="*/ 4147 w 6627"/>
                  <a:gd name="T89" fmla="*/ 2621 h 3532"/>
                  <a:gd name="T90" fmla="*/ 4293 w 6627"/>
                  <a:gd name="T91" fmla="*/ 2720 h 3532"/>
                  <a:gd name="T92" fmla="*/ 5261 w 6627"/>
                  <a:gd name="T93" fmla="*/ 2590 h 3532"/>
                  <a:gd name="T94" fmla="*/ 5353 w 6627"/>
                  <a:gd name="T95" fmla="*/ 2852 h 3532"/>
                  <a:gd name="T96" fmla="*/ 5447 w 6627"/>
                  <a:gd name="T97" fmla="*/ 2883 h 3532"/>
                  <a:gd name="T98" fmla="*/ 6242 w 6627"/>
                  <a:gd name="T99" fmla="*/ 2720 h 3532"/>
                  <a:gd name="T100" fmla="*/ 6359 w 6627"/>
                  <a:gd name="T101" fmla="*/ 2705 h 3532"/>
                  <a:gd name="T102" fmla="*/ 2486 w 6627"/>
                  <a:gd name="T103" fmla="*/ 2787 h 3532"/>
                  <a:gd name="T104" fmla="*/ 9 w 6627"/>
                  <a:gd name="T105" fmla="*/ 2648 h 3532"/>
                  <a:gd name="T106" fmla="*/ 119 w 6627"/>
                  <a:gd name="T107" fmla="*/ 2598 h 3532"/>
                  <a:gd name="T108" fmla="*/ 3286 w 6627"/>
                  <a:gd name="T109" fmla="*/ 2865 h 3532"/>
                  <a:gd name="T110" fmla="*/ 412 w 6627"/>
                  <a:gd name="T111" fmla="*/ 2816 h 3532"/>
                  <a:gd name="T112" fmla="*/ 1295 w 6627"/>
                  <a:gd name="T113" fmla="*/ 2877 h 3532"/>
                  <a:gd name="T114" fmla="*/ 3517 w 6627"/>
                  <a:gd name="T115" fmla="*/ 2631 h 3532"/>
                  <a:gd name="T116" fmla="*/ 6574 w 6627"/>
                  <a:gd name="T117" fmla="*/ 2648 h 3532"/>
                  <a:gd name="T118" fmla="*/ 4483 w 6627"/>
                  <a:gd name="T119" fmla="*/ 2763 h 3532"/>
                  <a:gd name="T120" fmla="*/ 34 w 6627"/>
                  <a:gd name="T121" fmla="*/ 3374 h 3532"/>
                  <a:gd name="T122" fmla="*/ 167 w 6627"/>
                  <a:gd name="T123" fmla="*/ 3333 h 3532"/>
                  <a:gd name="T124" fmla="*/ 355 w 6627"/>
                  <a:gd name="T125" fmla="*/ 3244 h 3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27" h="3532">
                    <a:moveTo>
                      <a:pt x="6411" y="0"/>
                    </a:moveTo>
                    <a:cubicBezTo>
                      <a:pt x="6402" y="0"/>
                      <a:pt x="6394" y="0"/>
                      <a:pt x="6386" y="2"/>
                    </a:cubicBezTo>
                    <a:cubicBezTo>
                      <a:pt x="6378" y="4"/>
                      <a:pt x="6371" y="7"/>
                      <a:pt x="6364" y="9"/>
                    </a:cubicBezTo>
                    <a:cubicBezTo>
                      <a:pt x="6358" y="12"/>
                      <a:pt x="6353" y="14"/>
                      <a:pt x="6348" y="16"/>
                    </a:cubicBezTo>
                    <a:cubicBezTo>
                      <a:pt x="6344" y="19"/>
                      <a:pt x="6341" y="22"/>
                      <a:pt x="6339" y="23"/>
                    </a:cubicBezTo>
                    <a:cubicBezTo>
                      <a:pt x="6338" y="25"/>
                      <a:pt x="6336" y="26"/>
                      <a:pt x="6336" y="27"/>
                    </a:cubicBezTo>
                    <a:cubicBezTo>
                      <a:pt x="6335" y="28"/>
                      <a:pt x="6334" y="29"/>
                      <a:pt x="6334" y="30"/>
                    </a:cubicBezTo>
                    <a:cubicBezTo>
                      <a:pt x="6334" y="32"/>
                      <a:pt x="6333" y="32"/>
                      <a:pt x="6333" y="34"/>
                    </a:cubicBezTo>
                    <a:cubicBezTo>
                      <a:pt x="6333" y="36"/>
                      <a:pt x="6333" y="38"/>
                      <a:pt x="6333" y="40"/>
                    </a:cubicBezTo>
                    <a:cubicBezTo>
                      <a:pt x="6333" y="43"/>
                      <a:pt x="6333" y="46"/>
                      <a:pt x="6333" y="48"/>
                    </a:cubicBezTo>
                    <a:cubicBezTo>
                      <a:pt x="6334" y="50"/>
                      <a:pt x="6334" y="52"/>
                      <a:pt x="6335" y="53"/>
                    </a:cubicBezTo>
                    <a:cubicBezTo>
                      <a:pt x="6336" y="55"/>
                      <a:pt x="6336" y="55"/>
                      <a:pt x="6337" y="56"/>
                    </a:cubicBezTo>
                    <a:cubicBezTo>
                      <a:pt x="6338" y="57"/>
                      <a:pt x="6338" y="57"/>
                      <a:pt x="6339" y="57"/>
                    </a:cubicBezTo>
                    <a:cubicBezTo>
                      <a:pt x="6341" y="57"/>
                      <a:pt x="6344" y="56"/>
                      <a:pt x="6347" y="53"/>
                    </a:cubicBezTo>
                    <a:cubicBezTo>
                      <a:pt x="6351" y="51"/>
                      <a:pt x="6355" y="48"/>
                      <a:pt x="6361" y="45"/>
                    </a:cubicBezTo>
                    <a:cubicBezTo>
                      <a:pt x="6366" y="43"/>
                      <a:pt x="6373" y="39"/>
                      <a:pt x="6380" y="37"/>
                    </a:cubicBezTo>
                    <a:cubicBezTo>
                      <a:pt x="6387" y="34"/>
                      <a:pt x="6395" y="33"/>
                      <a:pt x="6404" y="33"/>
                    </a:cubicBezTo>
                    <a:cubicBezTo>
                      <a:pt x="6411" y="33"/>
                      <a:pt x="6418" y="34"/>
                      <a:pt x="6424" y="37"/>
                    </a:cubicBezTo>
                    <a:cubicBezTo>
                      <a:pt x="6430" y="39"/>
                      <a:pt x="6435" y="43"/>
                      <a:pt x="6439" y="47"/>
                    </a:cubicBezTo>
                    <a:cubicBezTo>
                      <a:pt x="6443" y="51"/>
                      <a:pt x="6446" y="57"/>
                      <a:pt x="6448" y="62"/>
                    </a:cubicBezTo>
                    <a:cubicBezTo>
                      <a:pt x="6450" y="68"/>
                      <a:pt x="6451" y="74"/>
                      <a:pt x="6451" y="80"/>
                    </a:cubicBezTo>
                    <a:cubicBezTo>
                      <a:pt x="6451" y="86"/>
                      <a:pt x="6450" y="93"/>
                      <a:pt x="6449" y="100"/>
                    </a:cubicBezTo>
                    <a:cubicBezTo>
                      <a:pt x="6447" y="107"/>
                      <a:pt x="6445" y="115"/>
                      <a:pt x="6441" y="124"/>
                    </a:cubicBezTo>
                    <a:cubicBezTo>
                      <a:pt x="6437" y="133"/>
                      <a:pt x="6430" y="143"/>
                      <a:pt x="6422" y="154"/>
                    </a:cubicBezTo>
                    <a:cubicBezTo>
                      <a:pt x="6415" y="165"/>
                      <a:pt x="6405" y="177"/>
                      <a:pt x="6392" y="190"/>
                    </a:cubicBezTo>
                    <a:lnTo>
                      <a:pt x="6337" y="248"/>
                    </a:lnTo>
                    <a:cubicBezTo>
                      <a:pt x="6335" y="250"/>
                      <a:pt x="6333" y="253"/>
                      <a:pt x="6332" y="254"/>
                    </a:cubicBezTo>
                    <a:cubicBezTo>
                      <a:pt x="6331" y="256"/>
                      <a:pt x="6330" y="257"/>
                      <a:pt x="6330" y="259"/>
                    </a:cubicBezTo>
                    <a:cubicBezTo>
                      <a:pt x="6329" y="261"/>
                      <a:pt x="6328" y="263"/>
                      <a:pt x="6328" y="265"/>
                    </a:cubicBezTo>
                    <a:cubicBezTo>
                      <a:pt x="6328" y="267"/>
                      <a:pt x="6328" y="270"/>
                      <a:pt x="6328" y="273"/>
                    </a:cubicBezTo>
                    <a:cubicBezTo>
                      <a:pt x="6328" y="276"/>
                      <a:pt x="6328" y="279"/>
                      <a:pt x="6329" y="281"/>
                    </a:cubicBezTo>
                    <a:cubicBezTo>
                      <a:pt x="6329" y="283"/>
                      <a:pt x="6329" y="285"/>
                      <a:pt x="6331" y="286"/>
                    </a:cubicBezTo>
                    <a:cubicBezTo>
                      <a:pt x="6332" y="287"/>
                      <a:pt x="6333" y="288"/>
                      <a:pt x="6335" y="289"/>
                    </a:cubicBezTo>
                    <a:cubicBezTo>
                      <a:pt x="6337" y="289"/>
                      <a:pt x="6338" y="289"/>
                      <a:pt x="6340" y="289"/>
                    </a:cubicBezTo>
                    <a:lnTo>
                      <a:pt x="6498" y="289"/>
                    </a:lnTo>
                    <a:cubicBezTo>
                      <a:pt x="6499" y="289"/>
                      <a:pt x="6501" y="289"/>
                      <a:pt x="6502" y="288"/>
                    </a:cubicBezTo>
                    <a:cubicBezTo>
                      <a:pt x="6503" y="287"/>
                      <a:pt x="6504" y="287"/>
                      <a:pt x="6504" y="285"/>
                    </a:cubicBezTo>
                    <a:cubicBezTo>
                      <a:pt x="6505" y="284"/>
                      <a:pt x="6506" y="282"/>
                      <a:pt x="6506" y="280"/>
                    </a:cubicBezTo>
                    <a:cubicBezTo>
                      <a:pt x="6506" y="278"/>
                      <a:pt x="6506" y="276"/>
                      <a:pt x="6506" y="273"/>
                    </a:cubicBezTo>
                    <a:cubicBezTo>
                      <a:pt x="6506" y="270"/>
                      <a:pt x="6506" y="268"/>
                      <a:pt x="6506" y="266"/>
                    </a:cubicBezTo>
                    <a:cubicBezTo>
                      <a:pt x="6506" y="264"/>
                      <a:pt x="6505" y="262"/>
                      <a:pt x="6504" y="261"/>
                    </a:cubicBezTo>
                    <a:cubicBezTo>
                      <a:pt x="6504" y="259"/>
                      <a:pt x="6502" y="259"/>
                      <a:pt x="6501" y="258"/>
                    </a:cubicBezTo>
                    <a:cubicBezTo>
                      <a:pt x="6500" y="257"/>
                      <a:pt x="6499" y="257"/>
                      <a:pt x="6498" y="257"/>
                    </a:cubicBezTo>
                    <a:lnTo>
                      <a:pt x="6374" y="257"/>
                    </a:lnTo>
                    <a:lnTo>
                      <a:pt x="6419" y="210"/>
                    </a:lnTo>
                    <a:cubicBezTo>
                      <a:pt x="6435" y="193"/>
                      <a:pt x="6449" y="178"/>
                      <a:pt x="6458" y="165"/>
                    </a:cubicBezTo>
                    <a:cubicBezTo>
                      <a:pt x="6468" y="153"/>
                      <a:pt x="6475" y="141"/>
                      <a:pt x="6481" y="130"/>
                    </a:cubicBezTo>
                    <a:cubicBezTo>
                      <a:pt x="6486" y="120"/>
                      <a:pt x="6489" y="110"/>
                      <a:pt x="6491" y="101"/>
                    </a:cubicBezTo>
                    <a:cubicBezTo>
                      <a:pt x="6493" y="92"/>
                      <a:pt x="6494" y="83"/>
                      <a:pt x="6494" y="74"/>
                    </a:cubicBezTo>
                    <a:cubicBezTo>
                      <a:pt x="6494" y="64"/>
                      <a:pt x="6492" y="54"/>
                      <a:pt x="6488" y="45"/>
                    </a:cubicBezTo>
                    <a:cubicBezTo>
                      <a:pt x="6485" y="37"/>
                      <a:pt x="6479" y="28"/>
                      <a:pt x="6473" y="22"/>
                    </a:cubicBezTo>
                    <a:cubicBezTo>
                      <a:pt x="6466" y="15"/>
                      <a:pt x="6457" y="10"/>
                      <a:pt x="6447" y="6"/>
                    </a:cubicBezTo>
                    <a:cubicBezTo>
                      <a:pt x="6437" y="2"/>
                      <a:pt x="6425" y="0"/>
                      <a:pt x="6411" y="0"/>
                    </a:cubicBezTo>
                    <a:close/>
                    <a:moveTo>
                      <a:pt x="5389" y="0"/>
                    </a:moveTo>
                    <a:cubicBezTo>
                      <a:pt x="5386" y="0"/>
                      <a:pt x="5383" y="1"/>
                      <a:pt x="5382" y="1"/>
                    </a:cubicBezTo>
                    <a:cubicBezTo>
                      <a:pt x="5380" y="1"/>
                      <a:pt x="5379" y="1"/>
                      <a:pt x="5377" y="1"/>
                    </a:cubicBezTo>
                    <a:cubicBezTo>
                      <a:pt x="5376" y="2"/>
                      <a:pt x="5375" y="2"/>
                      <a:pt x="5374" y="2"/>
                    </a:cubicBezTo>
                    <a:cubicBezTo>
                      <a:pt x="5373" y="3"/>
                      <a:pt x="5373" y="3"/>
                      <a:pt x="5372" y="3"/>
                    </a:cubicBezTo>
                    <a:lnTo>
                      <a:pt x="5306" y="45"/>
                    </a:lnTo>
                    <a:cubicBezTo>
                      <a:pt x="5304" y="46"/>
                      <a:pt x="5304" y="47"/>
                      <a:pt x="5303" y="48"/>
                    </a:cubicBezTo>
                    <a:cubicBezTo>
                      <a:pt x="5302" y="49"/>
                      <a:pt x="5301" y="50"/>
                      <a:pt x="5300" y="52"/>
                    </a:cubicBezTo>
                    <a:cubicBezTo>
                      <a:pt x="5300" y="53"/>
                      <a:pt x="5300" y="54"/>
                      <a:pt x="5300" y="56"/>
                    </a:cubicBezTo>
                    <a:cubicBezTo>
                      <a:pt x="5299" y="58"/>
                      <a:pt x="5300" y="60"/>
                      <a:pt x="5300" y="62"/>
                    </a:cubicBezTo>
                    <a:cubicBezTo>
                      <a:pt x="5300" y="66"/>
                      <a:pt x="5300" y="68"/>
                      <a:pt x="5300" y="70"/>
                    </a:cubicBezTo>
                    <a:cubicBezTo>
                      <a:pt x="5301" y="72"/>
                      <a:pt x="5301" y="75"/>
                      <a:pt x="5302" y="75"/>
                    </a:cubicBezTo>
                    <a:cubicBezTo>
                      <a:pt x="5303" y="76"/>
                      <a:pt x="5305" y="77"/>
                      <a:pt x="5307" y="76"/>
                    </a:cubicBezTo>
                    <a:cubicBezTo>
                      <a:pt x="5308" y="76"/>
                      <a:pt x="5310" y="75"/>
                      <a:pt x="5313" y="74"/>
                    </a:cubicBezTo>
                    <a:lnTo>
                      <a:pt x="5368" y="41"/>
                    </a:lnTo>
                    <a:lnTo>
                      <a:pt x="5368" y="258"/>
                    </a:lnTo>
                    <a:lnTo>
                      <a:pt x="5308" y="258"/>
                    </a:lnTo>
                    <a:cubicBezTo>
                      <a:pt x="5307" y="258"/>
                      <a:pt x="5307" y="258"/>
                      <a:pt x="5306" y="259"/>
                    </a:cubicBezTo>
                    <a:cubicBezTo>
                      <a:pt x="5305" y="260"/>
                      <a:pt x="5304" y="260"/>
                      <a:pt x="5303" y="262"/>
                    </a:cubicBezTo>
                    <a:cubicBezTo>
                      <a:pt x="5302" y="263"/>
                      <a:pt x="5302" y="264"/>
                      <a:pt x="5301" y="266"/>
                    </a:cubicBezTo>
                    <a:cubicBezTo>
                      <a:pt x="5301" y="268"/>
                      <a:pt x="5300" y="270"/>
                      <a:pt x="5300" y="273"/>
                    </a:cubicBezTo>
                    <a:cubicBezTo>
                      <a:pt x="5300" y="276"/>
                      <a:pt x="5301" y="278"/>
                      <a:pt x="5301" y="280"/>
                    </a:cubicBezTo>
                    <a:cubicBezTo>
                      <a:pt x="5302" y="282"/>
                      <a:pt x="5302" y="283"/>
                      <a:pt x="5303" y="284"/>
                    </a:cubicBezTo>
                    <a:cubicBezTo>
                      <a:pt x="5304" y="286"/>
                      <a:pt x="5305" y="287"/>
                      <a:pt x="5306" y="287"/>
                    </a:cubicBezTo>
                    <a:cubicBezTo>
                      <a:pt x="5307" y="288"/>
                      <a:pt x="5307" y="288"/>
                      <a:pt x="5308" y="288"/>
                    </a:cubicBezTo>
                    <a:lnTo>
                      <a:pt x="5457" y="288"/>
                    </a:lnTo>
                    <a:cubicBezTo>
                      <a:pt x="5459" y="288"/>
                      <a:pt x="5460" y="288"/>
                      <a:pt x="5461" y="287"/>
                    </a:cubicBezTo>
                    <a:cubicBezTo>
                      <a:pt x="5462" y="287"/>
                      <a:pt x="5462" y="286"/>
                      <a:pt x="5463" y="284"/>
                    </a:cubicBezTo>
                    <a:cubicBezTo>
                      <a:pt x="5463" y="283"/>
                      <a:pt x="5464" y="282"/>
                      <a:pt x="5465" y="280"/>
                    </a:cubicBezTo>
                    <a:cubicBezTo>
                      <a:pt x="5465" y="278"/>
                      <a:pt x="5465" y="276"/>
                      <a:pt x="5465" y="273"/>
                    </a:cubicBezTo>
                    <a:cubicBezTo>
                      <a:pt x="5465" y="270"/>
                      <a:pt x="5466" y="268"/>
                      <a:pt x="5465" y="266"/>
                    </a:cubicBezTo>
                    <a:cubicBezTo>
                      <a:pt x="5465" y="264"/>
                      <a:pt x="5464" y="263"/>
                      <a:pt x="5464" y="262"/>
                    </a:cubicBezTo>
                    <a:cubicBezTo>
                      <a:pt x="5463" y="260"/>
                      <a:pt x="5462" y="260"/>
                      <a:pt x="5461" y="259"/>
                    </a:cubicBezTo>
                    <a:cubicBezTo>
                      <a:pt x="5460" y="258"/>
                      <a:pt x="5459" y="258"/>
                      <a:pt x="5457" y="258"/>
                    </a:cubicBezTo>
                    <a:lnTo>
                      <a:pt x="5406" y="258"/>
                    </a:lnTo>
                    <a:lnTo>
                      <a:pt x="5406" y="7"/>
                    </a:lnTo>
                    <a:cubicBezTo>
                      <a:pt x="5406" y="6"/>
                      <a:pt x="5406" y="6"/>
                      <a:pt x="5405" y="5"/>
                    </a:cubicBezTo>
                    <a:cubicBezTo>
                      <a:pt x="5405" y="4"/>
                      <a:pt x="5404" y="3"/>
                      <a:pt x="5403" y="2"/>
                    </a:cubicBezTo>
                    <a:cubicBezTo>
                      <a:pt x="5401" y="2"/>
                      <a:pt x="5400" y="2"/>
                      <a:pt x="5398" y="1"/>
                    </a:cubicBezTo>
                    <a:cubicBezTo>
                      <a:pt x="5395" y="1"/>
                      <a:pt x="5392" y="0"/>
                      <a:pt x="5389" y="0"/>
                    </a:cubicBezTo>
                    <a:close/>
                    <a:moveTo>
                      <a:pt x="206" y="646"/>
                    </a:moveTo>
                    <a:cubicBezTo>
                      <a:pt x="197" y="646"/>
                      <a:pt x="188" y="647"/>
                      <a:pt x="180" y="649"/>
                    </a:cubicBezTo>
                    <a:cubicBezTo>
                      <a:pt x="172" y="650"/>
                      <a:pt x="165" y="652"/>
                      <a:pt x="159" y="655"/>
                    </a:cubicBezTo>
                    <a:cubicBezTo>
                      <a:pt x="153" y="657"/>
                      <a:pt x="147" y="660"/>
                      <a:pt x="143" y="663"/>
                    </a:cubicBezTo>
                    <a:cubicBezTo>
                      <a:pt x="139" y="665"/>
                      <a:pt x="135" y="668"/>
                      <a:pt x="134" y="669"/>
                    </a:cubicBezTo>
                    <a:cubicBezTo>
                      <a:pt x="133" y="670"/>
                      <a:pt x="132" y="672"/>
                      <a:pt x="131" y="673"/>
                    </a:cubicBezTo>
                    <a:cubicBezTo>
                      <a:pt x="131" y="674"/>
                      <a:pt x="130" y="675"/>
                      <a:pt x="130" y="676"/>
                    </a:cubicBezTo>
                    <a:cubicBezTo>
                      <a:pt x="129" y="677"/>
                      <a:pt x="129" y="679"/>
                      <a:pt x="129" y="680"/>
                    </a:cubicBezTo>
                    <a:cubicBezTo>
                      <a:pt x="129" y="682"/>
                      <a:pt x="129" y="684"/>
                      <a:pt x="129" y="686"/>
                    </a:cubicBezTo>
                    <a:cubicBezTo>
                      <a:pt x="129" y="689"/>
                      <a:pt x="129" y="692"/>
                      <a:pt x="129" y="694"/>
                    </a:cubicBezTo>
                    <a:cubicBezTo>
                      <a:pt x="129" y="696"/>
                      <a:pt x="129" y="698"/>
                      <a:pt x="130" y="699"/>
                    </a:cubicBezTo>
                    <a:cubicBezTo>
                      <a:pt x="130" y="700"/>
                      <a:pt x="131" y="700"/>
                      <a:pt x="132" y="701"/>
                    </a:cubicBezTo>
                    <a:cubicBezTo>
                      <a:pt x="133" y="701"/>
                      <a:pt x="134" y="702"/>
                      <a:pt x="135" y="702"/>
                    </a:cubicBezTo>
                    <a:cubicBezTo>
                      <a:pt x="136" y="702"/>
                      <a:pt x="139" y="700"/>
                      <a:pt x="143" y="697"/>
                    </a:cubicBezTo>
                    <a:cubicBezTo>
                      <a:pt x="147" y="695"/>
                      <a:pt x="151" y="692"/>
                      <a:pt x="156" y="689"/>
                    </a:cubicBezTo>
                    <a:cubicBezTo>
                      <a:pt x="162" y="686"/>
                      <a:pt x="168" y="684"/>
                      <a:pt x="176" y="681"/>
                    </a:cubicBezTo>
                    <a:cubicBezTo>
                      <a:pt x="183" y="679"/>
                      <a:pt x="191" y="677"/>
                      <a:pt x="199" y="677"/>
                    </a:cubicBezTo>
                    <a:cubicBezTo>
                      <a:pt x="207" y="677"/>
                      <a:pt x="214" y="678"/>
                      <a:pt x="220" y="680"/>
                    </a:cubicBezTo>
                    <a:cubicBezTo>
                      <a:pt x="226" y="683"/>
                      <a:pt x="231" y="686"/>
                      <a:pt x="235" y="690"/>
                    </a:cubicBezTo>
                    <a:cubicBezTo>
                      <a:pt x="238" y="694"/>
                      <a:pt x="241" y="699"/>
                      <a:pt x="243" y="704"/>
                    </a:cubicBezTo>
                    <a:cubicBezTo>
                      <a:pt x="244" y="710"/>
                      <a:pt x="246" y="715"/>
                      <a:pt x="246" y="721"/>
                    </a:cubicBezTo>
                    <a:cubicBezTo>
                      <a:pt x="246" y="729"/>
                      <a:pt x="245" y="737"/>
                      <a:pt x="242" y="743"/>
                    </a:cubicBezTo>
                    <a:cubicBezTo>
                      <a:pt x="239" y="750"/>
                      <a:pt x="235" y="755"/>
                      <a:pt x="229" y="760"/>
                    </a:cubicBezTo>
                    <a:cubicBezTo>
                      <a:pt x="224" y="765"/>
                      <a:pt x="217" y="768"/>
                      <a:pt x="209" y="770"/>
                    </a:cubicBezTo>
                    <a:cubicBezTo>
                      <a:pt x="201" y="773"/>
                      <a:pt x="193" y="774"/>
                      <a:pt x="183" y="774"/>
                    </a:cubicBezTo>
                    <a:lnTo>
                      <a:pt x="159" y="774"/>
                    </a:lnTo>
                    <a:cubicBezTo>
                      <a:pt x="157" y="774"/>
                      <a:pt x="156" y="774"/>
                      <a:pt x="155" y="775"/>
                    </a:cubicBezTo>
                    <a:cubicBezTo>
                      <a:pt x="154" y="775"/>
                      <a:pt x="153" y="776"/>
                      <a:pt x="152" y="777"/>
                    </a:cubicBezTo>
                    <a:cubicBezTo>
                      <a:pt x="151" y="779"/>
                      <a:pt x="150" y="780"/>
                      <a:pt x="150" y="782"/>
                    </a:cubicBezTo>
                    <a:cubicBezTo>
                      <a:pt x="149" y="784"/>
                      <a:pt x="150" y="786"/>
                      <a:pt x="150" y="789"/>
                    </a:cubicBezTo>
                    <a:cubicBezTo>
                      <a:pt x="150" y="792"/>
                      <a:pt x="149" y="794"/>
                      <a:pt x="150" y="796"/>
                    </a:cubicBezTo>
                    <a:cubicBezTo>
                      <a:pt x="150" y="798"/>
                      <a:pt x="152" y="799"/>
                      <a:pt x="153" y="800"/>
                    </a:cubicBezTo>
                    <a:cubicBezTo>
                      <a:pt x="153" y="802"/>
                      <a:pt x="154" y="803"/>
                      <a:pt x="155" y="803"/>
                    </a:cubicBezTo>
                    <a:cubicBezTo>
                      <a:pt x="156" y="804"/>
                      <a:pt x="158" y="804"/>
                      <a:pt x="159" y="804"/>
                    </a:cubicBezTo>
                    <a:lnTo>
                      <a:pt x="185" y="804"/>
                    </a:lnTo>
                    <a:cubicBezTo>
                      <a:pt x="197" y="804"/>
                      <a:pt x="207" y="805"/>
                      <a:pt x="216" y="807"/>
                    </a:cubicBezTo>
                    <a:cubicBezTo>
                      <a:pt x="225" y="810"/>
                      <a:pt x="232" y="814"/>
                      <a:pt x="238" y="819"/>
                    </a:cubicBezTo>
                    <a:cubicBezTo>
                      <a:pt x="244" y="824"/>
                      <a:pt x="249" y="829"/>
                      <a:pt x="252" y="836"/>
                    </a:cubicBezTo>
                    <a:cubicBezTo>
                      <a:pt x="255" y="842"/>
                      <a:pt x="257" y="849"/>
                      <a:pt x="257" y="857"/>
                    </a:cubicBezTo>
                    <a:cubicBezTo>
                      <a:pt x="257" y="864"/>
                      <a:pt x="256" y="872"/>
                      <a:pt x="253" y="878"/>
                    </a:cubicBezTo>
                    <a:cubicBezTo>
                      <a:pt x="251" y="884"/>
                      <a:pt x="247" y="889"/>
                      <a:pt x="242" y="894"/>
                    </a:cubicBezTo>
                    <a:cubicBezTo>
                      <a:pt x="237" y="898"/>
                      <a:pt x="230" y="902"/>
                      <a:pt x="223" y="904"/>
                    </a:cubicBezTo>
                    <a:cubicBezTo>
                      <a:pt x="216" y="907"/>
                      <a:pt x="207" y="908"/>
                      <a:pt x="198" y="908"/>
                    </a:cubicBezTo>
                    <a:cubicBezTo>
                      <a:pt x="188" y="908"/>
                      <a:pt x="179" y="907"/>
                      <a:pt x="171" y="904"/>
                    </a:cubicBezTo>
                    <a:cubicBezTo>
                      <a:pt x="163" y="902"/>
                      <a:pt x="155" y="900"/>
                      <a:pt x="149" y="897"/>
                    </a:cubicBezTo>
                    <a:cubicBezTo>
                      <a:pt x="143" y="895"/>
                      <a:pt x="138" y="892"/>
                      <a:pt x="134" y="889"/>
                    </a:cubicBezTo>
                    <a:cubicBezTo>
                      <a:pt x="130" y="887"/>
                      <a:pt x="127" y="886"/>
                      <a:pt x="126" y="886"/>
                    </a:cubicBezTo>
                    <a:cubicBezTo>
                      <a:pt x="124" y="886"/>
                      <a:pt x="123" y="887"/>
                      <a:pt x="122" y="889"/>
                    </a:cubicBezTo>
                    <a:cubicBezTo>
                      <a:pt x="121" y="891"/>
                      <a:pt x="121" y="895"/>
                      <a:pt x="121" y="900"/>
                    </a:cubicBezTo>
                    <a:cubicBezTo>
                      <a:pt x="121" y="903"/>
                      <a:pt x="121" y="906"/>
                      <a:pt x="121" y="908"/>
                    </a:cubicBezTo>
                    <a:cubicBezTo>
                      <a:pt x="121" y="910"/>
                      <a:pt x="121" y="912"/>
                      <a:pt x="122" y="913"/>
                    </a:cubicBezTo>
                    <a:cubicBezTo>
                      <a:pt x="122" y="915"/>
                      <a:pt x="123" y="916"/>
                      <a:pt x="123" y="917"/>
                    </a:cubicBezTo>
                    <a:cubicBezTo>
                      <a:pt x="124" y="918"/>
                      <a:pt x="125" y="919"/>
                      <a:pt x="126" y="920"/>
                    </a:cubicBezTo>
                    <a:cubicBezTo>
                      <a:pt x="127" y="921"/>
                      <a:pt x="130" y="922"/>
                      <a:pt x="134" y="925"/>
                    </a:cubicBezTo>
                    <a:cubicBezTo>
                      <a:pt x="138" y="927"/>
                      <a:pt x="143" y="930"/>
                      <a:pt x="150" y="932"/>
                    </a:cubicBezTo>
                    <a:cubicBezTo>
                      <a:pt x="156" y="934"/>
                      <a:pt x="164" y="936"/>
                      <a:pt x="172" y="937"/>
                    </a:cubicBezTo>
                    <a:cubicBezTo>
                      <a:pt x="180" y="939"/>
                      <a:pt x="190" y="940"/>
                      <a:pt x="199" y="940"/>
                    </a:cubicBezTo>
                    <a:cubicBezTo>
                      <a:pt x="215" y="940"/>
                      <a:pt x="229" y="938"/>
                      <a:pt x="242" y="934"/>
                    </a:cubicBezTo>
                    <a:cubicBezTo>
                      <a:pt x="254" y="930"/>
                      <a:pt x="264" y="923"/>
                      <a:pt x="273" y="916"/>
                    </a:cubicBezTo>
                    <a:cubicBezTo>
                      <a:pt x="281" y="908"/>
                      <a:pt x="288" y="900"/>
                      <a:pt x="293" y="889"/>
                    </a:cubicBezTo>
                    <a:cubicBezTo>
                      <a:pt x="297" y="879"/>
                      <a:pt x="299" y="866"/>
                      <a:pt x="299" y="853"/>
                    </a:cubicBezTo>
                    <a:lnTo>
                      <a:pt x="300" y="853"/>
                    </a:lnTo>
                    <a:cubicBezTo>
                      <a:pt x="300" y="844"/>
                      <a:pt x="298" y="837"/>
                      <a:pt x="295" y="829"/>
                    </a:cubicBezTo>
                    <a:cubicBezTo>
                      <a:pt x="291" y="821"/>
                      <a:pt x="286" y="813"/>
                      <a:pt x="280" y="807"/>
                    </a:cubicBezTo>
                    <a:cubicBezTo>
                      <a:pt x="275" y="802"/>
                      <a:pt x="267" y="797"/>
                      <a:pt x="259" y="793"/>
                    </a:cubicBezTo>
                    <a:cubicBezTo>
                      <a:pt x="251" y="789"/>
                      <a:pt x="243" y="786"/>
                      <a:pt x="233" y="785"/>
                    </a:cubicBezTo>
                    <a:cubicBezTo>
                      <a:pt x="242" y="784"/>
                      <a:pt x="249" y="781"/>
                      <a:pt x="256" y="777"/>
                    </a:cubicBezTo>
                    <a:cubicBezTo>
                      <a:pt x="262" y="772"/>
                      <a:pt x="268" y="768"/>
                      <a:pt x="273" y="762"/>
                    </a:cubicBezTo>
                    <a:cubicBezTo>
                      <a:pt x="277" y="756"/>
                      <a:pt x="281" y="749"/>
                      <a:pt x="283" y="741"/>
                    </a:cubicBezTo>
                    <a:cubicBezTo>
                      <a:pt x="285" y="734"/>
                      <a:pt x="287" y="725"/>
                      <a:pt x="287" y="716"/>
                    </a:cubicBezTo>
                    <a:cubicBezTo>
                      <a:pt x="287" y="705"/>
                      <a:pt x="285" y="696"/>
                      <a:pt x="281" y="688"/>
                    </a:cubicBezTo>
                    <a:cubicBezTo>
                      <a:pt x="278" y="679"/>
                      <a:pt x="273" y="672"/>
                      <a:pt x="266" y="665"/>
                    </a:cubicBezTo>
                    <a:cubicBezTo>
                      <a:pt x="260" y="659"/>
                      <a:pt x="252" y="654"/>
                      <a:pt x="242" y="650"/>
                    </a:cubicBezTo>
                    <a:cubicBezTo>
                      <a:pt x="232" y="647"/>
                      <a:pt x="220" y="646"/>
                      <a:pt x="206" y="646"/>
                    </a:cubicBezTo>
                    <a:close/>
                    <a:moveTo>
                      <a:pt x="3338" y="646"/>
                    </a:moveTo>
                    <a:cubicBezTo>
                      <a:pt x="3322" y="646"/>
                      <a:pt x="3308" y="648"/>
                      <a:pt x="3296" y="652"/>
                    </a:cubicBezTo>
                    <a:cubicBezTo>
                      <a:pt x="3284" y="657"/>
                      <a:pt x="3273" y="663"/>
                      <a:pt x="3264" y="671"/>
                    </a:cubicBezTo>
                    <a:cubicBezTo>
                      <a:pt x="3255" y="678"/>
                      <a:pt x="3249" y="687"/>
                      <a:pt x="3243" y="697"/>
                    </a:cubicBezTo>
                    <a:cubicBezTo>
                      <a:pt x="3237" y="707"/>
                      <a:pt x="3232" y="718"/>
                      <a:pt x="3229" y="730"/>
                    </a:cubicBezTo>
                    <a:cubicBezTo>
                      <a:pt x="3225" y="741"/>
                      <a:pt x="3223" y="754"/>
                      <a:pt x="3222" y="766"/>
                    </a:cubicBezTo>
                    <a:cubicBezTo>
                      <a:pt x="3220" y="779"/>
                      <a:pt x="3220" y="791"/>
                      <a:pt x="3220" y="803"/>
                    </a:cubicBezTo>
                    <a:cubicBezTo>
                      <a:pt x="3220" y="817"/>
                      <a:pt x="3221" y="830"/>
                      <a:pt x="3222" y="842"/>
                    </a:cubicBezTo>
                    <a:cubicBezTo>
                      <a:pt x="3223" y="854"/>
                      <a:pt x="3224" y="865"/>
                      <a:pt x="3227" y="875"/>
                    </a:cubicBezTo>
                    <a:cubicBezTo>
                      <a:pt x="3230" y="886"/>
                      <a:pt x="3234" y="895"/>
                      <a:pt x="3239" y="903"/>
                    </a:cubicBezTo>
                    <a:cubicBezTo>
                      <a:pt x="3243" y="911"/>
                      <a:pt x="3248" y="917"/>
                      <a:pt x="3255" y="922"/>
                    </a:cubicBezTo>
                    <a:cubicBezTo>
                      <a:pt x="3262" y="928"/>
                      <a:pt x="3270" y="932"/>
                      <a:pt x="3279" y="935"/>
                    </a:cubicBezTo>
                    <a:cubicBezTo>
                      <a:pt x="3288" y="938"/>
                      <a:pt x="3299" y="940"/>
                      <a:pt x="3311" y="940"/>
                    </a:cubicBezTo>
                    <a:cubicBezTo>
                      <a:pt x="3327" y="940"/>
                      <a:pt x="3342" y="936"/>
                      <a:pt x="3354" y="931"/>
                    </a:cubicBezTo>
                    <a:cubicBezTo>
                      <a:pt x="3366" y="926"/>
                      <a:pt x="3376" y="919"/>
                      <a:pt x="3384" y="910"/>
                    </a:cubicBezTo>
                    <a:cubicBezTo>
                      <a:pt x="3392" y="901"/>
                      <a:pt x="3398" y="891"/>
                      <a:pt x="3402" y="879"/>
                    </a:cubicBezTo>
                    <a:cubicBezTo>
                      <a:pt x="3405" y="867"/>
                      <a:pt x="3407" y="855"/>
                      <a:pt x="3407" y="843"/>
                    </a:cubicBezTo>
                    <a:cubicBezTo>
                      <a:pt x="3407" y="831"/>
                      <a:pt x="3406" y="820"/>
                      <a:pt x="3403" y="810"/>
                    </a:cubicBezTo>
                    <a:cubicBezTo>
                      <a:pt x="3401" y="800"/>
                      <a:pt x="3396" y="791"/>
                      <a:pt x="3389" y="784"/>
                    </a:cubicBezTo>
                    <a:cubicBezTo>
                      <a:pt x="3383" y="776"/>
                      <a:pt x="3374" y="770"/>
                      <a:pt x="3364" y="766"/>
                    </a:cubicBezTo>
                    <a:cubicBezTo>
                      <a:pt x="3353" y="762"/>
                      <a:pt x="3339" y="760"/>
                      <a:pt x="3324" y="760"/>
                    </a:cubicBezTo>
                    <a:cubicBezTo>
                      <a:pt x="3317" y="760"/>
                      <a:pt x="3310" y="761"/>
                      <a:pt x="3304" y="762"/>
                    </a:cubicBezTo>
                    <a:cubicBezTo>
                      <a:pt x="3297" y="763"/>
                      <a:pt x="3292" y="764"/>
                      <a:pt x="3286" y="766"/>
                    </a:cubicBezTo>
                    <a:cubicBezTo>
                      <a:pt x="3280" y="768"/>
                      <a:pt x="3275" y="770"/>
                      <a:pt x="3270" y="772"/>
                    </a:cubicBezTo>
                    <a:cubicBezTo>
                      <a:pt x="3265" y="774"/>
                      <a:pt x="3262" y="776"/>
                      <a:pt x="3258" y="778"/>
                    </a:cubicBezTo>
                    <a:cubicBezTo>
                      <a:pt x="3258" y="765"/>
                      <a:pt x="3259" y="752"/>
                      <a:pt x="3262" y="740"/>
                    </a:cubicBezTo>
                    <a:cubicBezTo>
                      <a:pt x="3265" y="727"/>
                      <a:pt x="3270" y="716"/>
                      <a:pt x="3276" y="707"/>
                    </a:cubicBezTo>
                    <a:cubicBezTo>
                      <a:pt x="3283" y="698"/>
                      <a:pt x="3291" y="690"/>
                      <a:pt x="3301" y="685"/>
                    </a:cubicBezTo>
                    <a:cubicBezTo>
                      <a:pt x="3311" y="679"/>
                      <a:pt x="3323" y="676"/>
                      <a:pt x="3336" y="676"/>
                    </a:cubicBezTo>
                    <a:cubicBezTo>
                      <a:pt x="3344" y="676"/>
                      <a:pt x="3350" y="677"/>
                      <a:pt x="3356" y="678"/>
                    </a:cubicBezTo>
                    <a:cubicBezTo>
                      <a:pt x="3361" y="679"/>
                      <a:pt x="3366" y="680"/>
                      <a:pt x="3370" y="681"/>
                    </a:cubicBezTo>
                    <a:cubicBezTo>
                      <a:pt x="3374" y="683"/>
                      <a:pt x="3378" y="684"/>
                      <a:pt x="3380" y="685"/>
                    </a:cubicBezTo>
                    <a:cubicBezTo>
                      <a:pt x="3383" y="686"/>
                      <a:pt x="3385" y="686"/>
                      <a:pt x="3387" y="686"/>
                    </a:cubicBezTo>
                    <a:cubicBezTo>
                      <a:pt x="3388" y="686"/>
                      <a:pt x="3389" y="685"/>
                      <a:pt x="3390" y="685"/>
                    </a:cubicBezTo>
                    <a:cubicBezTo>
                      <a:pt x="3391" y="684"/>
                      <a:pt x="3391" y="683"/>
                      <a:pt x="3392" y="682"/>
                    </a:cubicBezTo>
                    <a:cubicBezTo>
                      <a:pt x="3392" y="681"/>
                      <a:pt x="3393" y="680"/>
                      <a:pt x="3393" y="678"/>
                    </a:cubicBezTo>
                    <a:cubicBezTo>
                      <a:pt x="3393" y="676"/>
                      <a:pt x="3393" y="673"/>
                      <a:pt x="3393" y="671"/>
                    </a:cubicBezTo>
                    <a:cubicBezTo>
                      <a:pt x="3393" y="669"/>
                      <a:pt x="3393" y="667"/>
                      <a:pt x="3393" y="665"/>
                    </a:cubicBezTo>
                    <a:cubicBezTo>
                      <a:pt x="3393" y="664"/>
                      <a:pt x="3392" y="663"/>
                      <a:pt x="3392" y="662"/>
                    </a:cubicBezTo>
                    <a:cubicBezTo>
                      <a:pt x="3392" y="661"/>
                      <a:pt x="3392" y="660"/>
                      <a:pt x="3391" y="659"/>
                    </a:cubicBezTo>
                    <a:cubicBezTo>
                      <a:pt x="3391" y="658"/>
                      <a:pt x="3389" y="657"/>
                      <a:pt x="3388" y="657"/>
                    </a:cubicBezTo>
                    <a:cubicBezTo>
                      <a:pt x="3387" y="656"/>
                      <a:pt x="3385" y="654"/>
                      <a:pt x="3382" y="653"/>
                    </a:cubicBezTo>
                    <a:cubicBezTo>
                      <a:pt x="3379" y="652"/>
                      <a:pt x="3375" y="651"/>
                      <a:pt x="3371" y="650"/>
                    </a:cubicBezTo>
                    <a:cubicBezTo>
                      <a:pt x="3366" y="649"/>
                      <a:pt x="3361" y="648"/>
                      <a:pt x="3355" y="647"/>
                    </a:cubicBezTo>
                    <a:cubicBezTo>
                      <a:pt x="3349" y="646"/>
                      <a:pt x="3344" y="646"/>
                      <a:pt x="3338" y="646"/>
                    </a:cubicBezTo>
                    <a:close/>
                    <a:moveTo>
                      <a:pt x="5385" y="646"/>
                    </a:moveTo>
                    <a:cubicBezTo>
                      <a:pt x="5370" y="646"/>
                      <a:pt x="5357" y="648"/>
                      <a:pt x="5345" y="651"/>
                    </a:cubicBezTo>
                    <a:cubicBezTo>
                      <a:pt x="5334" y="655"/>
                      <a:pt x="5325" y="660"/>
                      <a:pt x="5318" y="666"/>
                    </a:cubicBezTo>
                    <a:cubicBezTo>
                      <a:pt x="5311" y="673"/>
                      <a:pt x="5305" y="681"/>
                      <a:pt x="5301" y="689"/>
                    </a:cubicBezTo>
                    <a:cubicBezTo>
                      <a:pt x="5298" y="698"/>
                      <a:pt x="5296" y="708"/>
                      <a:pt x="5296" y="718"/>
                    </a:cubicBezTo>
                    <a:cubicBezTo>
                      <a:pt x="5296" y="725"/>
                      <a:pt x="5297" y="733"/>
                      <a:pt x="5300" y="740"/>
                    </a:cubicBezTo>
                    <a:cubicBezTo>
                      <a:pt x="5302" y="746"/>
                      <a:pt x="5306" y="753"/>
                      <a:pt x="5311" y="759"/>
                    </a:cubicBezTo>
                    <a:cubicBezTo>
                      <a:pt x="5316" y="765"/>
                      <a:pt x="5321" y="771"/>
                      <a:pt x="5328" y="776"/>
                    </a:cubicBezTo>
                    <a:cubicBezTo>
                      <a:pt x="5335" y="781"/>
                      <a:pt x="5343" y="785"/>
                      <a:pt x="5352" y="790"/>
                    </a:cubicBezTo>
                    <a:cubicBezTo>
                      <a:pt x="5341" y="795"/>
                      <a:pt x="5332" y="800"/>
                      <a:pt x="5324" y="806"/>
                    </a:cubicBezTo>
                    <a:cubicBezTo>
                      <a:pt x="5316" y="811"/>
                      <a:pt x="5309" y="817"/>
                      <a:pt x="5303" y="823"/>
                    </a:cubicBezTo>
                    <a:cubicBezTo>
                      <a:pt x="5298" y="830"/>
                      <a:pt x="5294" y="836"/>
                      <a:pt x="5291" y="844"/>
                    </a:cubicBezTo>
                    <a:cubicBezTo>
                      <a:pt x="5288" y="851"/>
                      <a:pt x="5286" y="859"/>
                      <a:pt x="5286" y="868"/>
                    </a:cubicBezTo>
                    <a:cubicBezTo>
                      <a:pt x="5286" y="880"/>
                      <a:pt x="5288" y="890"/>
                      <a:pt x="5293" y="899"/>
                    </a:cubicBezTo>
                    <a:cubicBezTo>
                      <a:pt x="5297" y="908"/>
                      <a:pt x="5303" y="915"/>
                      <a:pt x="5311" y="921"/>
                    </a:cubicBezTo>
                    <a:cubicBezTo>
                      <a:pt x="5319" y="927"/>
                      <a:pt x="5329" y="931"/>
                      <a:pt x="5341" y="934"/>
                    </a:cubicBezTo>
                    <a:cubicBezTo>
                      <a:pt x="5353" y="938"/>
                      <a:pt x="5366" y="940"/>
                      <a:pt x="5381" y="940"/>
                    </a:cubicBezTo>
                    <a:cubicBezTo>
                      <a:pt x="5396" y="940"/>
                      <a:pt x="5410" y="938"/>
                      <a:pt x="5422" y="934"/>
                    </a:cubicBezTo>
                    <a:cubicBezTo>
                      <a:pt x="5434" y="931"/>
                      <a:pt x="5445" y="926"/>
                      <a:pt x="5453" y="919"/>
                    </a:cubicBezTo>
                    <a:cubicBezTo>
                      <a:pt x="5461" y="913"/>
                      <a:pt x="5468" y="904"/>
                      <a:pt x="5472" y="895"/>
                    </a:cubicBezTo>
                    <a:cubicBezTo>
                      <a:pt x="5477" y="885"/>
                      <a:pt x="5479" y="874"/>
                      <a:pt x="5479" y="862"/>
                    </a:cubicBezTo>
                    <a:cubicBezTo>
                      <a:pt x="5479" y="854"/>
                      <a:pt x="5477" y="846"/>
                      <a:pt x="5474" y="839"/>
                    </a:cubicBezTo>
                    <a:cubicBezTo>
                      <a:pt x="5471" y="832"/>
                      <a:pt x="5467" y="825"/>
                      <a:pt x="5462" y="819"/>
                    </a:cubicBezTo>
                    <a:cubicBezTo>
                      <a:pt x="5456" y="813"/>
                      <a:pt x="5450" y="807"/>
                      <a:pt x="5442" y="801"/>
                    </a:cubicBezTo>
                    <a:cubicBezTo>
                      <a:pt x="5433" y="796"/>
                      <a:pt x="5424" y="791"/>
                      <a:pt x="5413" y="785"/>
                    </a:cubicBezTo>
                    <a:cubicBezTo>
                      <a:pt x="5422" y="781"/>
                      <a:pt x="5430" y="776"/>
                      <a:pt x="5437" y="770"/>
                    </a:cubicBezTo>
                    <a:cubicBezTo>
                      <a:pt x="5444" y="765"/>
                      <a:pt x="5449" y="760"/>
                      <a:pt x="5454" y="754"/>
                    </a:cubicBezTo>
                    <a:cubicBezTo>
                      <a:pt x="5459" y="747"/>
                      <a:pt x="5462" y="740"/>
                      <a:pt x="5465" y="733"/>
                    </a:cubicBezTo>
                    <a:cubicBezTo>
                      <a:pt x="5467" y="726"/>
                      <a:pt x="5469" y="720"/>
                      <a:pt x="5469" y="712"/>
                    </a:cubicBezTo>
                    <a:cubicBezTo>
                      <a:pt x="5469" y="703"/>
                      <a:pt x="5467" y="694"/>
                      <a:pt x="5464" y="686"/>
                    </a:cubicBezTo>
                    <a:cubicBezTo>
                      <a:pt x="5460" y="678"/>
                      <a:pt x="5455" y="671"/>
                      <a:pt x="5449" y="665"/>
                    </a:cubicBezTo>
                    <a:cubicBezTo>
                      <a:pt x="5442" y="660"/>
                      <a:pt x="5433" y="655"/>
                      <a:pt x="5422" y="651"/>
                    </a:cubicBezTo>
                    <a:cubicBezTo>
                      <a:pt x="5412" y="648"/>
                      <a:pt x="5400" y="646"/>
                      <a:pt x="5385" y="646"/>
                    </a:cubicBezTo>
                    <a:close/>
                    <a:moveTo>
                      <a:pt x="6419" y="646"/>
                    </a:moveTo>
                    <a:cubicBezTo>
                      <a:pt x="6402" y="646"/>
                      <a:pt x="6388" y="648"/>
                      <a:pt x="6376" y="653"/>
                    </a:cubicBezTo>
                    <a:cubicBezTo>
                      <a:pt x="6364" y="658"/>
                      <a:pt x="6353" y="666"/>
                      <a:pt x="6346" y="674"/>
                    </a:cubicBezTo>
                    <a:cubicBezTo>
                      <a:pt x="6338" y="683"/>
                      <a:pt x="6333" y="693"/>
                      <a:pt x="6329" y="704"/>
                    </a:cubicBezTo>
                    <a:cubicBezTo>
                      <a:pt x="6325" y="716"/>
                      <a:pt x="6324" y="728"/>
                      <a:pt x="6324" y="740"/>
                    </a:cubicBezTo>
                    <a:cubicBezTo>
                      <a:pt x="6324" y="753"/>
                      <a:pt x="6324" y="764"/>
                      <a:pt x="6327" y="774"/>
                    </a:cubicBezTo>
                    <a:cubicBezTo>
                      <a:pt x="6330" y="784"/>
                      <a:pt x="6335" y="793"/>
                      <a:pt x="6341" y="800"/>
                    </a:cubicBezTo>
                    <a:cubicBezTo>
                      <a:pt x="6348" y="808"/>
                      <a:pt x="6357" y="815"/>
                      <a:pt x="6368" y="819"/>
                    </a:cubicBezTo>
                    <a:cubicBezTo>
                      <a:pt x="6378" y="823"/>
                      <a:pt x="6391" y="825"/>
                      <a:pt x="6407" y="825"/>
                    </a:cubicBezTo>
                    <a:cubicBezTo>
                      <a:pt x="6421" y="825"/>
                      <a:pt x="6434" y="823"/>
                      <a:pt x="6445" y="820"/>
                    </a:cubicBezTo>
                    <a:cubicBezTo>
                      <a:pt x="6456" y="816"/>
                      <a:pt x="6466" y="812"/>
                      <a:pt x="6473" y="807"/>
                    </a:cubicBezTo>
                    <a:cubicBezTo>
                      <a:pt x="6473" y="821"/>
                      <a:pt x="6471" y="834"/>
                      <a:pt x="6468" y="846"/>
                    </a:cubicBezTo>
                    <a:cubicBezTo>
                      <a:pt x="6465" y="858"/>
                      <a:pt x="6460" y="869"/>
                      <a:pt x="6453" y="878"/>
                    </a:cubicBezTo>
                    <a:cubicBezTo>
                      <a:pt x="6447" y="887"/>
                      <a:pt x="6439" y="895"/>
                      <a:pt x="6428" y="901"/>
                    </a:cubicBezTo>
                    <a:cubicBezTo>
                      <a:pt x="6418" y="906"/>
                      <a:pt x="6406" y="909"/>
                      <a:pt x="6391" y="909"/>
                    </a:cubicBezTo>
                    <a:cubicBezTo>
                      <a:pt x="6384" y="909"/>
                      <a:pt x="6377" y="908"/>
                      <a:pt x="6371" y="907"/>
                    </a:cubicBezTo>
                    <a:cubicBezTo>
                      <a:pt x="6365" y="906"/>
                      <a:pt x="6360" y="905"/>
                      <a:pt x="6355" y="904"/>
                    </a:cubicBezTo>
                    <a:cubicBezTo>
                      <a:pt x="6351" y="902"/>
                      <a:pt x="6348" y="901"/>
                      <a:pt x="6345" y="900"/>
                    </a:cubicBezTo>
                    <a:cubicBezTo>
                      <a:pt x="6342" y="899"/>
                      <a:pt x="6339" y="898"/>
                      <a:pt x="6338" y="898"/>
                    </a:cubicBezTo>
                    <a:cubicBezTo>
                      <a:pt x="6336" y="898"/>
                      <a:pt x="6335" y="899"/>
                      <a:pt x="6334" y="899"/>
                    </a:cubicBezTo>
                    <a:cubicBezTo>
                      <a:pt x="6333" y="900"/>
                      <a:pt x="6333" y="900"/>
                      <a:pt x="6332" y="901"/>
                    </a:cubicBezTo>
                    <a:cubicBezTo>
                      <a:pt x="6332" y="902"/>
                      <a:pt x="6332" y="903"/>
                      <a:pt x="6331" y="905"/>
                    </a:cubicBezTo>
                    <a:cubicBezTo>
                      <a:pt x="6331" y="907"/>
                      <a:pt x="6331" y="910"/>
                      <a:pt x="6331" y="913"/>
                    </a:cubicBezTo>
                    <a:cubicBezTo>
                      <a:pt x="6331" y="917"/>
                      <a:pt x="6332" y="920"/>
                      <a:pt x="6332" y="922"/>
                    </a:cubicBezTo>
                    <a:cubicBezTo>
                      <a:pt x="6333" y="924"/>
                      <a:pt x="6334" y="926"/>
                      <a:pt x="6336" y="927"/>
                    </a:cubicBezTo>
                    <a:cubicBezTo>
                      <a:pt x="6337" y="929"/>
                      <a:pt x="6340" y="931"/>
                      <a:pt x="6343" y="932"/>
                    </a:cubicBezTo>
                    <a:cubicBezTo>
                      <a:pt x="6346" y="933"/>
                      <a:pt x="6350" y="934"/>
                      <a:pt x="6354" y="935"/>
                    </a:cubicBezTo>
                    <a:cubicBezTo>
                      <a:pt x="6359" y="937"/>
                      <a:pt x="6364" y="937"/>
                      <a:pt x="6370" y="938"/>
                    </a:cubicBezTo>
                    <a:cubicBezTo>
                      <a:pt x="6376" y="939"/>
                      <a:pt x="6382" y="940"/>
                      <a:pt x="6389" y="940"/>
                    </a:cubicBezTo>
                    <a:cubicBezTo>
                      <a:pt x="6405" y="940"/>
                      <a:pt x="6420" y="937"/>
                      <a:pt x="6432" y="933"/>
                    </a:cubicBezTo>
                    <a:cubicBezTo>
                      <a:pt x="6444" y="928"/>
                      <a:pt x="6456" y="923"/>
                      <a:pt x="6465" y="915"/>
                    </a:cubicBezTo>
                    <a:cubicBezTo>
                      <a:pt x="6474" y="907"/>
                      <a:pt x="6481" y="899"/>
                      <a:pt x="6487" y="889"/>
                    </a:cubicBezTo>
                    <a:cubicBezTo>
                      <a:pt x="6493" y="878"/>
                      <a:pt x="6498" y="867"/>
                      <a:pt x="6502" y="855"/>
                    </a:cubicBezTo>
                    <a:cubicBezTo>
                      <a:pt x="6505" y="843"/>
                      <a:pt x="6507" y="832"/>
                      <a:pt x="6509" y="819"/>
                    </a:cubicBezTo>
                    <a:cubicBezTo>
                      <a:pt x="6510" y="806"/>
                      <a:pt x="6511" y="793"/>
                      <a:pt x="6511" y="781"/>
                    </a:cubicBezTo>
                    <a:cubicBezTo>
                      <a:pt x="6511" y="768"/>
                      <a:pt x="6510" y="756"/>
                      <a:pt x="6509" y="744"/>
                    </a:cubicBezTo>
                    <a:cubicBezTo>
                      <a:pt x="6508" y="732"/>
                      <a:pt x="6505" y="721"/>
                      <a:pt x="6503" y="711"/>
                    </a:cubicBezTo>
                    <a:cubicBezTo>
                      <a:pt x="6500" y="701"/>
                      <a:pt x="6497" y="692"/>
                      <a:pt x="6492" y="684"/>
                    </a:cubicBezTo>
                    <a:cubicBezTo>
                      <a:pt x="6487" y="676"/>
                      <a:pt x="6481" y="669"/>
                      <a:pt x="6474" y="664"/>
                    </a:cubicBezTo>
                    <a:cubicBezTo>
                      <a:pt x="6468" y="658"/>
                      <a:pt x="6460" y="653"/>
                      <a:pt x="6451" y="650"/>
                    </a:cubicBezTo>
                    <a:cubicBezTo>
                      <a:pt x="6441" y="647"/>
                      <a:pt x="6431" y="646"/>
                      <a:pt x="6419" y="646"/>
                    </a:cubicBezTo>
                    <a:close/>
                    <a:moveTo>
                      <a:pt x="2216" y="648"/>
                    </a:moveTo>
                    <a:cubicBezTo>
                      <a:pt x="2212" y="648"/>
                      <a:pt x="2209" y="649"/>
                      <a:pt x="2207" y="651"/>
                    </a:cubicBezTo>
                    <a:cubicBezTo>
                      <a:pt x="2204" y="654"/>
                      <a:pt x="2203" y="657"/>
                      <a:pt x="2203" y="662"/>
                    </a:cubicBezTo>
                    <a:lnTo>
                      <a:pt x="2203" y="778"/>
                    </a:lnTo>
                    <a:cubicBezTo>
                      <a:pt x="2203" y="784"/>
                      <a:pt x="2204" y="788"/>
                      <a:pt x="2206" y="790"/>
                    </a:cubicBezTo>
                    <a:cubicBezTo>
                      <a:pt x="2208" y="792"/>
                      <a:pt x="2210" y="792"/>
                      <a:pt x="2215" y="792"/>
                    </a:cubicBezTo>
                    <a:cubicBezTo>
                      <a:pt x="2220" y="792"/>
                      <a:pt x="2227" y="792"/>
                      <a:pt x="2233" y="791"/>
                    </a:cubicBezTo>
                    <a:cubicBezTo>
                      <a:pt x="2240" y="790"/>
                      <a:pt x="2247" y="790"/>
                      <a:pt x="2256" y="790"/>
                    </a:cubicBezTo>
                    <a:cubicBezTo>
                      <a:pt x="2269" y="790"/>
                      <a:pt x="2280" y="791"/>
                      <a:pt x="2289" y="793"/>
                    </a:cubicBezTo>
                    <a:cubicBezTo>
                      <a:pt x="2298" y="796"/>
                      <a:pt x="2306" y="798"/>
                      <a:pt x="2312" y="803"/>
                    </a:cubicBezTo>
                    <a:cubicBezTo>
                      <a:pt x="2318" y="808"/>
                      <a:pt x="2322" y="814"/>
                      <a:pt x="2325" y="821"/>
                    </a:cubicBezTo>
                    <a:cubicBezTo>
                      <a:pt x="2328" y="828"/>
                      <a:pt x="2329" y="836"/>
                      <a:pt x="2329" y="845"/>
                    </a:cubicBezTo>
                    <a:cubicBezTo>
                      <a:pt x="2329" y="856"/>
                      <a:pt x="2327" y="865"/>
                      <a:pt x="2324" y="873"/>
                    </a:cubicBezTo>
                    <a:cubicBezTo>
                      <a:pt x="2321" y="880"/>
                      <a:pt x="2316" y="886"/>
                      <a:pt x="2310" y="891"/>
                    </a:cubicBezTo>
                    <a:cubicBezTo>
                      <a:pt x="2304" y="896"/>
                      <a:pt x="2297" y="900"/>
                      <a:pt x="2289" y="903"/>
                    </a:cubicBezTo>
                    <a:cubicBezTo>
                      <a:pt x="2280" y="905"/>
                      <a:pt x="2271" y="906"/>
                      <a:pt x="2261" y="906"/>
                    </a:cubicBezTo>
                    <a:cubicBezTo>
                      <a:pt x="2251" y="906"/>
                      <a:pt x="2242" y="906"/>
                      <a:pt x="2234" y="904"/>
                    </a:cubicBezTo>
                    <a:cubicBezTo>
                      <a:pt x="2226" y="902"/>
                      <a:pt x="2220" y="900"/>
                      <a:pt x="2215" y="897"/>
                    </a:cubicBezTo>
                    <a:cubicBezTo>
                      <a:pt x="2209" y="895"/>
                      <a:pt x="2205" y="893"/>
                      <a:pt x="2202" y="891"/>
                    </a:cubicBezTo>
                    <a:cubicBezTo>
                      <a:pt x="2199" y="889"/>
                      <a:pt x="2197" y="889"/>
                      <a:pt x="2195" y="889"/>
                    </a:cubicBezTo>
                    <a:cubicBezTo>
                      <a:pt x="2194" y="889"/>
                      <a:pt x="2193" y="889"/>
                      <a:pt x="2193" y="889"/>
                    </a:cubicBezTo>
                    <a:cubicBezTo>
                      <a:pt x="2192" y="890"/>
                      <a:pt x="2191" y="891"/>
                      <a:pt x="2191" y="892"/>
                    </a:cubicBezTo>
                    <a:cubicBezTo>
                      <a:pt x="2190" y="893"/>
                      <a:pt x="2189" y="895"/>
                      <a:pt x="2189" y="897"/>
                    </a:cubicBezTo>
                    <a:cubicBezTo>
                      <a:pt x="2189" y="899"/>
                      <a:pt x="2189" y="901"/>
                      <a:pt x="2189" y="904"/>
                    </a:cubicBezTo>
                    <a:cubicBezTo>
                      <a:pt x="2189" y="906"/>
                      <a:pt x="2189" y="909"/>
                      <a:pt x="2189" y="911"/>
                    </a:cubicBezTo>
                    <a:cubicBezTo>
                      <a:pt x="2189" y="913"/>
                      <a:pt x="2190" y="914"/>
                      <a:pt x="2190" y="915"/>
                    </a:cubicBezTo>
                    <a:cubicBezTo>
                      <a:pt x="2190" y="916"/>
                      <a:pt x="2190" y="918"/>
                      <a:pt x="2191" y="919"/>
                    </a:cubicBezTo>
                    <a:cubicBezTo>
                      <a:pt x="2191" y="919"/>
                      <a:pt x="2192" y="920"/>
                      <a:pt x="2193" y="921"/>
                    </a:cubicBezTo>
                    <a:cubicBezTo>
                      <a:pt x="2194" y="922"/>
                      <a:pt x="2197" y="924"/>
                      <a:pt x="2201" y="926"/>
                    </a:cubicBezTo>
                    <a:cubicBezTo>
                      <a:pt x="2205" y="927"/>
                      <a:pt x="2210" y="929"/>
                      <a:pt x="2216" y="931"/>
                    </a:cubicBezTo>
                    <a:cubicBezTo>
                      <a:pt x="2222" y="933"/>
                      <a:pt x="2230" y="934"/>
                      <a:pt x="2237" y="935"/>
                    </a:cubicBezTo>
                    <a:cubicBezTo>
                      <a:pt x="2245" y="937"/>
                      <a:pt x="2253" y="937"/>
                      <a:pt x="2262" y="937"/>
                    </a:cubicBezTo>
                    <a:cubicBezTo>
                      <a:pt x="2278" y="937"/>
                      <a:pt x="2293" y="935"/>
                      <a:pt x="2306" y="931"/>
                    </a:cubicBezTo>
                    <a:cubicBezTo>
                      <a:pt x="2319" y="927"/>
                      <a:pt x="2330" y="921"/>
                      <a:pt x="2340" y="912"/>
                    </a:cubicBezTo>
                    <a:cubicBezTo>
                      <a:pt x="2349" y="904"/>
                      <a:pt x="2356" y="894"/>
                      <a:pt x="2361" y="882"/>
                    </a:cubicBezTo>
                    <a:cubicBezTo>
                      <a:pt x="2366" y="871"/>
                      <a:pt x="2369" y="857"/>
                      <a:pt x="2369" y="842"/>
                    </a:cubicBezTo>
                    <a:cubicBezTo>
                      <a:pt x="2369" y="830"/>
                      <a:pt x="2367" y="818"/>
                      <a:pt x="2363" y="807"/>
                    </a:cubicBezTo>
                    <a:cubicBezTo>
                      <a:pt x="2359" y="797"/>
                      <a:pt x="2352" y="789"/>
                      <a:pt x="2344" y="782"/>
                    </a:cubicBezTo>
                    <a:cubicBezTo>
                      <a:pt x="2336" y="775"/>
                      <a:pt x="2326" y="769"/>
                      <a:pt x="2313" y="765"/>
                    </a:cubicBezTo>
                    <a:cubicBezTo>
                      <a:pt x="2301" y="761"/>
                      <a:pt x="2287" y="760"/>
                      <a:pt x="2271" y="760"/>
                    </a:cubicBezTo>
                    <a:cubicBezTo>
                      <a:pt x="2264" y="760"/>
                      <a:pt x="2258" y="760"/>
                      <a:pt x="2252" y="760"/>
                    </a:cubicBezTo>
                    <a:cubicBezTo>
                      <a:pt x="2247" y="760"/>
                      <a:pt x="2242" y="760"/>
                      <a:pt x="2237" y="761"/>
                    </a:cubicBezTo>
                    <a:lnTo>
                      <a:pt x="2237" y="681"/>
                    </a:lnTo>
                    <a:lnTo>
                      <a:pt x="2343" y="681"/>
                    </a:lnTo>
                    <a:cubicBezTo>
                      <a:pt x="2346" y="681"/>
                      <a:pt x="2348" y="680"/>
                      <a:pt x="2350" y="677"/>
                    </a:cubicBezTo>
                    <a:cubicBezTo>
                      <a:pt x="2351" y="674"/>
                      <a:pt x="2351" y="670"/>
                      <a:pt x="2351" y="665"/>
                    </a:cubicBezTo>
                    <a:cubicBezTo>
                      <a:pt x="2351" y="662"/>
                      <a:pt x="2352" y="659"/>
                      <a:pt x="2351" y="657"/>
                    </a:cubicBezTo>
                    <a:cubicBezTo>
                      <a:pt x="2351" y="655"/>
                      <a:pt x="2350" y="654"/>
                      <a:pt x="2350" y="652"/>
                    </a:cubicBezTo>
                    <a:cubicBezTo>
                      <a:pt x="2349" y="651"/>
                      <a:pt x="2348" y="649"/>
                      <a:pt x="2347" y="649"/>
                    </a:cubicBezTo>
                    <a:cubicBezTo>
                      <a:pt x="2346" y="648"/>
                      <a:pt x="2345" y="648"/>
                      <a:pt x="2343" y="648"/>
                    </a:cubicBezTo>
                    <a:lnTo>
                      <a:pt x="2216" y="648"/>
                    </a:lnTo>
                    <a:close/>
                    <a:moveTo>
                      <a:pt x="1266" y="649"/>
                    </a:moveTo>
                    <a:cubicBezTo>
                      <a:pt x="1263" y="649"/>
                      <a:pt x="1261" y="650"/>
                      <a:pt x="1259" y="650"/>
                    </a:cubicBezTo>
                    <a:cubicBezTo>
                      <a:pt x="1256" y="651"/>
                      <a:pt x="1255" y="651"/>
                      <a:pt x="1253" y="652"/>
                    </a:cubicBezTo>
                    <a:cubicBezTo>
                      <a:pt x="1252" y="653"/>
                      <a:pt x="1250" y="655"/>
                      <a:pt x="1250" y="656"/>
                    </a:cubicBezTo>
                    <a:lnTo>
                      <a:pt x="1147" y="829"/>
                    </a:lnTo>
                    <a:cubicBezTo>
                      <a:pt x="1146" y="831"/>
                      <a:pt x="1145" y="832"/>
                      <a:pt x="1145" y="834"/>
                    </a:cubicBezTo>
                    <a:cubicBezTo>
                      <a:pt x="1144" y="836"/>
                      <a:pt x="1143" y="837"/>
                      <a:pt x="1143" y="839"/>
                    </a:cubicBezTo>
                    <a:cubicBezTo>
                      <a:pt x="1143" y="841"/>
                      <a:pt x="1142" y="843"/>
                      <a:pt x="1142" y="845"/>
                    </a:cubicBezTo>
                    <a:cubicBezTo>
                      <a:pt x="1142" y="848"/>
                      <a:pt x="1142" y="851"/>
                      <a:pt x="1142" y="853"/>
                    </a:cubicBezTo>
                    <a:cubicBezTo>
                      <a:pt x="1142" y="857"/>
                      <a:pt x="1142" y="859"/>
                      <a:pt x="1142" y="861"/>
                    </a:cubicBezTo>
                    <a:cubicBezTo>
                      <a:pt x="1142" y="863"/>
                      <a:pt x="1144" y="865"/>
                      <a:pt x="1145" y="867"/>
                    </a:cubicBezTo>
                    <a:cubicBezTo>
                      <a:pt x="1146" y="868"/>
                      <a:pt x="1146" y="869"/>
                      <a:pt x="1147" y="869"/>
                    </a:cubicBezTo>
                    <a:cubicBezTo>
                      <a:pt x="1149" y="870"/>
                      <a:pt x="1150" y="870"/>
                      <a:pt x="1152" y="870"/>
                    </a:cubicBezTo>
                    <a:lnTo>
                      <a:pt x="1270" y="870"/>
                    </a:lnTo>
                    <a:lnTo>
                      <a:pt x="1270" y="930"/>
                    </a:lnTo>
                    <a:cubicBezTo>
                      <a:pt x="1270" y="931"/>
                      <a:pt x="1270" y="932"/>
                      <a:pt x="1271" y="933"/>
                    </a:cubicBezTo>
                    <a:cubicBezTo>
                      <a:pt x="1271" y="934"/>
                      <a:pt x="1272" y="934"/>
                      <a:pt x="1274" y="934"/>
                    </a:cubicBezTo>
                    <a:cubicBezTo>
                      <a:pt x="1275" y="935"/>
                      <a:pt x="1276" y="936"/>
                      <a:pt x="1279" y="936"/>
                    </a:cubicBezTo>
                    <a:cubicBezTo>
                      <a:pt x="1281" y="937"/>
                      <a:pt x="1284" y="936"/>
                      <a:pt x="1288" y="936"/>
                    </a:cubicBezTo>
                    <a:cubicBezTo>
                      <a:pt x="1291" y="936"/>
                      <a:pt x="1294" y="937"/>
                      <a:pt x="1296" y="936"/>
                    </a:cubicBezTo>
                    <a:cubicBezTo>
                      <a:pt x="1299" y="936"/>
                      <a:pt x="1301" y="935"/>
                      <a:pt x="1303" y="934"/>
                    </a:cubicBezTo>
                    <a:cubicBezTo>
                      <a:pt x="1304" y="934"/>
                      <a:pt x="1305" y="934"/>
                      <a:pt x="1305" y="933"/>
                    </a:cubicBezTo>
                    <a:cubicBezTo>
                      <a:pt x="1306" y="932"/>
                      <a:pt x="1306" y="931"/>
                      <a:pt x="1306" y="930"/>
                    </a:cubicBezTo>
                    <a:lnTo>
                      <a:pt x="1306" y="870"/>
                    </a:lnTo>
                    <a:lnTo>
                      <a:pt x="1339" y="870"/>
                    </a:lnTo>
                    <a:cubicBezTo>
                      <a:pt x="1341" y="870"/>
                      <a:pt x="1343" y="868"/>
                      <a:pt x="1345" y="866"/>
                    </a:cubicBezTo>
                    <a:cubicBezTo>
                      <a:pt x="1346" y="863"/>
                      <a:pt x="1347" y="859"/>
                      <a:pt x="1347" y="854"/>
                    </a:cubicBezTo>
                    <a:cubicBezTo>
                      <a:pt x="1347" y="849"/>
                      <a:pt x="1347" y="845"/>
                      <a:pt x="1345" y="843"/>
                    </a:cubicBezTo>
                    <a:cubicBezTo>
                      <a:pt x="1343" y="840"/>
                      <a:pt x="1341" y="838"/>
                      <a:pt x="1339" y="838"/>
                    </a:cubicBezTo>
                    <a:lnTo>
                      <a:pt x="1306" y="838"/>
                    </a:lnTo>
                    <a:lnTo>
                      <a:pt x="1306" y="657"/>
                    </a:lnTo>
                    <a:cubicBezTo>
                      <a:pt x="1306" y="655"/>
                      <a:pt x="1306" y="654"/>
                      <a:pt x="1304" y="653"/>
                    </a:cubicBezTo>
                    <a:cubicBezTo>
                      <a:pt x="1303" y="652"/>
                      <a:pt x="1302" y="651"/>
                      <a:pt x="1300" y="650"/>
                    </a:cubicBezTo>
                    <a:cubicBezTo>
                      <a:pt x="1298" y="650"/>
                      <a:pt x="1295" y="650"/>
                      <a:pt x="1291" y="650"/>
                    </a:cubicBezTo>
                    <a:cubicBezTo>
                      <a:pt x="1288" y="649"/>
                      <a:pt x="1283" y="649"/>
                      <a:pt x="1278" y="649"/>
                    </a:cubicBezTo>
                    <a:cubicBezTo>
                      <a:pt x="1274" y="649"/>
                      <a:pt x="1270" y="648"/>
                      <a:pt x="1266" y="649"/>
                    </a:cubicBezTo>
                    <a:close/>
                    <a:moveTo>
                      <a:pt x="4263" y="650"/>
                    </a:moveTo>
                    <a:cubicBezTo>
                      <a:pt x="4262" y="650"/>
                      <a:pt x="4261" y="650"/>
                      <a:pt x="4260" y="650"/>
                    </a:cubicBezTo>
                    <a:cubicBezTo>
                      <a:pt x="4259" y="651"/>
                      <a:pt x="4258" y="652"/>
                      <a:pt x="4257" y="653"/>
                    </a:cubicBezTo>
                    <a:cubicBezTo>
                      <a:pt x="4256" y="655"/>
                      <a:pt x="4256" y="656"/>
                      <a:pt x="4255" y="658"/>
                    </a:cubicBezTo>
                    <a:cubicBezTo>
                      <a:pt x="4255" y="660"/>
                      <a:pt x="4255" y="663"/>
                      <a:pt x="4255" y="665"/>
                    </a:cubicBezTo>
                    <a:cubicBezTo>
                      <a:pt x="4255" y="671"/>
                      <a:pt x="4256" y="675"/>
                      <a:pt x="4257" y="678"/>
                    </a:cubicBezTo>
                    <a:cubicBezTo>
                      <a:pt x="4259" y="681"/>
                      <a:pt x="4261" y="682"/>
                      <a:pt x="4263" y="682"/>
                    </a:cubicBezTo>
                    <a:lnTo>
                      <a:pt x="4400" y="682"/>
                    </a:lnTo>
                    <a:lnTo>
                      <a:pt x="4292" y="925"/>
                    </a:lnTo>
                    <a:cubicBezTo>
                      <a:pt x="4292" y="927"/>
                      <a:pt x="4291" y="929"/>
                      <a:pt x="4291" y="930"/>
                    </a:cubicBezTo>
                    <a:cubicBezTo>
                      <a:pt x="4291" y="931"/>
                      <a:pt x="4291" y="933"/>
                      <a:pt x="4292" y="934"/>
                    </a:cubicBezTo>
                    <a:cubicBezTo>
                      <a:pt x="4294" y="935"/>
                      <a:pt x="4296" y="935"/>
                      <a:pt x="4299" y="935"/>
                    </a:cubicBezTo>
                    <a:cubicBezTo>
                      <a:pt x="4301" y="936"/>
                      <a:pt x="4305" y="936"/>
                      <a:pt x="4310" y="936"/>
                    </a:cubicBezTo>
                    <a:cubicBezTo>
                      <a:pt x="4314" y="936"/>
                      <a:pt x="4317" y="936"/>
                      <a:pt x="4320" y="935"/>
                    </a:cubicBezTo>
                    <a:cubicBezTo>
                      <a:pt x="4322" y="935"/>
                      <a:pt x="4324" y="935"/>
                      <a:pt x="4326" y="934"/>
                    </a:cubicBezTo>
                    <a:cubicBezTo>
                      <a:pt x="4328" y="934"/>
                      <a:pt x="4329" y="933"/>
                      <a:pt x="4330" y="932"/>
                    </a:cubicBezTo>
                    <a:cubicBezTo>
                      <a:pt x="4331" y="931"/>
                      <a:pt x="4332" y="929"/>
                      <a:pt x="4333" y="927"/>
                    </a:cubicBezTo>
                    <a:lnTo>
                      <a:pt x="4436" y="690"/>
                    </a:lnTo>
                    <a:cubicBezTo>
                      <a:pt x="4437" y="688"/>
                      <a:pt x="4437" y="687"/>
                      <a:pt x="4438" y="685"/>
                    </a:cubicBezTo>
                    <a:cubicBezTo>
                      <a:pt x="4439" y="683"/>
                      <a:pt x="4439" y="681"/>
                      <a:pt x="4440" y="679"/>
                    </a:cubicBezTo>
                    <a:cubicBezTo>
                      <a:pt x="4440" y="677"/>
                      <a:pt x="4440" y="675"/>
                      <a:pt x="4441" y="673"/>
                    </a:cubicBezTo>
                    <a:cubicBezTo>
                      <a:pt x="4441" y="670"/>
                      <a:pt x="4441" y="668"/>
                      <a:pt x="4441" y="665"/>
                    </a:cubicBezTo>
                    <a:cubicBezTo>
                      <a:pt x="4441" y="662"/>
                      <a:pt x="4441" y="660"/>
                      <a:pt x="4441" y="658"/>
                    </a:cubicBezTo>
                    <a:cubicBezTo>
                      <a:pt x="4440" y="655"/>
                      <a:pt x="4440" y="654"/>
                      <a:pt x="4439" y="652"/>
                    </a:cubicBezTo>
                    <a:cubicBezTo>
                      <a:pt x="4438" y="651"/>
                      <a:pt x="4437" y="650"/>
                      <a:pt x="4435" y="650"/>
                    </a:cubicBezTo>
                    <a:cubicBezTo>
                      <a:pt x="4434" y="649"/>
                      <a:pt x="4432" y="650"/>
                      <a:pt x="4430" y="650"/>
                    </a:cubicBezTo>
                    <a:lnTo>
                      <a:pt x="4263" y="650"/>
                    </a:lnTo>
                    <a:close/>
                    <a:moveTo>
                      <a:pt x="5383" y="675"/>
                    </a:moveTo>
                    <a:cubicBezTo>
                      <a:pt x="5390" y="675"/>
                      <a:pt x="5397" y="676"/>
                      <a:pt x="5403" y="678"/>
                    </a:cubicBezTo>
                    <a:cubicBezTo>
                      <a:pt x="5409" y="680"/>
                      <a:pt x="5415" y="682"/>
                      <a:pt x="5419" y="686"/>
                    </a:cubicBezTo>
                    <a:cubicBezTo>
                      <a:pt x="5423" y="689"/>
                      <a:pt x="5425" y="694"/>
                      <a:pt x="5427" y="699"/>
                    </a:cubicBezTo>
                    <a:cubicBezTo>
                      <a:pt x="5430" y="704"/>
                      <a:pt x="5431" y="710"/>
                      <a:pt x="5431" y="716"/>
                    </a:cubicBezTo>
                    <a:cubicBezTo>
                      <a:pt x="5431" y="727"/>
                      <a:pt x="5427" y="737"/>
                      <a:pt x="5420" y="747"/>
                    </a:cubicBezTo>
                    <a:cubicBezTo>
                      <a:pt x="5412" y="756"/>
                      <a:pt x="5400" y="764"/>
                      <a:pt x="5385" y="771"/>
                    </a:cubicBezTo>
                    <a:cubicBezTo>
                      <a:pt x="5376" y="767"/>
                      <a:pt x="5369" y="763"/>
                      <a:pt x="5362" y="759"/>
                    </a:cubicBezTo>
                    <a:cubicBezTo>
                      <a:pt x="5356" y="755"/>
                      <a:pt x="5351" y="750"/>
                      <a:pt x="5346" y="746"/>
                    </a:cubicBezTo>
                    <a:cubicBezTo>
                      <a:pt x="5342" y="741"/>
                      <a:pt x="5339" y="737"/>
                      <a:pt x="5337" y="732"/>
                    </a:cubicBezTo>
                    <a:cubicBezTo>
                      <a:pt x="5335" y="727"/>
                      <a:pt x="5334" y="721"/>
                      <a:pt x="5334" y="716"/>
                    </a:cubicBezTo>
                    <a:cubicBezTo>
                      <a:pt x="5334" y="703"/>
                      <a:pt x="5338" y="693"/>
                      <a:pt x="5346" y="686"/>
                    </a:cubicBezTo>
                    <a:cubicBezTo>
                      <a:pt x="5355" y="679"/>
                      <a:pt x="5367" y="675"/>
                      <a:pt x="5383" y="675"/>
                    </a:cubicBezTo>
                    <a:close/>
                    <a:moveTo>
                      <a:pt x="6415" y="676"/>
                    </a:moveTo>
                    <a:cubicBezTo>
                      <a:pt x="6425" y="676"/>
                      <a:pt x="6433" y="678"/>
                      <a:pt x="6440" y="681"/>
                    </a:cubicBezTo>
                    <a:cubicBezTo>
                      <a:pt x="6447" y="685"/>
                      <a:pt x="6453" y="690"/>
                      <a:pt x="6458" y="698"/>
                    </a:cubicBezTo>
                    <a:cubicBezTo>
                      <a:pt x="6462" y="706"/>
                      <a:pt x="6467" y="717"/>
                      <a:pt x="6469" y="730"/>
                    </a:cubicBezTo>
                    <a:cubicBezTo>
                      <a:pt x="6472" y="743"/>
                      <a:pt x="6473" y="759"/>
                      <a:pt x="6473" y="777"/>
                    </a:cubicBezTo>
                    <a:cubicBezTo>
                      <a:pt x="6465" y="783"/>
                      <a:pt x="6456" y="787"/>
                      <a:pt x="6446" y="791"/>
                    </a:cubicBezTo>
                    <a:cubicBezTo>
                      <a:pt x="6436" y="794"/>
                      <a:pt x="6425" y="795"/>
                      <a:pt x="6414" y="795"/>
                    </a:cubicBezTo>
                    <a:cubicBezTo>
                      <a:pt x="6404" y="795"/>
                      <a:pt x="6396" y="794"/>
                      <a:pt x="6390" y="792"/>
                    </a:cubicBezTo>
                    <a:cubicBezTo>
                      <a:pt x="6383" y="789"/>
                      <a:pt x="6377" y="784"/>
                      <a:pt x="6373" y="779"/>
                    </a:cubicBezTo>
                    <a:cubicBezTo>
                      <a:pt x="6369" y="774"/>
                      <a:pt x="6366" y="769"/>
                      <a:pt x="6364" y="762"/>
                    </a:cubicBezTo>
                    <a:cubicBezTo>
                      <a:pt x="6362" y="754"/>
                      <a:pt x="6361" y="746"/>
                      <a:pt x="6361" y="738"/>
                    </a:cubicBezTo>
                    <a:cubicBezTo>
                      <a:pt x="6361" y="730"/>
                      <a:pt x="6363" y="722"/>
                      <a:pt x="6365" y="715"/>
                    </a:cubicBezTo>
                    <a:cubicBezTo>
                      <a:pt x="6367" y="708"/>
                      <a:pt x="6369" y="701"/>
                      <a:pt x="6374" y="695"/>
                    </a:cubicBezTo>
                    <a:cubicBezTo>
                      <a:pt x="6378" y="690"/>
                      <a:pt x="6384" y="685"/>
                      <a:pt x="6391" y="681"/>
                    </a:cubicBezTo>
                    <a:cubicBezTo>
                      <a:pt x="6397" y="678"/>
                      <a:pt x="6406" y="676"/>
                      <a:pt x="6415" y="676"/>
                    </a:cubicBezTo>
                    <a:close/>
                    <a:moveTo>
                      <a:pt x="1269" y="682"/>
                    </a:moveTo>
                    <a:lnTo>
                      <a:pt x="1270" y="682"/>
                    </a:lnTo>
                    <a:lnTo>
                      <a:pt x="1270" y="838"/>
                    </a:lnTo>
                    <a:lnTo>
                      <a:pt x="1177" y="838"/>
                    </a:lnTo>
                    <a:lnTo>
                      <a:pt x="1269" y="682"/>
                    </a:lnTo>
                    <a:close/>
                    <a:moveTo>
                      <a:pt x="3318" y="790"/>
                    </a:moveTo>
                    <a:cubicBezTo>
                      <a:pt x="3328" y="790"/>
                      <a:pt x="3335" y="792"/>
                      <a:pt x="3342" y="794"/>
                    </a:cubicBezTo>
                    <a:cubicBezTo>
                      <a:pt x="3348" y="797"/>
                      <a:pt x="3354" y="801"/>
                      <a:pt x="3358" y="806"/>
                    </a:cubicBezTo>
                    <a:cubicBezTo>
                      <a:pt x="3362" y="811"/>
                      <a:pt x="3365" y="816"/>
                      <a:pt x="3366" y="823"/>
                    </a:cubicBezTo>
                    <a:cubicBezTo>
                      <a:pt x="3368" y="830"/>
                      <a:pt x="3369" y="838"/>
                      <a:pt x="3369" y="846"/>
                    </a:cubicBezTo>
                    <a:cubicBezTo>
                      <a:pt x="3369" y="854"/>
                      <a:pt x="3368" y="862"/>
                      <a:pt x="3366" y="869"/>
                    </a:cubicBezTo>
                    <a:cubicBezTo>
                      <a:pt x="3363" y="877"/>
                      <a:pt x="3360" y="884"/>
                      <a:pt x="3356" y="889"/>
                    </a:cubicBezTo>
                    <a:cubicBezTo>
                      <a:pt x="3351" y="895"/>
                      <a:pt x="3345" y="900"/>
                      <a:pt x="3338" y="904"/>
                    </a:cubicBezTo>
                    <a:cubicBezTo>
                      <a:pt x="3331" y="907"/>
                      <a:pt x="3324" y="909"/>
                      <a:pt x="3314" y="909"/>
                    </a:cubicBezTo>
                    <a:cubicBezTo>
                      <a:pt x="3305" y="909"/>
                      <a:pt x="3297" y="907"/>
                      <a:pt x="3290" y="904"/>
                    </a:cubicBezTo>
                    <a:cubicBezTo>
                      <a:pt x="3283" y="900"/>
                      <a:pt x="3277" y="895"/>
                      <a:pt x="3272" y="887"/>
                    </a:cubicBezTo>
                    <a:cubicBezTo>
                      <a:pt x="3267" y="879"/>
                      <a:pt x="3264" y="870"/>
                      <a:pt x="3261" y="857"/>
                    </a:cubicBezTo>
                    <a:cubicBezTo>
                      <a:pt x="3259" y="844"/>
                      <a:pt x="3258" y="828"/>
                      <a:pt x="3258" y="809"/>
                    </a:cubicBezTo>
                    <a:cubicBezTo>
                      <a:pt x="3262" y="807"/>
                      <a:pt x="3267" y="804"/>
                      <a:pt x="3271" y="801"/>
                    </a:cubicBezTo>
                    <a:cubicBezTo>
                      <a:pt x="3276" y="799"/>
                      <a:pt x="3280" y="797"/>
                      <a:pt x="3285" y="795"/>
                    </a:cubicBezTo>
                    <a:cubicBezTo>
                      <a:pt x="3290" y="793"/>
                      <a:pt x="3296" y="793"/>
                      <a:pt x="3301" y="792"/>
                    </a:cubicBezTo>
                    <a:cubicBezTo>
                      <a:pt x="3307" y="791"/>
                      <a:pt x="3312" y="790"/>
                      <a:pt x="3318" y="790"/>
                    </a:cubicBezTo>
                    <a:close/>
                    <a:moveTo>
                      <a:pt x="5380" y="804"/>
                    </a:moveTo>
                    <a:cubicBezTo>
                      <a:pt x="5390" y="809"/>
                      <a:pt x="5399" y="814"/>
                      <a:pt x="5406" y="818"/>
                    </a:cubicBezTo>
                    <a:cubicBezTo>
                      <a:pt x="5414" y="823"/>
                      <a:pt x="5420" y="827"/>
                      <a:pt x="5425" y="832"/>
                    </a:cubicBezTo>
                    <a:cubicBezTo>
                      <a:pt x="5430" y="837"/>
                      <a:pt x="5434" y="843"/>
                      <a:pt x="5436" y="848"/>
                    </a:cubicBezTo>
                    <a:cubicBezTo>
                      <a:pt x="5439" y="854"/>
                      <a:pt x="5441" y="859"/>
                      <a:pt x="5441" y="866"/>
                    </a:cubicBezTo>
                    <a:cubicBezTo>
                      <a:pt x="5441" y="879"/>
                      <a:pt x="5435" y="890"/>
                      <a:pt x="5426" y="898"/>
                    </a:cubicBezTo>
                    <a:cubicBezTo>
                      <a:pt x="5416" y="906"/>
                      <a:pt x="5402" y="910"/>
                      <a:pt x="5383" y="910"/>
                    </a:cubicBezTo>
                    <a:cubicBezTo>
                      <a:pt x="5364" y="910"/>
                      <a:pt x="5349" y="906"/>
                      <a:pt x="5339" y="898"/>
                    </a:cubicBezTo>
                    <a:cubicBezTo>
                      <a:pt x="5330" y="891"/>
                      <a:pt x="5325" y="879"/>
                      <a:pt x="5325" y="865"/>
                    </a:cubicBezTo>
                    <a:cubicBezTo>
                      <a:pt x="5325" y="858"/>
                      <a:pt x="5326" y="853"/>
                      <a:pt x="5328" y="847"/>
                    </a:cubicBezTo>
                    <a:cubicBezTo>
                      <a:pt x="5330" y="842"/>
                      <a:pt x="5334" y="837"/>
                      <a:pt x="5338" y="832"/>
                    </a:cubicBezTo>
                    <a:cubicBezTo>
                      <a:pt x="5343" y="827"/>
                      <a:pt x="5348" y="823"/>
                      <a:pt x="5355" y="818"/>
                    </a:cubicBezTo>
                    <a:cubicBezTo>
                      <a:pt x="5362" y="813"/>
                      <a:pt x="5371" y="808"/>
                      <a:pt x="5380" y="804"/>
                    </a:cubicBezTo>
                    <a:close/>
                    <a:moveTo>
                      <a:pt x="303" y="1294"/>
                    </a:moveTo>
                    <a:cubicBezTo>
                      <a:pt x="289" y="1296"/>
                      <a:pt x="278" y="1300"/>
                      <a:pt x="268" y="1305"/>
                    </a:cubicBezTo>
                    <a:cubicBezTo>
                      <a:pt x="255" y="1312"/>
                      <a:pt x="245" y="1322"/>
                      <a:pt x="237" y="1335"/>
                    </a:cubicBezTo>
                    <a:cubicBezTo>
                      <a:pt x="229" y="1348"/>
                      <a:pt x="223" y="1363"/>
                      <a:pt x="220" y="1382"/>
                    </a:cubicBezTo>
                    <a:cubicBezTo>
                      <a:pt x="216" y="1400"/>
                      <a:pt x="214" y="1420"/>
                      <a:pt x="214" y="1442"/>
                    </a:cubicBezTo>
                    <a:cubicBezTo>
                      <a:pt x="214" y="1465"/>
                      <a:pt x="216" y="1486"/>
                      <a:pt x="220" y="1504"/>
                    </a:cubicBezTo>
                    <a:cubicBezTo>
                      <a:pt x="223" y="1522"/>
                      <a:pt x="228" y="1538"/>
                      <a:pt x="235" y="1550"/>
                    </a:cubicBezTo>
                    <a:cubicBezTo>
                      <a:pt x="243" y="1562"/>
                      <a:pt x="253" y="1572"/>
                      <a:pt x="265" y="1578"/>
                    </a:cubicBezTo>
                    <a:cubicBezTo>
                      <a:pt x="278" y="1585"/>
                      <a:pt x="293" y="1588"/>
                      <a:pt x="310" y="1588"/>
                    </a:cubicBezTo>
                    <a:cubicBezTo>
                      <a:pt x="329" y="1588"/>
                      <a:pt x="345" y="1584"/>
                      <a:pt x="358" y="1577"/>
                    </a:cubicBezTo>
                    <a:cubicBezTo>
                      <a:pt x="371" y="1569"/>
                      <a:pt x="382" y="1560"/>
                      <a:pt x="390" y="1547"/>
                    </a:cubicBezTo>
                    <a:cubicBezTo>
                      <a:pt x="398" y="1534"/>
                      <a:pt x="403" y="1518"/>
                      <a:pt x="407" y="1500"/>
                    </a:cubicBezTo>
                    <a:cubicBezTo>
                      <a:pt x="410" y="1482"/>
                      <a:pt x="412" y="1462"/>
                      <a:pt x="412" y="1440"/>
                    </a:cubicBezTo>
                    <a:cubicBezTo>
                      <a:pt x="412" y="1416"/>
                      <a:pt x="411" y="1395"/>
                      <a:pt x="407" y="1377"/>
                    </a:cubicBezTo>
                    <a:cubicBezTo>
                      <a:pt x="404" y="1359"/>
                      <a:pt x="399" y="1344"/>
                      <a:pt x="392" y="1331"/>
                    </a:cubicBezTo>
                    <a:cubicBezTo>
                      <a:pt x="384" y="1319"/>
                      <a:pt x="374" y="1310"/>
                      <a:pt x="362" y="1303"/>
                    </a:cubicBezTo>
                    <a:cubicBezTo>
                      <a:pt x="349" y="1297"/>
                      <a:pt x="334" y="1294"/>
                      <a:pt x="316" y="1294"/>
                    </a:cubicBezTo>
                    <a:cubicBezTo>
                      <a:pt x="311" y="1294"/>
                      <a:pt x="307" y="1294"/>
                      <a:pt x="303" y="1294"/>
                    </a:cubicBezTo>
                    <a:close/>
                    <a:moveTo>
                      <a:pt x="3417" y="1294"/>
                    </a:moveTo>
                    <a:cubicBezTo>
                      <a:pt x="3407" y="1294"/>
                      <a:pt x="3398" y="1295"/>
                      <a:pt x="3390" y="1297"/>
                    </a:cubicBezTo>
                    <a:cubicBezTo>
                      <a:pt x="3382" y="1299"/>
                      <a:pt x="3375" y="1301"/>
                      <a:pt x="3369" y="1303"/>
                    </a:cubicBezTo>
                    <a:cubicBezTo>
                      <a:pt x="3363" y="1306"/>
                      <a:pt x="3357" y="1308"/>
                      <a:pt x="3353" y="1311"/>
                    </a:cubicBezTo>
                    <a:cubicBezTo>
                      <a:pt x="3349" y="1314"/>
                      <a:pt x="3346" y="1316"/>
                      <a:pt x="3344" y="1317"/>
                    </a:cubicBezTo>
                    <a:cubicBezTo>
                      <a:pt x="3343" y="1319"/>
                      <a:pt x="3342" y="1320"/>
                      <a:pt x="3342" y="1321"/>
                    </a:cubicBezTo>
                    <a:cubicBezTo>
                      <a:pt x="3341" y="1322"/>
                      <a:pt x="3340" y="1323"/>
                      <a:pt x="3340" y="1324"/>
                    </a:cubicBezTo>
                    <a:cubicBezTo>
                      <a:pt x="3339" y="1326"/>
                      <a:pt x="3339" y="1327"/>
                      <a:pt x="3339" y="1329"/>
                    </a:cubicBezTo>
                    <a:cubicBezTo>
                      <a:pt x="3339" y="1330"/>
                      <a:pt x="3339" y="1332"/>
                      <a:pt x="3339" y="1334"/>
                    </a:cubicBezTo>
                    <a:cubicBezTo>
                      <a:pt x="3339" y="1337"/>
                      <a:pt x="3339" y="1340"/>
                      <a:pt x="3339" y="1342"/>
                    </a:cubicBezTo>
                    <a:cubicBezTo>
                      <a:pt x="3339" y="1344"/>
                      <a:pt x="3339" y="1345"/>
                      <a:pt x="3340" y="1346"/>
                    </a:cubicBezTo>
                    <a:cubicBezTo>
                      <a:pt x="3340" y="1347"/>
                      <a:pt x="3342" y="1349"/>
                      <a:pt x="3343" y="1349"/>
                    </a:cubicBezTo>
                    <a:cubicBezTo>
                      <a:pt x="3343" y="1349"/>
                      <a:pt x="3344" y="1350"/>
                      <a:pt x="3345" y="1350"/>
                    </a:cubicBezTo>
                    <a:cubicBezTo>
                      <a:pt x="3347" y="1350"/>
                      <a:pt x="3349" y="1348"/>
                      <a:pt x="3353" y="1345"/>
                    </a:cubicBezTo>
                    <a:cubicBezTo>
                      <a:pt x="3357" y="1343"/>
                      <a:pt x="3361" y="1340"/>
                      <a:pt x="3366" y="1338"/>
                    </a:cubicBezTo>
                    <a:cubicBezTo>
                      <a:pt x="3372" y="1335"/>
                      <a:pt x="3379" y="1331"/>
                      <a:pt x="3386" y="1329"/>
                    </a:cubicBezTo>
                    <a:cubicBezTo>
                      <a:pt x="3393" y="1326"/>
                      <a:pt x="3401" y="1325"/>
                      <a:pt x="3410" y="1325"/>
                    </a:cubicBezTo>
                    <a:cubicBezTo>
                      <a:pt x="3417" y="1325"/>
                      <a:pt x="3424" y="1326"/>
                      <a:pt x="3430" y="1329"/>
                    </a:cubicBezTo>
                    <a:cubicBezTo>
                      <a:pt x="3436" y="1331"/>
                      <a:pt x="3441" y="1334"/>
                      <a:pt x="3445" y="1338"/>
                    </a:cubicBezTo>
                    <a:cubicBezTo>
                      <a:pt x="3449" y="1342"/>
                      <a:pt x="3451" y="1346"/>
                      <a:pt x="3453" y="1352"/>
                    </a:cubicBezTo>
                    <a:cubicBezTo>
                      <a:pt x="3455" y="1357"/>
                      <a:pt x="3456" y="1363"/>
                      <a:pt x="3456" y="1369"/>
                    </a:cubicBezTo>
                    <a:cubicBezTo>
                      <a:pt x="3456" y="1377"/>
                      <a:pt x="3455" y="1384"/>
                      <a:pt x="3452" y="1390"/>
                    </a:cubicBezTo>
                    <a:cubicBezTo>
                      <a:pt x="3449" y="1397"/>
                      <a:pt x="3445" y="1403"/>
                      <a:pt x="3440" y="1408"/>
                    </a:cubicBezTo>
                    <a:cubicBezTo>
                      <a:pt x="3434" y="1413"/>
                      <a:pt x="3427" y="1416"/>
                      <a:pt x="3419" y="1419"/>
                    </a:cubicBezTo>
                    <a:cubicBezTo>
                      <a:pt x="3412" y="1421"/>
                      <a:pt x="3403" y="1422"/>
                      <a:pt x="3394" y="1422"/>
                    </a:cubicBezTo>
                    <a:lnTo>
                      <a:pt x="3369" y="1422"/>
                    </a:lnTo>
                    <a:cubicBezTo>
                      <a:pt x="3368" y="1422"/>
                      <a:pt x="3367" y="1423"/>
                      <a:pt x="3366" y="1423"/>
                    </a:cubicBezTo>
                    <a:cubicBezTo>
                      <a:pt x="3364" y="1424"/>
                      <a:pt x="3363" y="1425"/>
                      <a:pt x="3362" y="1426"/>
                    </a:cubicBezTo>
                    <a:cubicBezTo>
                      <a:pt x="3361" y="1427"/>
                      <a:pt x="3361" y="1428"/>
                      <a:pt x="3360" y="1430"/>
                    </a:cubicBezTo>
                    <a:cubicBezTo>
                      <a:pt x="3360" y="1432"/>
                      <a:pt x="3360" y="1434"/>
                      <a:pt x="3360" y="1437"/>
                    </a:cubicBezTo>
                    <a:cubicBezTo>
                      <a:pt x="3360" y="1440"/>
                      <a:pt x="3360" y="1442"/>
                      <a:pt x="3360" y="1444"/>
                    </a:cubicBezTo>
                    <a:cubicBezTo>
                      <a:pt x="3361" y="1446"/>
                      <a:pt x="3362" y="1447"/>
                      <a:pt x="3363" y="1449"/>
                    </a:cubicBezTo>
                    <a:cubicBezTo>
                      <a:pt x="3364" y="1450"/>
                      <a:pt x="3364" y="1451"/>
                      <a:pt x="3366" y="1451"/>
                    </a:cubicBezTo>
                    <a:cubicBezTo>
                      <a:pt x="3367" y="1452"/>
                      <a:pt x="3368" y="1452"/>
                      <a:pt x="3369" y="1452"/>
                    </a:cubicBezTo>
                    <a:lnTo>
                      <a:pt x="3396" y="1452"/>
                    </a:lnTo>
                    <a:cubicBezTo>
                      <a:pt x="3408" y="1452"/>
                      <a:pt x="3417" y="1453"/>
                      <a:pt x="3426" y="1456"/>
                    </a:cubicBezTo>
                    <a:cubicBezTo>
                      <a:pt x="3435" y="1458"/>
                      <a:pt x="3442" y="1462"/>
                      <a:pt x="3448" y="1467"/>
                    </a:cubicBezTo>
                    <a:cubicBezTo>
                      <a:pt x="3455" y="1472"/>
                      <a:pt x="3459" y="1477"/>
                      <a:pt x="3463" y="1484"/>
                    </a:cubicBezTo>
                    <a:cubicBezTo>
                      <a:pt x="3466" y="1490"/>
                      <a:pt x="3468" y="1497"/>
                      <a:pt x="3468" y="1505"/>
                    </a:cubicBezTo>
                    <a:cubicBezTo>
                      <a:pt x="3468" y="1512"/>
                      <a:pt x="3466" y="1519"/>
                      <a:pt x="3463" y="1525"/>
                    </a:cubicBezTo>
                    <a:cubicBezTo>
                      <a:pt x="3461" y="1532"/>
                      <a:pt x="3458" y="1538"/>
                      <a:pt x="3453" y="1542"/>
                    </a:cubicBezTo>
                    <a:cubicBezTo>
                      <a:pt x="3448" y="1547"/>
                      <a:pt x="3442" y="1550"/>
                      <a:pt x="3434" y="1553"/>
                    </a:cubicBezTo>
                    <a:cubicBezTo>
                      <a:pt x="3427" y="1555"/>
                      <a:pt x="3418" y="1556"/>
                      <a:pt x="3409" y="1556"/>
                    </a:cubicBezTo>
                    <a:cubicBezTo>
                      <a:pt x="3399" y="1556"/>
                      <a:pt x="3390" y="1555"/>
                      <a:pt x="3381" y="1553"/>
                    </a:cubicBezTo>
                    <a:cubicBezTo>
                      <a:pt x="3373" y="1550"/>
                      <a:pt x="3365" y="1547"/>
                      <a:pt x="3359" y="1545"/>
                    </a:cubicBezTo>
                    <a:cubicBezTo>
                      <a:pt x="3353" y="1542"/>
                      <a:pt x="3348" y="1540"/>
                      <a:pt x="3344" y="1538"/>
                    </a:cubicBezTo>
                    <a:cubicBezTo>
                      <a:pt x="3340" y="1535"/>
                      <a:pt x="3339" y="1534"/>
                      <a:pt x="3337" y="1534"/>
                    </a:cubicBezTo>
                    <a:cubicBezTo>
                      <a:pt x="3335" y="1534"/>
                      <a:pt x="3334" y="1535"/>
                      <a:pt x="3333" y="1537"/>
                    </a:cubicBezTo>
                    <a:cubicBezTo>
                      <a:pt x="3332" y="1539"/>
                      <a:pt x="3331" y="1543"/>
                      <a:pt x="3331" y="1548"/>
                    </a:cubicBezTo>
                    <a:cubicBezTo>
                      <a:pt x="3331" y="1551"/>
                      <a:pt x="3331" y="1554"/>
                      <a:pt x="3331" y="1556"/>
                    </a:cubicBezTo>
                    <a:cubicBezTo>
                      <a:pt x="3331" y="1558"/>
                      <a:pt x="3332" y="1560"/>
                      <a:pt x="3332" y="1562"/>
                    </a:cubicBezTo>
                    <a:cubicBezTo>
                      <a:pt x="3332" y="1563"/>
                      <a:pt x="3333" y="1564"/>
                      <a:pt x="3334" y="1565"/>
                    </a:cubicBezTo>
                    <a:cubicBezTo>
                      <a:pt x="3334" y="1566"/>
                      <a:pt x="3335" y="1568"/>
                      <a:pt x="3336" y="1569"/>
                    </a:cubicBezTo>
                    <a:cubicBezTo>
                      <a:pt x="3337" y="1570"/>
                      <a:pt x="3340" y="1571"/>
                      <a:pt x="3344" y="1573"/>
                    </a:cubicBezTo>
                    <a:cubicBezTo>
                      <a:pt x="3349" y="1575"/>
                      <a:pt x="3354" y="1578"/>
                      <a:pt x="3360" y="1580"/>
                    </a:cubicBezTo>
                    <a:cubicBezTo>
                      <a:pt x="3367" y="1582"/>
                      <a:pt x="3374" y="1584"/>
                      <a:pt x="3382" y="1585"/>
                    </a:cubicBezTo>
                    <a:cubicBezTo>
                      <a:pt x="3391" y="1587"/>
                      <a:pt x="3400" y="1588"/>
                      <a:pt x="3410" y="1588"/>
                    </a:cubicBezTo>
                    <a:cubicBezTo>
                      <a:pt x="3425" y="1588"/>
                      <a:pt x="3439" y="1586"/>
                      <a:pt x="3452" y="1582"/>
                    </a:cubicBezTo>
                    <a:cubicBezTo>
                      <a:pt x="3464" y="1578"/>
                      <a:pt x="3475" y="1572"/>
                      <a:pt x="3484" y="1564"/>
                    </a:cubicBezTo>
                    <a:cubicBezTo>
                      <a:pt x="3492" y="1557"/>
                      <a:pt x="3499" y="1547"/>
                      <a:pt x="3503" y="1537"/>
                    </a:cubicBezTo>
                    <a:cubicBezTo>
                      <a:pt x="3508" y="1526"/>
                      <a:pt x="3510" y="1515"/>
                      <a:pt x="3510" y="1502"/>
                    </a:cubicBezTo>
                    <a:cubicBezTo>
                      <a:pt x="3510" y="1493"/>
                      <a:pt x="3508" y="1485"/>
                      <a:pt x="3505" y="1477"/>
                    </a:cubicBezTo>
                    <a:cubicBezTo>
                      <a:pt x="3502" y="1469"/>
                      <a:pt x="3497" y="1462"/>
                      <a:pt x="3491" y="1456"/>
                    </a:cubicBezTo>
                    <a:cubicBezTo>
                      <a:pt x="3485" y="1450"/>
                      <a:pt x="3478" y="1445"/>
                      <a:pt x="3470" y="1442"/>
                    </a:cubicBezTo>
                    <a:cubicBezTo>
                      <a:pt x="3461" y="1438"/>
                      <a:pt x="3453" y="1435"/>
                      <a:pt x="3443" y="1434"/>
                    </a:cubicBezTo>
                    <a:cubicBezTo>
                      <a:pt x="3452" y="1432"/>
                      <a:pt x="3459" y="1429"/>
                      <a:pt x="3466" y="1425"/>
                    </a:cubicBezTo>
                    <a:cubicBezTo>
                      <a:pt x="3473" y="1421"/>
                      <a:pt x="3478" y="1416"/>
                      <a:pt x="3483" y="1410"/>
                    </a:cubicBezTo>
                    <a:cubicBezTo>
                      <a:pt x="3487" y="1404"/>
                      <a:pt x="3491" y="1396"/>
                      <a:pt x="3493" y="1389"/>
                    </a:cubicBezTo>
                    <a:cubicBezTo>
                      <a:pt x="3496" y="1381"/>
                      <a:pt x="3497" y="1373"/>
                      <a:pt x="3497" y="1364"/>
                    </a:cubicBezTo>
                    <a:cubicBezTo>
                      <a:pt x="3497" y="1354"/>
                      <a:pt x="3495" y="1344"/>
                      <a:pt x="3492" y="1336"/>
                    </a:cubicBezTo>
                    <a:cubicBezTo>
                      <a:pt x="3488" y="1327"/>
                      <a:pt x="3483" y="1320"/>
                      <a:pt x="3477" y="1314"/>
                    </a:cubicBezTo>
                    <a:cubicBezTo>
                      <a:pt x="3470" y="1308"/>
                      <a:pt x="3462" y="1302"/>
                      <a:pt x="3452" y="1299"/>
                    </a:cubicBezTo>
                    <a:cubicBezTo>
                      <a:pt x="3442" y="1295"/>
                      <a:pt x="3430" y="1294"/>
                      <a:pt x="3417" y="1294"/>
                    </a:cubicBezTo>
                    <a:close/>
                    <a:moveTo>
                      <a:pt x="6549" y="1294"/>
                    </a:moveTo>
                    <a:cubicBezTo>
                      <a:pt x="6533" y="1294"/>
                      <a:pt x="6519" y="1296"/>
                      <a:pt x="6507" y="1300"/>
                    </a:cubicBezTo>
                    <a:cubicBezTo>
                      <a:pt x="6495" y="1305"/>
                      <a:pt x="6484" y="1311"/>
                      <a:pt x="6475" y="1319"/>
                    </a:cubicBezTo>
                    <a:cubicBezTo>
                      <a:pt x="6466" y="1327"/>
                      <a:pt x="6459" y="1335"/>
                      <a:pt x="6453" y="1345"/>
                    </a:cubicBezTo>
                    <a:cubicBezTo>
                      <a:pt x="6447" y="1356"/>
                      <a:pt x="6443" y="1366"/>
                      <a:pt x="6440" y="1378"/>
                    </a:cubicBezTo>
                    <a:cubicBezTo>
                      <a:pt x="6437" y="1390"/>
                      <a:pt x="6434" y="1402"/>
                      <a:pt x="6433" y="1414"/>
                    </a:cubicBezTo>
                    <a:cubicBezTo>
                      <a:pt x="6432" y="1427"/>
                      <a:pt x="6430" y="1439"/>
                      <a:pt x="6430" y="1451"/>
                    </a:cubicBezTo>
                    <a:cubicBezTo>
                      <a:pt x="6430" y="1465"/>
                      <a:pt x="6431" y="1478"/>
                      <a:pt x="6432" y="1490"/>
                    </a:cubicBezTo>
                    <a:cubicBezTo>
                      <a:pt x="6433" y="1502"/>
                      <a:pt x="6435" y="1513"/>
                      <a:pt x="6438" y="1524"/>
                    </a:cubicBezTo>
                    <a:cubicBezTo>
                      <a:pt x="6441" y="1534"/>
                      <a:pt x="6444" y="1542"/>
                      <a:pt x="6449" y="1550"/>
                    </a:cubicBezTo>
                    <a:cubicBezTo>
                      <a:pt x="6453" y="1558"/>
                      <a:pt x="6459" y="1565"/>
                      <a:pt x="6466" y="1570"/>
                    </a:cubicBezTo>
                    <a:cubicBezTo>
                      <a:pt x="6472" y="1576"/>
                      <a:pt x="6480" y="1580"/>
                      <a:pt x="6489" y="1583"/>
                    </a:cubicBezTo>
                    <a:cubicBezTo>
                      <a:pt x="6498" y="1586"/>
                      <a:pt x="6509" y="1587"/>
                      <a:pt x="6521" y="1587"/>
                    </a:cubicBezTo>
                    <a:cubicBezTo>
                      <a:pt x="6538" y="1587"/>
                      <a:pt x="6552" y="1585"/>
                      <a:pt x="6564" y="1579"/>
                    </a:cubicBezTo>
                    <a:cubicBezTo>
                      <a:pt x="6577" y="1574"/>
                      <a:pt x="6586" y="1567"/>
                      <a:pt x="6594" y="1558"/>
                    </a:cubicBezTo>
                    <a:cubicBezTo>
                      <a:pt x="6602" y="1549"/>
                      <a:pt x="6608" y="1539"/>
                      <a:pt x="6612" y="1527"/>
                    </a:cubicBezTo>
                    <a:cubicBezTo>
                      <a:pt x="6616" y="1515"/>
                      <a:pt x="6618" y="1503"/>
                      <a:pt x="6618" y="1491"/>
                    </a:cubicBezTo>
                    <a:cubicBezTo>
                      <a:pt x="6618" y="1479"/>
                      <a:pt x="6616" y="1468"/>
                      <a:pt x="6614" y="1458"/>
                    </a:cubicBezTo>
                    <a:cubicBezTo>
                      <a:pt x="6611" y="1448"/>
                      <a:pt x="6606" y="1439"/>
                      <a:pt x="6600" y="1432"/>
                    </a:cubicBezTo>
                    <a:cubicBezTo>
                      <a:pt x="6593" y="1424"/>
                      <a:pt x="6585" y="1418"/>
                      <a:pt x="6574" y="1414"/>
                    </a:cubicBezTo>
                    <a:cubicBezTo>
                      <a:pt x="6563" y="1410"/>
                      <a:pt x="6551" y="1408"/>
                      <a:pt x="6535" y="1408"/>
                    </a:cubicBezTo>
                    <a:cubicBezTo>
                      <a:pt x="6528" y="1408"/>
                      <a:pt x="6521" y="1409"/>
                      <a:pt x="6515" y="1410"/>
                    </a:cubicBezTo>
                    <a:cubicBezTo>
                      <a:pt x="6509" y="1411"/>
                      <a:pt x="6503" y="1412"/>
                      <a:pt x="6497" y="1414"/>
                    </a:cubicBezTo>
                    <a:cubicBezTo>
                      <a:pt x="6492" y="1416"/>
                      <a:pt x="6486" y="1418"/>
                      <a:pt x="6481" y="1420"/>
                    </a:cubicBezTo>
                    <a:cubicBezTo>
                      <a:pt x="6477" y="1423"/>
                      <a:pt x="6472" y="1424"/>
                      <a:pt x="6468" y="1427"/>
                    </a:cubicBezTo>
                    <a:cubicBezTo>
                      <a:pt x="6469" y="1413"/>
                      <a:pt x="6470" y="1400"/>
                      <a:pt x="6473" y="1388"/>
                    </a:cubicBezTo>
                    <a:cubicBezTo>
                      <a:pt x="6476" y="1375"/>
                      <a:pt x="6481" y="1365"/>
                      <a:pt x="6488" y="1355"/>
                    </a:cubicBezTo>
                    <a:cubicBezTo>
                      <a:pt x="6494" y="1346"/>
                      <a:pt x="6502" y="1338"/>
                      <a:pt x="6511" y="1332"/>
                    </a:cubicBezTo>
                    <a:cubicBezTo>
                      <a:pt x="6521" y="1327"/>
                      <a:pt x="6533" y="1324"/>
                      <a:pt x="6547" y="1324"/>
                    </a:cubicBezTo>
                    <a:cubicBezTo>
                      <a:pt x="6554" y="1324"/>
                      <a:pt x="6561" y="1325"/>
                      <a:pt x="6567" y="1326"/>
                    </a:cubicBezTo>
                    <a:cubicBezTo>
                      <a:pt x="6573" y="1327"/>
                      <a:pt x="6577" y="1328"/>
                      <a:pt x="6581" y="1330"/>
                    </a:cubicBezTo>
                    <a:cubicBezTo>
                      <a:pt x="6585" y="1331"/>
                      <a:pt x="6588" y="1331"/>
                      <a:pt x="6591" y="1332"/>
                    </a:cubicBezTo>
                    <a:cubicBezTo>
                      <a:pt x="6594" y="1333"/>
                      <a:pt x="6596" y="1334"/>
                      <a:pt x="6598" y="1334"/>
                    </a:cubicBezTo>
                    <a:cubicBezTo>
                      <a:pt x="6599" y="1334"/>
                      <a:pt x="6601" y="1334"/>
                      <a:pt x="6601" y="1333"/>
                    </a:cubicBezTo>
                    <a:cubicBezTo>
                      <a:pt x="6602" y="1333"/>
                      <a:pt x="6603" y="1332"/>
                      <a:pt x="6603" y="1330"/>
                    </a:cubicBezTo>
                    <a:cubicBezTo>
                      <a:pt x="6604" y="1329"/>
                      <a:pt x="6604" y="1328"/>
                      <a:pt x="6604" y="1326"/>
                    </a:cubicBezTo>
                    <a:cubicBezTo>
                      <a:pt x="6604" y="1324"/>
                      <a:pt x="6604" y="1322"/>
                      <a:pt x="6604" y="1319"/>
                    </a:cubicBezTo>
                    <a:cubicBezTo>
                      <a:pt x="6604" y="1317"/>
                      <a:pt x="6604" y="1315"/>
                      <a:pt x="6604" y="1314"/>
                    </a:cubicBezTo>
                    <a:cubicBezTo>
                      <a:pt x="6604" y="1312"/>
                      <a:pt x="6603" y="1311"/>
                      <a:pt x="6603" y="1310"/>
                    </a:cubicBezTo>
                    <a:cubicBezTo>
                      <a:pt x="6603" y="1309"/>
                      <a:pt x="6603" y="1308"/>
                      <a:pt x="6602" y="1308"/>
                    </a:cubicBezTo>
                    <a:cubicBezTo>
                      <a:pt x="6602" y="1307"/>
                      <a:pt x="6601" y="1306"/>
                      <a:pt x="6600" y="1305"/>
                    </a:cubicBezTo>
                    <a:cubicBezTo>
                      <a:pt x="6599" y="1304"/>
                      <a:pt x="6597" y="1303"/>
                      <a:pt x="6593" y="1301"/>
                    </a:cubicBezTo>
                    <a:cubicBezTo>
                      <a:pt x="6590" y="1300"/>
                      <a:pt x="6586" y="1299"/>
                      <a:pt x="6581" y="1298"/>
                    </a:cubicBezTo>
                    <a:cubicBezTo>
                      <a:pt x="6576" y="1297"/>
                      <a:pt x="6572" y="1296"/>
                      <a:pt x="6566" y="1295"/>
                    </a:cubicBezTo>
                    <a:cubicBezTo>
                      <a:pt x="6560" y="1295"/>
                      <a:pt x="6555" y="1294"/>
                      <a:pt x="6549" y="1294"/>
                    </a:cubicBezTo>
                    <a:close/>
                    <a:moveTo>
                      <a:pt x="5268" y="1295"/>
                    </a:moveTo>
                    <a:cubicBezTo>
                      <a:pt x="5266" y="1295"/>
                      <a:pt x="5265" y="1296"/>
                      <a:pt x="5263" y="1296"/>
                    </a:cubicBezTo>
                    <a:cubicBezTo>
                      <a:pt x="5262" y="1296"/>
                      <a:pt x="5261" y="1297"/>
                      <a:pt x="5260" y="1297"/>
                    </a:cubicBezTo>
                    <a:cubicBezTo>
                      <a:pt x="5259" y="1297"/>
                      <a:pt x="5259" y="1297"/>
                      <a:pt x="5258" y="1298"/>
                    </a:cubicBezTo>
                    <a:lnTo>
                      <a:pt x="5192" y="1340"/>
                    </a:lnTo>
                    <a:cubicBezTo>
                      <a:pt x="5191" y="1341"/>
                      <a:pt x="5190" y="1342"/>
                      <a:pt x="5189" y="1343"/>
                    </a:cubicBezTo>
                    <a:cubicBezTo>
                      <a:pt x="5189" y="1344"/>
                      <a:pt x="5188" y="1344"/>
                      <a:pt x="5188" y="1345"/>
                    </a:cubicBezTo>
                    <a:cubicBezTo>
                      <a:pt x="5187" y="1347"/>
                      <a:pt x="5186" y="1348"/>
                      <a:pt x="5186" y="1350"/>
                    </a:cubicBezTo>
                    <a:cubicBezTo>
                      <a:pt x="5186" y="1352"/>
                      <a:pt x="5186" y="1354"/>
                      <a:pt x="5186" y="1356"/>
                    </a:cubicBezTo>
                    <a:cubicBezTo>
                      <a:pt x="5186" y="1359"/>
                      <a:pt x="5186" y="1363"/>
                      <a:pt x="5187" y="1365"/>
                    </a:cubicBezTo>
                    <a:cubicBezTo>
                      <a:pt x="5187" y="1367"/>
                      <a:pt x="5187" y="1368"/>
                      <a:pt x="5188" y="1369"/>
                    </a:cubicBezTo>
                    <a:cubicBezTo>
                      <a:pt x="5190" y="1370"/>
                      <a:pt x="5191" y="1370"/>
                      <a:pt x="5193" y="1370"/>
                    </a:cubicBezTo>
                    <a:cubicBezTo>
                      <a:pt x="5195" y="1370"/>
                      <a:pt x="5196" y="1369"/>
                      <a:pt x="5199" y="1368"/>
                    </a:cubicBezTo>
                    <a:lnTo>
                      <a:pt x="5255" y="1335"/>
                    </a:lnTo>
                    <a:lnTo>
                      <a:pt x="5255" y="1552"/>
                    </a:lnTo>
                    <a:lnTo>
                      <a:pt x="5195" y="1552"/>
                    </a:lnTo>
                    <a:cubicBezTo>
                      <a:pt x="5193" y="1552"/>
                      <a:pt x="5193" y="1552"/>
                      <a:pt x="5192" y="1553"/>
                    </a:cubicBezTo>
                    <a:cubicBezTo>
                      <a:pt x="5191" y="1553"/>
                      <a:pt x="5190" y="1554"/>
                      <a:pt x="5189" y="1555"/>
                    </a:cubicBezTo>
                    <a:cubicBezTo>
                      <a:pt x="5189" y="1557"/>
                      <a:pt x="5188" y="1559"/>
                      <a:pt x="5188" y="1561"/>
                    </a:cubicBezTo>
                    <a:cubicBezTo>
                      <a:pt x="5187" y="1563"/>
                      <a:pt x="5187" y="1565"/>
                      <a:pt x="5187" y="1568"/>
                    </a:cubicBezTo>
                    <a:cubicBezTo>
                      <a:pt x="5187" y="1570"/>
                      <a:pt x="5187" y="1573"/>
                      <a:pt x="5188" y="1575"/>
                    </a:cubicBezTo>
                    <a:cubicBezTo>
                      <a:pt x="5188" y="1577"/>
                      <a:pt x="5189" y="1578"/>
                      <a:pt x="5189" y="1579"/>
                    </a:cubicBezTo>
                    <a:cubicBezTo>
                      <a:pt x="5190" y="1580"/>
                      <a:pt x="5191" y="1581"/>
                      <a:pt x="5192" y="1582"/>
                    </a:cubicBezTo>
                    <a:cubicBezTo>
                      <a:pt x="5193" y="1582"/>
                      <a:pt x="5194" y="1583"/>
                      <a:pt x="5195" y="1583"/>
                    </a:cubicBezTo>
                    <a:lnTo>
                      <a:pt x="5344" y="1583"/>
                    </a:lnTo>
                    <a:cubicBezTo>
                      <a:pt x="5345" y="1583"/>
                      <a:pt x="5346" y="1582"/>
                      <a:pt x="5347" y="1582"/>
                    </a:cubicBezTo>
                    <a:cubicBezTo>
                      <a:pt x="5348" y="1581"/>
                      <a:pt x="5349" y="1580"/>
                      <a:pt x="5350" y="1579"/>
                    </a:cubicBezTo>
                    <a:cubicBezTo>
                      <a:pt x="5351" y="1578"/>
                      <a:pt x="5351" y="1577"/>
                      <a:pt x="5352" y="1575"/>
                    </a:cubicBezTo>
                    <a:cubicBezTo>
                      <a:pt x="5352" y="1573"/>
                      <a:pt x="5352" y="1571"/>
                      <a:pt x="5352" y="1568"/>
                    </a:cubicBezTo>
                    <a:cubicBezTo>
                      <a:pt x="5352" y="1565"/>
                      <a:pt x="5352" y="1563"/>
                      <a:pt x="5352" y="1561"/>
                    </a:cubicBezTo>
                    <a:cubicBezTo>
                      <a:pt x="5351" y="1559"/>
                      <a:pt x="5351" y="1557"/>
                      <a:pt x="5350" y="1555"/>
                    </a:cubicBezTo>
                    <a:cubicBezTo>
                      <a:pt x="5349" y="1554"/>
                      <a:pt x="5348" y="1553"/>
                      <a:pt x="5347" y="1553"/>
                    </a:cubicBezTo>
                    <a:cubicBezTo>
                      <a:pt x="5346" y="1552"/>
                      <a:pt x="5345" y="1552"/>
                      <a:pt x="5344" y="1552"/>
                    </a:cubicBezTo>
                    <a:lnTo>
                      <a:pt x="5293" y="1552"/>
                    </a:lnTo>
                    <a:lnTo>
                      <a:pt x="5293" y="1301"/>
                    </a:lnTo>
                    <a:cubicBezTo>
                      <a:pt x="5293" y="1300"/>
                      <a:pt x="5292" y="1300"/>
                      <a:pt x="5292" y="1299"/>
                    </a:cubicBezTo>
                    <a:cubicBezTo>
                      <a:pt x="5291" y="1298"/>
                      <a:pt x="5290" y="1297"/>
                      <a:pt x="5289" y="1297"/>
                    </a:cubicBezTo>
                    <a:cubicBezTo>
                      <a:pt x="5288" y="1296"/>
                      <a:pt x="5286" y="1295"/>
                      <a:pt x="5284" y="1295"/>
                    </a:cubicBezTo>
                    <a:cubicBezTo>
                      <a:pt x="5281" y="1295"/>
                      <a:pt x="5278" y="1295"/>
                      <a:pt x="5275" y="1295"/>
                    </a:cubicBezTo>
                    <a:cubicBezTo>
                      <a:pt x="5272" y="1295"/>
                      <a:pt x="5270" y="1295"/>
                      <a:pt x="5268" y="1295"/>
                    </a:cubicBezTo>
                    <a:close/>
                    <a:moveTo>
                      <a:pt x="90" y="1296"/>
                    </a:moveTo>
                    <a:cubicBezTo>
                      <a:pt x="88" y="1296"/>
                      <a:pt x="87" y="1297"/>
                      <a:pt x="86" y="1297"/>
                    </a:cubicBezTo>
                    <a:cubicBezTo>
                      <a:pt x="84" y="1297"/>
                      <a:pt x="83" y="1298"/>
                      <a:pt x="82" y="1298"/>
                    </a:cubicBezTo>
                    <a:cubicBezTo>
                      <a:pt x="81" y="1298"/>
                      <a:pt x="81" y="1298"/>
                      <a:pt x="80" y="1299"/>
                    </a:cubicBezTo>
                    <a:lnTo>
                      <a:pt x="14" y="1341"/>
                    </a:lnTo>
                    <a:cubicBezTo>
                      <a:pt x="13" y="1342"/>
                      <a:pt x="12" y="1343"/>
                      <a:pt x="11" y="1344"/>
                    </a:cubicBezTo>
                    <a:cubicBezTo>
                      <a:pt x="11" y="1345"/>
                      <a:pt x="10" y="1345"/>
                      <a:pt x="10" y="1346"/>
                    </a:cubicBezTo>
                    <a:cubicBezTo>
                      <a:pt x="9" y="1348"/>
                      <a:pt x="8" y="1349"/>
                      <a:pt x="8" y="1351"/>
                    </a:cubicBezTo>
                    <a:cubicBezTo>
                      <a:pt x="8" y="1353"/>
                      <a:pt x="8" y="1355"/>
                      <a:pt x="8" y="1358"/>
                    </a:cubicBezTo>
                    <a:cubicBezTo>
                      <a:pt x="8" y="1361"/>
                      <a:pt x="8" y="1364"/>
                      <a:pt x="9" y="1366"/>
                    </a:cubicBezTo>
                    <a:cubicBezTo>
                      <a:pt x="9" y="1368"/>
                      <a:pt x="10" y="1369"/>
                      <a:pt x="11" y="1370"/>
                    </a:cubicBezTo>
                    <a:cubicBezTo>
                      <a:pt x="12" y="1371"/>
                      <a:pt x="13" y="1372"/>
                      <a:pt x="15" y="1372"/>
                    </a:cubicBezTo>
                    <a:cubicBezTo>
                      <a:pt x="17" y="1372"/>
                      <a:pt x="18" y="1371"/>
                      <a:pt x="21" y="1369"/>
                    </a:cubicBezTo>
                    <a:lnTo>
                      <a:pt x="77" y="1336"/>
                    </a:lnTo>
                    <a:lnTo>
                      <a:pt x="77" y="1553"/>
                    </a:lnTo>
                    <a:lnTo>
                      <a:pt x="17" y="1553"/>
                    </a:lnTo>
                    <a:cubicBezTo>
                      <a:pt x="16" y="1553"/>
                      <a:pt x="15" y="1553"/>
                      <a:pt x="14" y="1554"/>
                    </a:cubicBezTo>
                    <a:cubicBezTo>
                      <a:pt x="13" y="1554"/>
                      <a:pt x="12" y="1556"/>
                      <a:pt x="11" y="1557"/>
                    </a:cubicBezTo>
                    <a:cubicBezTo>
                      <a:pt x="11" y="1558"/>
                      <a:pt x="10" y="1560"/>
                      <a:pt x="10" y="1562"/>
                    </a:cubicBezTo>
                    <a:cubicBezTo>
                      <a:pt x="9" y="1563"/>
                      <a:pt x="9" y="1566"/>
                      <a:pt x="9" y="1569"/>
                    </a:cubicBezTo>
                    <a:cubicBezTo>
                      <a:pt x="9" y="1571"/>
                      <a:pt x="9" y="1574"/>
                      <a:pt x="10" y="1576"/>
                    </a:cubicBezTo>
                    <a:cubicBezTo>
                      <a:pt x="10" y="1578"/>
                      <a:pt x="11" y="1579"/>
                      <a:pt x="11" y="1580"/>
                    </a:cubicBezTo>
                    <a:cubicBezTo>
                      <a:pt x="12" y="1581"/>
                      <a:pt x="13" y="1582"/>
                      <a:pt x="14" y="1583"/>
                    </a:cubicBezTo>
                    <a:cubicBezTo>
                      <a:pt x="15" y="1583"/>
                      <a:pt x="16" y="1584"/>
                      <a:pt x="17" y="1584"/>
                    </a:cubicBezTo>
                    <a:lnTo>
                      <a:pt x="166" y="1584"/>
                    </a:lnTo>
                    <a:cubicBezTo>
                      <a:pt x="167" y="1584"/>
                      <a:pt x="168" y="1583"/>
                      <a:pt x="169" y="1583"/>
                    </a:cubicBezTo>
                    <a:cubicBezTo>
                      <a:pt x="170" y="1582"/>
                      <a:pt x="170" y="1581"/>
                      <a:pt x="171" y="1580"/>
                    </a:cubicBezTo>
                    <a:cubicBezTo>
                      <a:pt x="172" y="1579"/>
                      <a:pt x="172" y="1578"/>
                      <a:pt x="173" y="1576"/>
                    </a:cubicBezTo>
                    <a:cubicBezTo>
                      <a:pt x="173" y="1574"/>
                      <a:pt x="174" y="1571"/>
                      <a:pt x="174" y="1569"/>
                    </a:cubicBezTo>
                    <a:cubicBezTo>
                      <a:pt x="174" y="1566"/>
                      <a:pt x="174" y="1563"/>
                      <a:pt x="174" y="1562"/>
                    </a:cubicBezTo>
                    <a:cubicBezTo>
                      <a:pt x="173" y="1560"/>
                      <a:pt x="173" y="1558"/>
                      <a:pt x="172" y="1557"/>
                    </a:cubicBezTo>
                    <a:cubicBezTo>
                      <a:pt x="171" y="1556"/>
                      <a:pt x="170" y="1554"/>
                      <a:pt x="169" y="1554"/>
                    </a:cubicBezTo>
                    <a:cubicBezTo>
                      <a:pt x="168" y="1553"/>
                      <a:pt x="167" y="1553"/>
                      <a:pt x="166" y="1553"/>
                    </a:cubicBezTo>
                    <a:lnTo>
                      <a:pt x="115" y="1553"/>
                    </a:lnTo>
                    <a:lnTo>
                      <a:pt x="115" y="1302"/>
                    </a:lnTo>
                    <a:cubicBezTo>
                      <a:pt x="115" y="1301"/>
                      <a:pt x="114" y="1300"/>
                      <a:pt x="114" y="1300"/>
                    </a:cubicBezTo>
                    <a:cubicBezTo>
                      <a:pt x="113" y="1299"/>
                      <a:pt x="112" y="1298"/>
                      <a:pt x="111" y="1298"/>
                    </a:cubicBezTo>
                    <a:cubicBezTo>
                      <a:pt x="110" y="1297"/>
                      <a:pt x="108" y="1297"/>
                      <a:pt x="106" y="1297"/>
                    </a:cubicBezTo>
                    <a:cubicBezTo>
                      <a:pt x="103" y="1297"/>
                      <a:pt x="101" y="1296"/>
                      <a:pt x="97" y="1296"/>
                    </a:cubicBezTo>
                    <a:cubicBezTo>
                      <a:pt x="94" y="1296"/>
                      <a:pt x="92" y="1296"/>
                      <a:pt x="90" y="1296"/>
                    </a:cubicBezTo>
                    <a:close/>
                    <a:moveTo>
                      <a:pt x="3200" y="1296"/>
                    </a:moveTo>
                    <a:cubicBezTo>
                      <a:pt x="3198" y="1296"/>
                      <a:pt x="3197" y="1297"/>
                      <a:pt x="3195" y="1297"/>
                    </a:cubicBezTo>
                    <a:cubicBezTo>
                      <a:pt x="3194" y="1297"/>
                      <a:pt x="3193" y="1298"/>
                      <a:pt x="3192" y="1298"/>
                    </a:cubicBezTo>
                    <a:cubicBezTo>
                      <a:pt x="3191" y="1298"/>
                      <a:pt x="3190" y="1298"/>
                      <a:pt x="3189" y="1299"/>
                    </a:cubicBezTo>
                    <a:lnTo>
                      <a:pt x="3124" y="1341"/>
                    </a:lnTo>
                    <a:cubicBezTo>
                      <a:pt x="3123" y="1342"/>
                      <a:pt x="3121" y="1343"/>
                      <a:pt x="3120" y="1344"/>
                    </a:cubicBezTo>
                    <a:cubicBezTo>
                      <a:pt x="3120" y="1345"/>
                      <a:pt x="3119" y="1345"/>
                      <a:pt x="3119" y="1346"/>
                    </a:cubicBezTo>
                    <a:cubicBezTo>
                      <a:pt x="3118" y="1348"/>
                      <a:pt x="3118" y="1349"/>
                      <a:pt x="3118" y="1351"/>
                    </a:cubicBezTo>
                    <a:cubicBezTo>
                      <a:pt x="3117" y="1353"/>
                      <a:pt x="3118" y="1355"/>
                      <a:pt x="3118" y="1358"/>
                    </a:cubicBezTo>
                    <a:cubicBezTo>
                      <a:pt x="3118" y="1361"/>
                      <a:pt x="3117" y="1364"/>
                      <a:pt x="3118" y="1366"/>
                    </a:cubicBezTo>
                    <a:cubicBezTo>
                      <a:pt x="3118" y="1368"/>
                      <a:pt x="3119" y="1369"/>
                      <a:pt x="3120" y="1370"/>
                    </a:cubicBezTo>
                    <a:cubicBezTo>
                      <a:pt x="3121" y="1371"/>
                      <a:pt x="3122" y="1372"/>
                      <a:pt x="3124" y="1372"/>
                    </a:cubicBezTo>
                    <a:cubicBezTo>
                      <a:pt x="3126" y="1372"/>
                      <a:pt x="3128" y="1371"/>
                      <a:pt x="3131" y="1369"/>
                    </a:cubicBezTo>
                    <a:lnTo>
                      <a:pt x="3186" y="1336"/>
                    </a:lnTo>
                    <a:lnTo>
                      <a:pt x="3186" y="1553"/>
                    </a:lnTo>
                    <a:lnTo>
                      <a:pt x="3126" y="1553"/>
                    </a:lnTo>
                    <a:cubicBezTo>
                      <a:pt x="3125" y="1553"/>
                      <a:pt x="3124" y="1553"/>
                      <a:pt x="3123" y="1554"/>
                    </a:cubicBezTo>
                    <a:cubicBezTo>
                      <a:pt x="3122" y="1554"/>
                      <a:pt x="3121" y="1556"/>
                      <a:pt x="3120" y="1557"/>
                    </a:cubicBezTo>
                    <a:cubicBezTo>
                      <a:pt x="3120" y="1558"/>
                      <a:pt x="3120" y="1560"/>
                      <a:pt x="3119" y="1562"/>
                    </a:cubicBezTo>
                    <a:cubicBezTo>
                      <a:pt x="3119" y="1563"/>
                      <a:pt x="3119" y="1566"/>
                      <a:pt x="3119" y="1569"/>
                    </a:cubicBezTo>
                    <a:cubicBezTo>
                      <a:pt x="3119" y="1571"/>
                      <a:pt x="3119" y="1574"/>
                      <a:pt x="3119" y="1576"/>
                    </a:cubicBezTo>
                    <a:cubicBezTo>
                      <a:pt x="3120" y="1578"/>
                      <a:pt x="3120" y="1579"/>
                      <a:pt x="3121" y="1580"/>
                    </a:cubicBezTo>
                    <a:cubicBezTo>
                      <a:pt x="3122" y="1581"/>
                      <a:pt x="3123" y="1582"/>
                      <a:pt x="3124" y="1583"/>
                    </a:cubicBezTo>
                    <a:cubicBezTo>
                      <a:pt x="3125" y="1583"/>
                      <a:pt x="3125" y="1584"/>
                      <a:pt x="3126" y="1584"/>
                    </a:cubicBezTo>
                    <a:lnTo>
                      <a:pt x="3276" y="1584"/>
                    </a:lnTo>
                    <a:cubicBezTo>
                      <a:pt x="3277" y="1584"/>
                      <a:pt x="3277" y="1583"/>
                      <a:pt x="3278" y="1583"/>
                    </a:cubicBezTo>
                    <a:cubicBezTo>
                      <a:pt x="3279" y="1582"/>
                      <a:pt x="3280" y="1581"/>
                      <a:pt x="3281" y="1580"/>
                    </a:cubicBezTo>
                    <a:cubicBezTo>
                      <a:pt x="3282" y="1579"/>
                      <a:pt x="3282" y="1578"/>
                      <a:pt x="3283" y="1576"/>
                    </a:cubicBezTo>
                    <a:cubicBezTo>
                      <a:pt x="3283" y="1574"/>
                      <a:pt x="3283" y="1571"/>
                      <a:pt x="3283" y="1569"/>
                    </a:cubicBezTo>
                    <a:cubicBezTo>
                      <a:pt x="3283" y="1566"/>
                      <a:pt x="3283" y="1563"/>
                      <a:pt x="3283" y="1562"/>
                    </a:cubicBezTo>
                    <a:cubicBezTo>
                      <a:pt x="3282" y="1560"/>
                      <a:pt x="3281" y="1558"/>
                      <a:pt x="3281" y="1557"/>
                    </a:cubicBezTo>
                    <a:cubicBezTo>
                      <a:pt x="3280" y="1556"/>
                      <a:pt x="3280" y="1554"/>
                      <a:pt x="3279" y="1554"/>
                    </a:cubicBezTo>
                    <a:cubicBezTo>
                      <a:pt x="3278" y="1553"/>
                      <a:pt x="3277" y="1553"/>
                      <a:pt x="3276" y="1553"/>
                    </a:cubicBezTo>
                    <a:lnTo>
                      <a:pt x="3224" y="1553"/>
                    </a:lnTo>
                    <a:lnTo>
                      <a:pt x="3224" y="1302"/>
                    </a:lnTo>
                    <a:cubicBezTo>
                      <a:pt x="3224" y="1301"/>
                      <a:pt x="3224" y="1300"/>
                      <a:pt x="3224" y="1300"/>
                    </a:cubicBezTo>
                    <a:cubicBezTo>
                      <a:pt x="3223" y="1299"/>
                      <a:pt x="3222" y="1298"/>
                      <a:pt x="3221" y="1298"/>
                    </a:cubicBezTo>
                    <a:cubicBezTo>
                      <a:pt x="3220" y="1297"/>
                      <a:pt x="3217" y="1297"/>
                      <a:pt x="3215" y="1297"/>
                    </a:cubicBezTo>
                    <a:cubicBezTo>
                      <a:pt x="3212" y="1297"/>
                      <a:pt x="3209" y="1296"/>
                      <a:pt x="3206" y="1296"/>
                    </a:cubicBezTo>
                    <a:cubicBezTo>
                      <a:pt x="3203" y="1296"/>
                      <a:pt x="3201" y="1296"/>
                      <a:pt x="3200" y="1296"/>
                    </a:cubicBezTo>
                    <a:close/>
                    <a:moveTo>
                      <a:pt x="4233" y="1296"/>
                    </a:moveTo>
                    <a:cubicBezTo>
                      <a:pt x="4231" y="1296"/>
                      <a:pt x="4229" y="1297"/>
                      <a:pt x="4227" y="1297"/>
                    </a:cubicBezTo>
                    <a:cubicBezTo>
                      <a:pt x="4225" y="1297"/>
                      <a:pt x="4223" y="1297"/>
                      <a:pt x="4222" y="1297"/>
                    </a:cubicBezTo>
                    <a:cubicBezTo>
                      <a:pt x="4221" y="1297"/>
                      <a:pt x="4220" y="1298"/>
                      <a:pt x="4219" y="1298"/>
                    </a:cubicBezTo>
                    <a:cubicBezTo>
                      <a:pt x="4218" y="1298"/>
                      <a:pt x="4217" y="1298"/>
                      <a:pt x="4217" y="1299"/>
                    </a:cubicBezTo>
                    <a:lnTo>
                      <a:pt x="4151" y="1341"/>
                    </a:lnTo>
                    <a:cubicBezTo>
                      <a:pt x="4150" y="1342"/>
                      <a:pt x="4149" y="1343"/>
                      <a:pt x="4148" y="1344"/>
                    </a:cubicBezTo>
                    <a:cubicBezTo>
                      <a:pt x="4147" y="1345"/>
                      <a:pt x="4146" y="1346"/>
                      <a:pt x="4146" y="1347"/>
                    </a:cubicBezTo>
                    <a:cubicBezTo>
                      <a:pt x="4146" y="1348"/>
                      <a:pt x="4145" y="1350"/>
                      <a:pt x="4145" y="1352"/>
                    </a:cubicBezTo>
                    <a:cubicBezTo>
                      <a:pt x="4145" y="1353"/>
                      <a:pt x="4144" y="1355"/>
                      <a:pt x="4144" y="1358"/>
                    </a:cubicBezTo>
                    <a:cubicBezTo>
                      <a:pt x="4144" y="1361"/>
                      <a:pt x="4145" y="1364"/>
                      <a:pt x="4145" y="1366"/>
                    </a:cubicBezTo>
                    <a:cubicBezTo>
                      <a:pt x="4146" y="1368"/>
                      <a:pt x="4146" y="1370"/>
                      <a:pt x="4147" y="1371"/>
                    </a:cubicBezTo>
                    <a:cubicBezTo>
                      <a:pt x="4148" y="1372"/>
                      <a:pt x="4150" y="1372"/>
                      <a:pt x="4151" y="1372"/>
                    </a:cubicBezTo>
                    <a:cubicBezTo>
                      <a:pt x="4153" y="1372"/>
                      <a:pt x="4156" y="1371"/>
                      <a:pt x="4158" y="1369"/>
                    </a:cubicBezTo>
                    <a:lnTo>
                      <a:pt x="4213" y="1337"/>
                    </a:lnTo>
                    <a:lnTo>
                      <a:pt x="4213" y="1554"/>
                    </a:lnTo>
                    <a:lnTo>
                      <a:pt x="4154" y="1554"/>
                    </a:lnTo>
                    <a:cubicBezTo>
                      <a:pt x="4153" y="1554"/>
                      <a:pt x="4151" y="1554"/>
                      <a:pt x="4150" y="1554"/>
                    </a:cubicBezTo>
                    <a:cubicBezTo>
                      <a:pt x="4149" y="1555"/>
                      <a:pt x="4148" y="1556"/>
                      <a:pt x="4148" y="1557"/>
                    </a:cubicBezTo>
                    <a:cubicBezTo>
                      <a:pt x="4147" y="1558"/>
                      <a:pt x="4146" y="1560"/>
                      <a:pt x="4146" y="1562"/>
                    </a:cubicBezTo>
                    <a:cubicBezTo>
                      <a:pt x="4146" y="1563"/>
                      <a:pt x="4146" y="1566"/>
                      <a:pt x="4146" y="1569"/>
                    </a:cubicBezTo>
                    <a:cubicBezTo>
                      <a:pt x="4146" y="1571"/>
                      <a:pt x="4146" y="1574"/>
                      <a:pt x="4146" y="1576"/>
                    </a:cubicBezTo>
                    <a:cubicBezTo>
                      <a:pt x="4146" y="1578"/>
                      <a:pt x="4148" y="1579"/>
                      <a:pt x="4149" y="1580"/>
                    </a:cubicBezTo>
                    <a:cubicBezTo>
                      <a:pt x="4149" y="1581"/>
                      <a:pt x="4150" y="1582"/>
                      <a:pt x="4150" y="1583"/>
                    </a:cubicBezTo>
                    <a:cubicBezTo>
                      <a:pt x="4151" y="1583"/>
                      <a:pt x="4153" y="1584"/>
                      <a:pt x="4154" y="1584"/>
                    </a:cubicBezTo>
                    <a:lnTo>
                      <a:pt x="4303" y="1584"/>
                    </a:lnTo>
                    <a:cubicBezTo>
                      <a:pt x="4304" y="1584"/>
                      <a:pt x="4305" y="1583"/>
                      <a:pt x="4306" y="1583"/>
                    </a:cubicBezTo>
                    <a:cubicBezTo>
                      <a:pt x="4307" y="1582"/>
                      <a:pt x="4308" y="1581"/>
                      <a:pt x="4308" y="1580"/>
                    </a:cubicBezTo>
                    <a:cubicBezTo>
                      <a:pt x="4309" y="1579"/>
                      <a:pt x="4310" y="1578"/>
                      <a:pt x="4310" y="1576"/>
                    </a:cubicBezTo>
                    <a:cubicBezTo>
                      <a:pt x="4310" y="1574"/>
                      <a:pt x="4311" y="1571"/>
                      <a:pt x="4311" y="1569"/>
                    </a:cubicBezTo>
                    <a:cubicBezTo>
                      <a:pt x="4311" y="1566"/>
                      <a:pt x="4310" y="1563"/>
                      <a:pt x="4310" y="1562"/>
                    </a:cubicBezTo>
                    <a:cubicBezTo>
                      <a:pt x="4310" y="1560"/>
                      <a:pt x="4309" y="1558"/>
                      <a:pt x="4308" y="1557"/>
                    </a:cubicBezTo>
                    <a:cubicBezTo>
                      <a:pt x="4308" y="1556"/>
                      <a:pt x="4307" y="1555"/>
                      <a:pt x="4306" y="1554"/>
                    </a:cubicBezTo>
                    <a:cubicBezTo>
                      <a:pt x="4305" y="1554"/>
                      <a:pt x="4304" y="1554"/>
                      <a:pt x="4303" y="1554"/>
                    </a:cubicBezTo>
                    <a:lnTo>
                      <a:pt x="4251" y="1554"/>
                    </a:lnTo>
                    <a:lnTo>
                      <a:pt x="4251" y="1302"/>
                    </a:lnTo>
                    <a:cubicBezTo>
                      <a:pt x="4251" y="1301"/>
                      <a:pt x="4251" y="1301"/>
                      <a:pt x="4250" y="1300"/>
                    </a:cubicBezTo>
                    <a:cubicBezTo>
                      <a:pt x="4250" y="1300"/>
                      <a:pt x="4249" y="1298"/>
                      <a:pt x="4247" y="1298"/>
                    </a:cubicBezTo>
                    <a:cubicBezTo>
                      <a:pt x="4246" y="1297"/>
                      <a:pt x="4245" y="1297"/>
                      <a:pt x="4242" y="1297"/>
                    </a:cubicBezTo>
                    <a:cubicBezTo>
                      <a:pt x="4240" y="1297"/>
                      <a:pt x="4237" y="1296"/>
                      <a:pt x="4233" y="1296"/>
                    </a:cubicBezTo>
                    <a:close/>
                    <a:moveTo>
                      <a:pt x="6298" y="1296"/>
                    </a:moveTo>
                    <a:cubicBezTo>
                      <a:pt x="6296" y="1296"/>
                      <a:pt x="6295" y="1297"/>
                      <a:pt x="6294" y="1297"/>
                    </a:cubicBezTo>
                    <a:cubicBezTo>
                      <a:pt x="6292" y="1297"/>
                      <a:pt x="6291" y="1298"/>
                      <a:pt x="6290" y="1298"/>
                    </a:cubicBezTo>
                    <a:cubicBezTo>
                      <a:pt x="6289" y="1298"/>
                      <a:pt x="6289" y="1298"/>
                      <a:pt x="6288" y="1299"/>
                    </a:cubicBezTo>
                    <a:lnTo>
                      <a:pt x="6222" y="1341"/>
                    </a:lnTo>
                    <a:cubicBezTo>
                      <a:pt x="6221" y="1342"/>
                      <a:pt x="6220" y="1343"/>
                      <a:pt x="6219" y="1344"/>
                    </a:cubicBezTo>
                    <a:cubicBezTo>
                      <a:pt x="6219" y="1345"/>
                      <a:pt x="6218" y="1345"/>
                      <a:pt x="6218" y="1346"/>
                    </a:cubicBezTo>
                    <a:cubicBezTo>
                      <a:pt x="6217" y="1348"/>
                      <a:pt x="6217" y="1349"/>
                      <a:pt x="6217" y="1351"/>
                    </a:cubicBezTo>
                    <a:cubicBezTo>
                      <a:pt x="6217" y="1353"/>
                      <a:pt x="6216" y="1354"/>
                      <a:pt x="6216" y="1357"/>
                    </a:cubicBezTo>
                    <a:cubicBezTo>
                      <a:pt x="6216" y="1360"/>
                      <a:pt x="6216" y="1364"/>
                      <a:pt x="6217" y="1366"/>
                    </a:cubicBezTo>
                    <a:cubicBezTo>
                      <a:pt x="6217" y="1368"/>
                      <a:pt x="6218" y="1369"/>
                      <a:pt x="6219" y="1370"/>
                    </a:cubicBezTo>
                    <a:cubicBezTo>
                      <a:pt x="6220" y="1371"/>
                      <a:pt x="6221" y="1371"/>
                      <a:pt x="6223" y="1371"/>
                    </a:cubicBezTo>
                    <a:cubicBezTo>
                      <a:pt x="6225" y="1371"/>
                      <a:pt x="6226" y="1370"/>
                      <a:pt x="6229" y="1368"/>
                    </a:cubicBezTo>
                    <a:lnTo>
                      <a:pt x="6285" y="1336"/>
                    </a:lnTo>
                    <a:lnTo>
                      <a:pt x="6285" y="1553"/>
                    </a:lnTo>
                    <a:lnTo>
                      <a:pt x="6225" y="1553"/>
                    </a:lnTo>
                    <a:cubicBezTo>
                      <a:pt x="6224" y="1553"/>
                      <a:pt x="6223" y="1553"/>
                      <a:pt x="6222" y="1554"/>
                    </a:cubicBezTo>
                    <a:cubicBezTo>
                      <a:pt x="6221" y="1554"/>
                      <a:pt x="6220" y="1556"/>
                      <a:pt x="6219" y="1557"/>
                    </a:cubicBezTo>
                    <a:cubicBezTo>
                      <a:pt x="6219" y="1558"/>
                      <a:pt x="6218" y="1560"/>
                      <a:pt x="6218" y="1562"/>
                    </a:cubicBezTo>
                    <a:cubicBezTo>
                      <a:pt x="6217" y="1563"/>
                      <a:pt x="6217" y="1566"/>
                      <a:pt x="6217" y="1569"/>
                    </a:cubicBezTo>
                    <a:cubicBezTo>
                      <a:pt x="6217" y="1571"/>
                      <a:pt x="6217" y="1574"/>
                      <a:pt x="6218" y="1576"/>
                    </a:cubicBezTo>
                    <a:cubicBezTo>
                      <a:pt x="6218" y="1578"/>
                      <a:pt x="6219" y="1579"/>
                      <a:pt x="6219" y="1580"/>
                    </a:cubicBezTo>
                    <a:cubicBezTo>
                      <a:pt x="6220" y="1581"/>
                      <a:pt x="6221" y="1582"/>
                      <a:pt x="6222" y="1583"/>
                    </a:cubicBezTo>
                    <a:cubicBezTo>
                      <a:pt x="6223" y="1583"/>
                      <a:pt x="6224" y="1584"/>
                      <a:pt x="6225" y="1584"/>
                    </a:cubicBezTo>
                    <a:lnTo>
                      <a:pt x="6374" y="1584"/>
                    </a:lnTo>
                    <a:cubicBezTo>
                      <a:pt x="6375" y="1584"/>
                      <a:pt x="6376" y="1583"/>
                      <a:pt x="6377" y="1583"/>
                    </a:cubicBezTo>
                    <a:cubicBezTo>
                      <a:pt x="6378" y="1582"/>
                      <a:pt x="6379" y="1581"/>
                      <a:pt x="6380" y="1580"/>
                    </a:cubicBezTo>
                    <a:cubicBezTo>
                      <a:pt x="6381" y="1579"/>
                      <a:pt x="6381" y="1578"/>
                      <a:pt x="6382" y="1576"/>
                    </a:cubicBezTo>
                    <a:cubicBezTo>
                      <a:pt x="6382" y="1574"/>
                      <a:pt x="6382" y="1571"/>
                      <a:pt x="6382" y="1569"/>
                    </a:cubicBezTo>
                    <a:cubicBezTo>
                      <a:pt x="6382" y="1566"/>
                      <a:pt x="6382" y="1563"/>
                      <a:pt x="6382" y="1562"/>
                    </a:cubicBezTo>
                    <a:cubicBezTo>
                      <a:pt x="6381" y="1560"/>
                      <a:pt x="6381" y="1558"/>
                      <a:pt x="6380" y="1557"/>
                    </a:cubicBezTo>
                    <a:cubicBezTo>
                      <a:pt x="6379" y="1556"/>
                      <a:pt x="6378" y="1554"/>
                      <a:pt x="6377" y="1554"/>
                    </a:cubicBezTo>
                    <a:cubicBezTo>
                      <a:pt x="6376" y="1553"/>
                      <a:pt x="6375" y="1553"/>
                      <a:pt x="6374" y="1553"/>
                    </a:cubicBezTo>
                    <a:lnTo>
                      <a:pt x="6323" y="1553"/>
                    </a:lnTo>
                    <a:lnTo>
                      <a:pt x="6323" y="1302"/>
                    </a:lnTo>
                    <a:cubicBezTo>
                      <a:pt x="6323" y="1301"/>
                      <a:pt x="6322" y="1300"/>
                      <a:pt x="6322" y="1300"/>
                    </a:cubicBezTo>
                    <a:cubicBezTo>
                      <a:pt x="6321" y="1299"/>
                      <a:pt x="6320" y="1298"/>
                      <a:pt x="6319" y="1298"/>
                    </a:cubicBezTo>
                    <a:cubicBezTo>
                      <a:pt x="6318" y="1297"/>
                      <a:pt x="6316" y="1296"/>
                      <a:pt x="6314" y="1296"/>
                    </a:cubicBezTo>
                    <a:cubicBezTo>
                      <a:pt x="6311" y="1296"/>
                      <a:pt x="6309" y="1296"/>
                      <a:pt x="6305" y="1296"/>
                    </a:cubicBezTo>
                    <a:cubicBezTo>
                      <a:pt x="6302" y="1296"/>
                      <a:pt x="6300" y="1296"/>
                      <a:pt x="6298" y="1296"/>
                    </a:cubicBezTo>
                    <a:close/>
                    <a:moveTo>
                      <a:pt x="1129" y="1297"/>
                    </a:moveTo>
                    <a:cubicBezTo>
                      <a:pt x="1127" y="1297"/>
                      <a:pt x="1126" y="1298"/>
                      <a:pt x="1124" y="1298"/>
                    </a:cubicBezTo>
                    <a:cubicBezTo>
                      <a:pt x="1123" y="1298"/>
                      <a:pt x="1122" y="1298"/>
                      <a:pt x="1121" y="1299"/>
                    </a:cubicBezTo>
                    <a:cubicBezTo>
                      <a:pt x="1120" y="1299"/>
                      <a:pt x="1120" y="1299"/>
                      <a:pt x="1119" y="1300"/>
                    </a:cubicBezTo>
                    <a:lnTo>
                      <a:pt x="1053" y="1342"/>
                    </a:lnTo>
                    <a:cubicBezTo>
                      <a:pt x="1052" y="1343"/>
                      <a:pt x="1051" y="1344"/>
                      <a:pt x="1050" y="1345"/>
                    </a:cubicBezTo>
                    <a:cubicBezTo>
                      <a:pt x="1050" y="1345"/>
                      <a:pt x="1048" y="1346"/>
                      <a:pt x="1048" y="1347"/>
                    </a:cubicBezTo>
                    <a:cubicBezTo>
                      <a:pt x="1047" y="1348"/>
                      <a:pt x="1047" y="1350"/>
                      <a:pt x="1047" y="1352"/>
                    </a:cubicBezTo>
                    <a:cubicBezTo>
                      <a:pt x="1047" y="1353"/>
                      <a:pt x="1047" y="1356"/>
                      <a:pt x="1047" y="1359"/>
                    </a:cubicBezTo>
                    <a:cubicBezTo>
                      <a:pt x="1047" y="1362"/>
                      <a:pt x="1047" y="1364"/>
                      <a:pt x="1048" y="1367"/>
                    </a:cubicBezTo>
                    <a:cubicBezTo>
                      <a:pt x="1048" y="1369"/>
                      <a:pt x="1048" y="1371"/>
                      <a:pt x="1050" y="1372"/>
                    </a:cubicBezTo>
                    <a:cubicBezTo>
                      <a:pt x="1051" y="1373"/>
                      <a:pt x="1052" y="1373"/>
                      <a:pt x="1054" y="1373"/>
                    </a:cubicBezTo>
                    <a:cubicBezTo>
                      <a:pt x="1056" y="1373"/>
                      <a:pt x="1057" y="1372"/>
                      <a:pt x="1060" y="1370"/>
                    </a:cubicBezTo>
                    <a:lnTo>
                      <a:pt x="1116" y="1337"/>
                    </a:lnTo>
                    <a:lnTo>
                      <a:pt x="1116" y="1554"/>
                    </a:lnTo>
                    <a:lnTo>
                      <a:pt x="1056" y="1554"/>
                    </a:lnTo>
                    <a:cubicBezTo>
                      <a:pt x="1055" y="1554"/>
                      <a:pt x="1054" y="1555"/>
                      <a:pt x="1053" y="1555"/>
                    </a:cubicBezTo>
                    <a:cubicBezTo>
                      <a:pt x="1052" y="1556"/>
                      <a:pt x="1051" y="1557"/>
                      <a:pt x="1050" y="1558"/>
                    </a:cubicBezTo>
                    <a:cubicBezTo>
                      <a:pt x="1050" y="1559"/>
                      <a:pt x="1049" y="1561"/>
                      <a:pt x="1049" y="1562"/>
                    </a:cubicBezTo>
                    <a:cubicBezTo>
                      <a:pt x="1048" y="1564"/>
                      <a:pt x="1048" y="1567"/>
                      <a:pt x="1048" y="1569"/>
                    </a:cubicBezTo>
                    <a:cubicBezTo>
                      <a:pt x="1048" y="1572"/>
                      <a:pt x="1048" y="1575"/>
                      <a:pt x="1049" y="1577"/>
                    </a:cubicBezTo>
                    <a:cubicBezTo>
                      <a:pt x="1049" y="1578"/>
                      <a:pt x="1050" y="1580"/>
                      <a:pt x="1050" y="1581"/>
                    </a:cubicBezTo>
                    <a:cubicBezTo>
                      <a:pt x="1051" y="1582"/>
                      <a:pt x="1052" y="1583"/>
                      <a:pt x="1053" y="1584"/>
                    </a:cubicBezTo>
                    <a:cubicBezTo>
                      <a:pt x="1054" y="1584"/>
                      <a:pt x="1055" y="1584"/>
                      <a:pt x="1056" y="1584"/>
                    </a:cubicBezTo>
                    <a:lnTo>
                      <a:pt x="1205" y="1584"/>
                    </a:lnTo>
                    <a:cubicBezTo>
                      <a:pt x="1206" y="1584"/>
                      <a:pt x="1207" y="1584"/>
                      <a:pt x="1208" y="1584"/>
                    </a:cubicBezTo>
                    <a:cubicBezTo>
                      <a:pt x="1209" y="1583"/>
                      <a:pt x="1209" y="1582"/>
                      <a:pt x="1210" y="1581"/>
                    </a:cubicBezTo>
                    <a:cubicBezTo>
                      <a:pt x="1211" y="1580"/>
                      <a:pt x="1211" y="1578"/>
                      <a:pt x="1212" y="1577"/>
                    </a:cubicBezTo>
                    <a:cubicBezTo>
                      <a:pt x="1212" y="1575"/>
                      <a:pt x="1213" y="1572"/>
                      <a:pt x="1213" y="1569"/>
                    </a:cubicBezTo>
                    <a:cubicBezTo>
                      <a:pt x="1213" y="1567"/>
                      <a:pt x="1213" y="1564"/>
                      <a:pt x="1213" y="1562"/>
                    </a:cubicBezTo>
                    <a:cubicBezTo>
                      <a:pt x="1212" y="1561"/>
                      <a:pt x="1212" y="1559"/>
                      <a:pt x="1211" y="1558"/>
                    </a:cubicBezTo>
                    <a:cubicBezTo>
                      <a:pt x="1210" y="1557"/>
                      <a:pt x="1209" y="1556"/>
                      <a:pt x="1208" y="1555"/>
                    </a:cubicBezTo>
                    <a:cubicBezTo>
                      <a:pt x="1207" y="1555"/>
                      <a:pt x="1206" y="1554"/>
                      <a:pt x="1205" y="1554"/>
                    </a:cubicBezTo>
                    <a:lnTo>
                      <a:pt x="1154" y="1554"/>
                    </a:lnTo>
                    <a:lnTo>
                      <a:pt x="1154" y="1303"/>
                    </a:lnTo>
                    <a:cubicBezTo>
                      <a:pt x="1154" y="1302"/>
                      <a:pt x="1153" y="1301"/>
                      <a:pt x="1153" y="1300"/>
                    </a:cubicBezTo>
                    <a:cubicBezTo>
                      <a:pt x="1152" y="1300"/>
                      <a:pt x="1151" y="1299"/>
                      <a:pt x="1150" y="1299"/>
                    </a:cubicBezTo>
                    <a:cubicBezTo>
                      <a:pt x="1149" y="1298"/>
                      <a:pt x="1147" y="1298"/>
                      <a:pt x="1145" y="1298"/>
                    </a:cubicBezTo>
                    <a:cubicBezTo>
                      <a:pt x="1142" y="1298"/>
                      <a:pt x="1139" y="1297"/>
                      <a:pt x="1136" y="1297"/>
                    </a:cubicBezTo>
                    <a:cubicBezTo>
                      <a:pt x="1133" y="1297"/>
                      <a:pt x="1131" y="1297"/>
                      <a:pt x="1129" y="1297"/>
                    </a:cubicBezTo>
                    <a:close/>
                    <a:moveTo>
                      <a:pt x="1358" y="1297"/>
                    </a:moveTo>
                    <a:cubicBezTo>
                      <a:pt x="1356" y="1297"/>
                      <a:pt x="1355" y="1298"/>
                      <a:pt x="1354" y="1298"/>
                    </a:cubicBezTo>
                    <a:cubicBezTo>
                      <a:pt x="1352" y="1298"/>
                      <a:pt x="1351" y="1298"/>
                      <a:pt x="1350" y="1299"/>
                    </a:cubicBezTo>
                    <a:cubicBezTo>
                      <a:pt x="1349" y="1299"/>
                      <a:pt x="1349" y="1299"/>
                      <a:pt x="1348" y="1300"/>
                    </a:cubicBezTo>
                    <a:lnTo>
                      <a:pt x="1282" y="1342"/>
                    </a:lnTo>
                    <a:cubicBezTo>
                      <a:pt x="1281" y="1343"/>
                      <a:pt x="1281" y="1344"/>
                      <a:pt x="1280" y="1345"/>
                    </a:cubicBezTo>
                    <a:cubicBezTo>
                      <a:pt x="1279" y="1345"/>
                      <a:pt x="1277" y="1346"/>
                      <a:pt x="1277" y="1347"/>
                    </a:cubicBezTo>
                    <a:cubicBezTo>
                      <a:pt x="1277" y="1348"/>
                      <a:pt x="1276" y="1350"/>
                      <a:pt x="1276" y="1352"/>
                    </a:cubicBezTo>
                    <a:cubicBezTo>
                      <a:pt x="1276" y="1353"/>
                      <a:pt x="1276" y="1356"/>
                      <a:pt x="1276" y="1359"/>
                    </a:cubicBezTo>
                    <a:cubicBezTo>
                      <a:pt x="1276" y="1362"/>
                      <a:pt x="1277" y="1364"/>
                      <a:pt x="1277" y="1367"/>
                    </a:cubicBezTo>
                    <a:cubicBezTo>
                      <a:pt x="1277" y="1369"/>
                      <a:pt x="1278" y="1371"/>
                      <a:pt x="1279" y="1372"/>
                    </a:cubicBezTo>
                    <a:cubicBezTo>
                      <a:pt x="1280" y="1373"/>
                      <a:pt x="1282" y="1373"/>
                      <a:pt x="1283" y="1373"/>
                    </a:cubicBezTo>
                    <a:cubicBezTo>
                      <a:pt x="1285" y="1373"/>
                      <a:pt x="1287" y="1372"/>
                      <a:pt x="1289" y="1370"/>
                    </a:cubicBezTo>
                    <a:lnTo>
                      <a:pt x="1345" y="1337"/>
                    </a:lnTo>
                    <a:lnTo>
                      <a:pt x="1345" y="1554"/>
                    </a:lnTo>
                    <a:lnTo>
                      <a:pt x="1285" y="1554"/>
                    </a:lnTo>
                    <a:cubicBezTo>
                      <a:pt x="1284" y="1554"/>
                      <a:pt x="1283" y="1555"/>
                      <a:pt x="1282" y="1555"/>
                    </a:cubicBezTo>
                    <a:cubicBezTo>
                      <a:pt x="1281" y="1556"/>
                      <a:pt x="1280" y="1557"/>
                      <a:pt x="1280" y="1558"/>
                    </a:cubicBezTo>
                    <a:cubicBezTo>
                      <a:pt x="1279" y="1559"/>
                      <a:pt x="1278" y="1561"/>
                      <a:pt x="1278" y="1562"/>
                    </a:cubicBezTo>
                    <a:cubicBezTo>
                      <a:pt x="1278" y="1564"/>
                      <a:pt x="1277" y="1567"/>
                      <a:pt x="1277" y="1569"/>
                    </a:cubicBezTo>
                    <a:cubicBezTo>
                      <a:pt x="1277" y="1572"/>
                      <a:pt x="1277" y="1575"/>
                      <a:pt x="1278" y="1577"/>
                    </a:cubicBezTo>
                    <a:cubicBezTo>
                      <a:pt x="1278" y="1578"/>
                      <a:pt x="1279" y="1580"/>
                      <a:pt x="1280" y="1581"/>
                    </a:cubicBezTo>
                    <a:cubicBezTo>
                      <a:pt x="1281" y="1582"/>
                      <a:pt x="1281" y="1583"/>
                      <a:pt x="1282" y="1584"/>
                    </a:cubicBezTo>
                    <a:cubicBezTo>
                      <a:pt x="1283" y="1584"/>
                      <a:pt x="1284" y="1584"/>
                      <a:pt x="1285" y="1584"/>
                    </a:cubicBezTo>
                    <a:lnTo>
                      <a:pt x="1434" y="1584"/>
                    </a:lnTo>
                    <a:cubicBezTo>
                      <a:pt x="1435" y="1584"/>
                      <a:pt x="1437" y="1584"/>
                      <a:pt x="1438" y="1584"/>
                    </a:cubicBezTo>
                    <a:cubicBezTo>
                      <a:pt x="1439" y="1583"/>
                      <a:pt x="1439" y="1582"/>
                      <a:pt x="1439" y="1581"/>
                    </a:cubicBezTo>
                    <a:cubicBezTo>
                      <a:pt x="1440" y="1580"/>
                      <a:pt x="1441" y="1578"/>
                      <a:pt x="1441" y="1577"/>
                    </a:cubicBezTo>
                    <a:cubicBezTo>
                      <a:pt x="1442" y="1575"/>
                      <a:pt x="1442" y="1572"/>
                      <a:pt x="1442" y="1569"/>
                    </a:cubicBezTo>
                    <a:cubicBezTo>
                      <a:pt x="1442" y="1567"/>
                      <a:pt x="1442" y="1564"/>
                      <a:pt x="1442" y="1562"/>
                    </a:cubicBezTo>
                    <a:cubicBezTo>
                      <a:pt x="1442" y="1561"/>
                      <a:pt x="1441" y="1559"/>
                      <a:pt x="1440" y="1558"/>
                    </a:cubicBezTo>
                    <a:cubicBezTo>
                      <a:pt x="1440" y="1557"/>
                      <a:pt x="1439" y="1556"/>
                      <a:pt x="1438" y="1555"/>
                    </a:cubicBezTo>
                    <a:cubicBezTo>
                      <a:pt x="1437" y="1555"/>
                      <a:pt x="1435" y="1554"/>
                      <a:pt x="1434" y="1554"/>
                    </a:cubicBezTo>
                    <a:lnTo>
                      <a:pt x="1383" y="1554"/>
                    </a:lnTo>
                    <a:lnTo>
                      <a:pt x="1383" y="1303"/>
                    </a:lnTo>
                    <a:cubicBezTo>
                      <a:pt x="1383" y="1302"/>
                      <a:pt x="1382" y="1301"/>
                      <a:pt x="1382" y="1300"/>
                    </a:cubicBezTo>
                    <a:cubicBezTo>
                      <a:pt x="1382" y="1300"/>
                      <a:pt x="1381" y="1299"/>
                      <a:pt x="1379" y="1299"/>
                    </a:cubicBezTo>
                    <a:cubicBezTo>
                      <a:pt x="1378" y="1298"/>
                      <a:pt x="1376" y="1298"/>
                      <a:pt x="1374" y="1298"/>
                    </a:cubicBezTo>
                    <a:cubicBezTo>
                      <a:pt x="1372" y="1298"/>
                      <a:pt x="1369" y="1297"/>
                      <a:pt x="1365" y="1297"/>
                    </a:cubicBezTo>
                    <a:cubicBezTo>
                      <a:pt x="1363" y="1297"/>
                      <a:pt x="1360" y="1297"/>
                      <a:pt x="1358" y="1297"/>
                    </a:cubicBezTo>
                    <a:close/>
                    <a:moveTo>
                      <a:pt x="4483" y="1297"/>
                    </a:moveTo>
                    <a:cubicBezTo>
                      <a:pt x="4479" y="1297"/>
                      <a:pt x="4475" y="1298"/>
                      <a:pt x="4471" y="1298"/>
                    </a:cubicBezTo>
                    <a:cubicBezTo>
                      <a:pt x="4468" y="1298"/>
                      <a:pt x="4465" y="1298"/>
                      <a:pt x="4463" y="1299"/>
                    </a:cubicBezTo>
                    <a:cubicBezTo>
                      <a:pt x="4460" y="1299"/>
                      <a:pt x="4459" y="1300"/>
                      <a:pt x="4457" y="1300"/>
                    </a:cubicBezTo>
                    <a:cubicBezTo>
                      <a:pt x="4456" y="1301"/>
                      <a:pt x="4455" y="1303"/>
                      <a:pt x="4455" y="1304"/>
                    </a:cubicBezTo>
                    <a:lnTo>
                      <a:pt x="4352" y="1477"/>
                    </a:lnTo>
                    <a:cubicBezTo>
                      <a:pt x="4350" y="1479"/>
                      <a:pt x="4350" y="1481"/>
                      <a:pt x="4349" y="1483"/>
                    </a:cubicBezTo>
                    <a:cubicBezTo>
                      <a:pt x="4348" y="1485"/>
                      <a:pt x="4348" y="1486"/>
                      <a:pt x="4347" y="1488"/>
                    </a:cubicBezTo>
                    <a:cubicBezTo>
                      <a:pt x="4347" y="1490"/>
                      <a:pt x="4346" y="1491"/>
                      <a:pt x="4346" y="1494"/>
                    </a:cubicBezTo>
                    <a:cubicBezTo>
                      <a:pt x="4346" y="1496"/>
                      <a:pt x="4346" y="1499"/>
                      <a:pt x="4346" y="1502"/>
                    </a:cubicBezTo>
                    <a:cubicBezTo>
                      <a:pt x="4346" y="1505"/>
                      <a:pt x="4347" y="1508"/>
                      <a:pt x="4347" y="1510"/>
                    </a:cubicBezTo>
                    <a:cubicBezTo>
                      <a:pt x="4347" y="1513"/>
                      <a:pt x="4348" y="1514"/>
                      <a:pt x="4349" y="1515"/>
                    </a:cubicBezTo>
                    <a:cubicBezTo>
                      <a:pt x="4350" y="1516"/>
                      <a:pt x="4350" y="1517"/>
                      <a:pt x="4352" y="1517"/>
                    </a:cubicBezTo>
                    <a:cubicBezTo>
                      <a:pt x="4353" y="1518"/>
                      <a:pt x="4354" y="1518"/>
                      <a:pt x="4356" y="1518"/>
                    </a:cubicBezTo>
                    <a:lnTo>
                      <a:pt x="4474" y="1518"/>
                    </a:lnTo>
                    <a:lnTo>
                      <a:pt x="4474" y="1578"/>
                    </a:lnTo>
                    <a:cubicBezTo>
                      <a:pt x="4474" y="1579"/>
                      <a:pt x="4474" y="1580"/>
                      <a:pt x="4475" y="1581"/>
                    </a:cubicBezTo>
                    <a:cubicBezTo>
                      <a:pt x="4476" y="1582"/>
                      <a:pt x="4476" y="1583"/>
                      <a:pt x="4478" y="1584"/>
                    </a:cubicBezTo>
                    <a:cubicBezTo>
                      <a:pt x="4479" y="1584"/>
                      <a:pt x="4481" y="1584"/>
                      <a:pt x="4483" y="1584"/>
                    </a:cubicBezTo>
                    <a:cubicBezTo>
                      <a:pt x="4485" y="1585"/>
                      <a:pt x="4488" y="1585"/>
                      <a:pt x="4492" y="1585"/>
                    </a:cubicBezTo>
                    <a:cubicBezTo>
                      <a:pt x="4495" y="1585"/>
                      <a:pt x="4499" y="1585"/>
                      <a:pt x="4501" y="1584"/>
                    </a:cubicBezTo>
                    <a:cubicBezTo>
                      <a:pt x="4504" y="1584"/>
                      <a:pt x="4505" y="1584"/>
                      <a:pt x="4507" y="1584"/>
                    </a:cubicBezTo>
                    <a:cubicBezTo>
                      <a:pt x="4508" y="1583"/>
                      <a:pt x="4510" y="1582"/>
                      <a:pt x="4510" y="1581"/>
                    </a:cubicBezTo>
                    <a:cubicBezTo>
                      <a:pt x="4511" y="1580"/>
                      <a:pt x="4511" y="1579"/>
                      <a:pt x="4511" y="1578"/>
                    </a:cubicBezTo>
                    <a:lnTo>
                      <a:pt x="4511" y="1518"/>
                    </a:lnTo>
                    <a:lnTo>
                      <a:pt x="4543" y="1518"/>
                    </a:lnTo>
                    <a:cubicBezTo>
                      <a:pt x="4546" y="1518"/>
                      <a:pt x="4548" y="1517"/>
                      <a:pt x="4549" y="1514"/>
                    </a:cubicBezTo>
                    <a:cubicBezTo>
                      <a:pt x="4551" y="1511"/>
                      <a:pt x="4552" y="1507"/>
                      <a:pt x="4552" y="1502"/>
                    </a:cubicBezTo>
                    <a:cubicBezTo>
                      <a:pt x="4552" y="1497"/>
                      <a:pt x="4551" y="1494"/>
                      <a:pt x="4549" y="1491"/>
                    </a:cubicBezTo>
                    <a:cubicBezTo>
                      <a:pt x="4548" y="1488"/>
                      <a:pt x="4545" y="1487"/>
                      <a:pt x="4543" y="1487"/>
                    </a:cubicBezTo>
                    <a:lnTo>
                      <a:pt x="4511" y="1487"/>
                    </a:lnTo>
                    <a:lnTo>
                      <a:pt x="4511" y="1305"/>
                    </a:lnTo>
                    <a:cubicBezTo>
                      <a:pt x="4511" y="1304"/>
                      <a:pt x="4511" y="1302"/>
                      <a:pt x="4509" y="1301"/>
                    </a:cubicBezTo>
                    <a:cubicBezTo>
                      <a:pt x="4508" y="1300"/>
                      <a:pt x="4506" y="1299"/>
                      <a:pt x="4504" y="1299"/>
                    </a:cubicBezTo>
                    <a:cubicBezTo>
                      <a:pt x="4502" y="1298"/>
                      <a:pt x="4499" y="1298"/>
                      <a:pt x="4495" y="1298"/>
                    </a:cubicBezTo>
                    <a:cubicBezTo>
                      <a:pt x="4492" y="1297"/>
                      <a:pt x="4488" y="1297"/>
                      <a:pt x="4483" y="1297"/>
                    </a:cubicBezTo>
                    <a:close/>
                    <a:moveTo>
                      <a:pt x="5427" y="1297"/>
                    </a:moveTo>
                    <a:cubicBezTo>
                      <a:pt x="5422" y="1297"/>
                      <a:pt x="5419" y="1298"/>
                      <a:pt x="5417" y="1300"/>
                    </a:cubicBezTo>
                    <a:cubicBezTo>
                      <a:pt x="5415" y="1303"/>
                      <a:pt x="5413" y="1306"/>
                      <a:pt x="5413" y="1311"/>
                    </a:cubicBezTo>
                    <a:lnTo>
                      <a:pt x="5413" y="1427"/>
                    </a:lnTo>
                    <a:cubicBezTo>
                      <a:pt x="5413" y="1433"/>
                      <a:pt x="5414" y="1437"/>
                      <a:pt x="5416" y="1439"/>
                    </a:cubicBezTo>
                    <a:cubicBezTo>
                      <a:pt x="5418" y="1441"/>
                      <a:pt x="5421" y="1442"/>
                      <a:pt x="5425" y="1442"/>
                    </a:cubicBezTo>
                    <a:cubicBezTo>
                      <a:pt x="5430" y="1442"/>
                      <a:pt x="5437" y="1441"/>
                      <a:pt x="5443" y="1440"/>
                    </a:cubicBezTo>
                    <a:cubicBezTo>
                      <a:pt x="5450" y="1439"/>
                      <a:pt x="5457" y="1439"/>
                      <a:pt x="5466" y="1439"/>
                    </a:cubicBezTo>
                    <a:cubicBezTo>
                      <a:pt x="5479" y="1439"/>
                      <a:pt x="5490" y="1440"/>
                      <a:pt x="5499" y="1442"/>
                    </a:cubicBezTo>
                    <a:cubicBezTo>
                      <a:pt x="5508" y="1445"/>
                      <a:pt x="5516" y="1448"/>
                      <a:pt x="5522" y="1452"/>
                    </a:cubicBezTo>
                    <a:cubicBezTo>
                      <a:pt x="5528" y="1457"/>
                      <a:pt x="5532" y="1463"/>
                      <a:pt x="5535" y="1470"/>
                    </a:cubicBezTo>
                    <a:cubicBezTo>
                      <a:pt x="5538" y="1477"/>
                      <a:pt x="5539" y="1485"/>
                      <a:pt x="5539" y="1495"/>
                    </a:cubicBezTo>
                    <a:cubicBezTo>
                      <a:pt x="5539" y="1505"/>
                      <a:pt x="5538" y="1514"/>
                      <a:pt x="5534" y="1522"/>
                    </a:cubicBezTo>
                    <a:cubicBezTo>
                      <a:pt x="5531" y="1529"/>
                      <a:pt x="5526" y="1535"/>
                      <a:pt x="5520" y="1540"/>
                    </a:cubicBezTo>
                    <a:cubicBezTo>
                      <a:pt x="5514" y="1545"/>
                      <a:pt x="5507" y="1549"/>
                      <a:pt x="5499" y="1552"/>
                    </a:cubicBezTo>
                    <a:cubicBezTo>
                      <a:pt x="5491" y="1554"/>
                      <a:pt x="5481" y="1555"/>
                      <a:pt x="5472" y="1555"/>
                    </a:cubicBezTo>
                    <a:cubicBezTo>
                      <a:pt x="5461" y="1555"/>
                      <a:pt x="5452" y="1555"/>
                      <a:pt x="5444" y="1553"/>
                    </a:cubicBezTo>
                    <a:cubicBezTo>
                      <a:pt x="5437" y="1551"/>
                      <a:pt x="5430" y="1549"/>
                      <a:pt x="5425" y="1547"/>
                    </a:cubicBezTo>
                    <a:cubicBezTo>
                      <a:pt x="5420" y="1544"/>
                      <a:pt x="5416" y="1542"/>
                      <a:pt x="5412" y="1540"/>
                    </a:cubicBezTo>
                    <a:cubicBezTo>
                      <a:pt x="5409" y="1539"/>
                      <a:pt x="5407" y="1538"/>
                      <a:pt x="5405" y="1538"/>
                    </a:cubicBezTo>
                    <a:cubicBezTo>
                      <a:pt x="5404" y="1538"/>
                      <a:pt x="5404" y="1538"/>
                      <a:pt x="5403" y="1539"/>
                    </a:cubicBezTo>
                    <a:cubicBezTo>
                      <a:pt x="5402" y="1539"/>
                      <a:pt x="5402" y="1540"/>
                      <a:pt x="5401" y="1541"/>
                    </a:cubicBezTo>
                    <a:cubicBezTo>
                      <a:pt x="5400" y="1542"/>
                      <a:pt x="5399" y="1544"/>
                      <a:pt x="5399" y="1546"/>
                    </a:cubicBezTo>
                    <a:cubicBezTo>
                      <a:pt x="5399" y="1548"/>
                      <a:pt x="5399" y="1550"/>
                      <a:pt x="5399" y="1553"/>
                    </a:cubicBezTo>
                    <a:cubicBezTo>
                      <a:pt x="5399" y="1555"/>
                      <a:pt x="5399" y="1558"/>
                      <a:pt x="5399" y="1560"/>
                    </a:cubicBezTo>
                    <a:cubicBezTo>
                      <a:pt x="5399" y="1562"/>
                      <a:pt x="5400" y="1563"/>
                      <a:pt x="5400" y="1564"/>
                    </a:cubicBezTo>
                    <a:cubicBezTo>
                      <a:pt x="5401" y="1565"/>
                      <a:pt x="5401" y="1567"/>
                      <a:pt x="5401" y="1568"/>
                    </a:cubicBezTo>
                    <a:cubicBezTo>
                      <a:pt x="5401" y="1569"/>
                      <a:pt x="5403" y="1569"/>
                      <a:pt x="5404" y="1570"/>
                    </a:cubicBezTo>
                    <a:cubicBezTo>
                      <a:pt x="5405" y="1571"/>
                      <a:pt x="5408" y="1573"/>
                      <a:pt x="5412" y="1575"/>
                    </a:cubicBezTo>
                    <a:cubicBezTo>
                      <a:pt x="5416" y="1577"/>
                      <a:pt x="5420" y="1578"/>
                      <a:pt x="5427" y="1580"/>
                    </a:cubicBezTo>
                    <a:cubicBezTo>
                      <a:pt x="5433" y="1582"/>
                      <a:pt x="5440" y="1583"/>
                      <a:pt x="5448" y="1584"/>
                    </a:cubicBezTo>
                    <a:cubicBezTo>
                      <a:pt x="5456" y="1586"/>
                      <a:pt x="5464" y="1586"/>
                      <a:pt x="5472" y="1586"/>
                    </a:cubicBezTo>
                    <a:cubicBezTo>
                      <a:pt x="5488" y="1586"/>
                      <a:pt x="5503" y="1584"/>
                      <a:pt x="5516" y="1580"/>
                    </a:cubicBezTo>
                    <a:cubicBezTo>
                      <a:pt x="5529" y="1576"/>
                      <a:pt x="5541" y="1570"/>
                      <a:pt x="5550" y="1562"/>
                    </a:cubicBezTo>
                    <a:cubicBezTo>
                      <a:pt x="5559" y="1553"/>
                      <a:pt x="5566" y="1543"/>
                      <a:pt x="5571" y="1532"/>
                    </a:cubicBezTo>
                    <a:cubicBezTo>
                      <a:pt x="5576" y="1520"/>
                      <a:pt x="5579" y="1506"/>
                      <a:pt x="5579" y="1491"/>
                    </a:cubicBezTo>
                    <a:cubicBezTo>
                      <a:pt x="5579" y="1479"/>
                      <a:pt x="5577" y="1467"/>
                      <a:pt x="5573" y="1457"/>
                    </a:cubicBezTo>
                    <a:cubicBezTo>
                      <a:pt x="5569" y="1446"/>
                      <a:pt x="5563" y="1438"/>
                      <a:pt x="5554" y="1431"/>
                    </a:cubicBezTo>
                    <a:cubicBezTo>
                      <a:pt x="5546" y="1424"/>
                      <a:pt x="5536" y="1418"/>
                      <a:pt x="5524" y="1414"/>
                    </a:cubicBezTo>
                    <a:cubicBezTo>
                      <a:pt x="5511" y="1410"/>
                      <a:pt x="5498" y="1409"/>
                      <a:pt x="5481" y="1409"/>
                    </a:cubicBezTo>
                    <a:cubicBezTo>
                      <a:pt x="5474" y="1409"/>
                      <a:pt x="5468" y="1409"/>
                      <a:pt x="5463" y="1409"/>
                    </a:cubicBezTo>
                    <a:cubicBezTo>
                      <a:pt x="5457" y="1409"/>
                      <a:pt x="5452" y="1409"/>
                      <a:pt x="5447" y="1410"/>
                    </a:cubicBezTo>
                    <a:lnTo>
                      <a:pt x="5447" y="1330"/>
                    </a:lnTo>
                    <a:lnTo>
                      <a:pt x="5554" y="1330"/>
                    </a:lnTo>
                    <a:cubicBezTo>
                      <a:pt x="5556" y="1330"/>
                      <a:pt x="5558" y="1329"/>
                      <a:pt x="5560" y="1326"/>
                    </a:cubicBezTo>
                    <a:cubicBezTo>
                      <a:pt x="5561" y="1323"/>
                      <a:pt x="5562" y="1319"/>
                      <a:pt x="5562" y="1314"/>
                    </a:cubicBezTo>
                    <a:cubicBezTo>
                      <a:pt x="5562" y="1311"/>
                      <a:pt x="5561" y="1308"/>
                      <a:pt x="5561" y="1306"/>
                    </a:cubicBezTo>
                    <a:cubicBezTo>
                      <a:pt x="5560" y="1304"/>
                      <a:pt x="5561" y="1303"/>
                      <a:pt x="5560" y="1301"/>
                    </a:cubicBezTo>
                    <a:cubicBezTo>
                      <a:pt x="5559" y="1300"/>
                      <a:pt x="5557" y="1298"/>
                      <a:pt x="5556" y="1298"/>
                    </a:cubicBezTo>
                    <a:cubicBezTo>
                      <a:pt x="5555" y="1297"/>
                      <a:pt x="5555" y="1297"/>
                      <a:pt x="5554" y="1297"/>
                    </a:cubicBezTo>
                    <a:lnTo>
                      <a:pt x="5427" y="1297"/>
                    </a:lnTo>
                    <a:close/>
                    <a:moveTo>
                      <a:pt x="314" y="1325"/>
                    </a:moveTo>
                    <a:cubicBezTo>
                      <a:pt x="321" y="1325"/>
                      <a:pt x="328" y="1326"/>
                      <a:pt x="333" y="1328"/>
                    </a:cubicBezTo>
                    <a:cubicBezTo>
                      <a:pt x="339" y="1330"/>
                      <a:pt x="344" y="1333"/>
                      <a:pt x="348" y="1337"/>
                    </a:cubicBezTo>
                    <a:cubicBezTo>
                      <a:pt x="353" y="1341"/>
                      <a:pt x="357" y="1345"/>
                      <a:pt x="360" y="1352"/>
                    </a:cubicBezTo>
                    <a:cubicBezTo>
                      <a:pt x="363" y="1358"/>
                      <a:pt x="365" y="1366"/>
                      <a:pt x="367" y="1375"/>
                    </a:cubicBezTo>
                    <a:cubicBezTo>
                      <a:pt x="369" y="1383"/>
                      <a:pt x="370" y="1393"/>
                      <a:pt x="371" y="1405"/>
                    </a:cubicBezTo>
                    <a:cubicBezTo>
                      <a:pt x="372" y="1416"/>
                      <a:pt x="373" y="1428"/>
                      <a:pt x="373" y="1442"/>
                    </a:cubicBezTo>
                    <a:cubicBezTo>
                      <a:pt x="373" y="1453"/>
                      <a:pt x="373" y="1464"/>
                      <a:pt x="372" y="1473"/>
                    </a:cubicBezTo>
                    <a:cubicBezTo>
                      <a:pt x="372" y="1483"/>
                      <a:pt x="370" y="1492"/>
                      <a:pt x="369" y="1501"/>
                    </a:cubicBezTo>
                    <a:cubicBezTo>
                      <a:pt x="367" y="1509"/>
                      <a:pt x="365" y="1517"/>
                      <a:pt x="362" y="1524"/>
                    </a:cubicBezTo>
                    <a:cubicBezTo>
                      <a:pt x="359" y="1531"/>
                      <a:pt x="355" y="1536"/>
                      <a:pt x="350" y="1541"/>
                    </a:cubicBezTo>
                    <a:cubicBezTo>
                      <a:pt x="346" y="1546"/>
                      <a:pt x="341" y="1550"/>
                      <a:pt x="334" y="1553"/>
                    </a:cubicBezTo>
                    <a:cubicBezTo>
                      <a:pt x="328" y="1555"/>
                      <a:pt x="320" y="1556"/>
                      <a:pt x="312" y="1556"/>
                    </a:cubicBezTo>
                    <a:cubicBezTo>
                      <a:pt x="302" y="1556"/>
                      <a:pt x="293" y="1554"/>
                      <a:pt x="286" y="1550"/>
                    </a:cubicBezTo>
                    <a:cubicBezTo>
                      <a:pt x="278" y="1546"/>
                      <a:pt x="272" y="1539"/>
                      <a:pt x="267" y="1530"/>
                    </a:cubicBezTo>
                    <a:cubicBezTo>
                      <a:pt x="262" y="1520"/>
                      <a:pt x="259" y="1508"/>
                      <a:pt x="257" y="1493"/>
                    </a:cubicBezTo>
                    <a:cubicBezTo>
                      <a:pt x="254" y="1478"/>
                      <a:pt x="253" y="1460"/>
                      <a:pt x="253" y="1439"/>
                    </a:cubicBezTo>
                    <a:cubicBezTo>
                      <a:pt x="253" y="1423"/>
                      <a:pt x="254" y="1408"/>
                      <a:pt x="256" y="1394"/>
                    </a:cubicBezTo>
                    <a:cubicBezTo>
                      <a:pt x="257" y="1380"/>
                      <a:pt x="261" y="1368"/>
                      <a:pt x="265" y="1358"/>
                    </a:cubicBezTo>
                    <a:cubicBezTo>
                      <a:pt x="270" y="1348"/>
                      <a:pt x="275" y="1340"/>
                      <a:pt x="283" y="1334"/>
                    </a:cubicBezTo>
                    <a:cubicBezTo>
                      <a:pt x="291" y="1328"/>
                      <a:pt x="301" y="1325"/>
                      <a:pt x="314" y="1325"/>
                    </a:cubicBezTo>
                    <a:close/>
                    <a:moveTo>
                      <a:pt x="4473" y="1330"/>
                    </a:moveTo>
                    <a:lnTo>
                      <a:pt x="4474" y="1330"/>
                    </a:lnTo>
                    <a:lnTo>
                      <a:pt x="4474" y="1487"/>
                    </a:lnTo>
                    <a:lnTo>
                      <a:pt x="4381" y="1487"/>
                    </a:lnTo>
                    <a:lnTo>
                      <a:pt x="4473" y="1330"/>
                    </a:lnTo>
                    <a:close/>
                    <a:moveTo>
                      <a:pt x="6528" y="1438"/>
                    </a:moveTo>
                    <a:cubicBezTo>
                      <a:pt x="6538" y="1438"/>
                      <a:pt x="6546" y="1440"/>
                      <a:pt x="6553" y="1442"/>
                    </a:cubicBezTo>
                    <a:cubicBezTo>
                      <a:pt x="6559" y="1445"/>
                      <a:pt x="6565" y="1448"/>
                      <a:pt x="6569" y="1453"/>
                    </a:cubicBezTo>
                    <a:cubicBezTo>
                      <a:pt x="6573" y="1458"/>
                      <a:pt x="6576" y="1465"/>
                      <a:pt x="6578" y="1472"/>
                    </a:cubicBezTo>
                    <a:cubicBezTo>
                      <a:pt x="6579" y="1479"/>
                      <a:pt x="6579" y="1486"/>
                      <a:pt x="6579" y="1495"/>
                    </a:cubicBezTo>
                    <a:cubicBezTo>
                      <a:pt x="6579" y="1502"/>
                      <a:pt x="6579" y="1510"/>
                      <a:pt x="6577" y="1517"/>
                    </a:cubicBezTo>
                    <a:cubicBezTo>
                      <a:pt x="6575" y="1525"/>
                      <a:pt x="6571" y="1532"/>
                      <a:pt x="6566" y="1538"/>
                    </a:cubicBezTo>
                    <a:cubicBezTo>
                      <a:pt x="6562" y="1544"/>
                      <a:pt x="6556" y="1548"/>
                      <a:pt x="6549" y="1552"/>
                    </a:cubicBezTo>
                    <a:cubicBezTo>
                      <a:pt x="6542" y="1555"/>
                      <a:pt x="6534" y="1557"/>
                      <a:pt x="6525" y="1557"/>
                    </a:cubicBezTo>
                    <a:cubicBezTo>
                      <a:pt x="6515" y="1557"/>
                      <a:pt x="6508" y="1555"/>
                      <a:pt x="6501" y="1552"/>
                    </a:cubicBezTo>
                    <a:cubicBezTo>
                      <a:pt x="6494" y="1549"/>
                      <a:pt x="6488" y="1543"/>
                      <a:pt x="6483" y="1535"/>
                    </a:cubicBezTo>
                    <a:cubicBezTo>
                      <a:pt x="6479" y="1527"/>
                      <a:pt x="6475" y="1517"/>
                      <a:pt x="6473" y="1504"/>
                    </a:cubicBezTo>
                    <a:cubicBezTo>
                      <a:pt x="6470" y="1491"/>
                      <a:pt x="6469" y="1476"/>
                      <a:pt x="6469" y="1457"/>
                    </a:cubicBezTo>
                    <a:cubicBezTo>
                      <a:pt x="6473" y="1454"/>
                      <a:pt x="6477" y="1452"/>
                      <a:pt x="6481" y="1450"/>
                    </a:cubicBezTo>
                    <a:cubicBezTo>
                      <a:pt x="6486" y="1447"/>
                      <a:pt x="6491" y="1445"/>
                      <a:pt x="6496" y="1443"/>
                    </a:cubicBezTo>
                    <a:cubicBezTo>
                      <a:pt x="6501" y="1442"/>
                      <a:pt x="6507" y="1441"/>
                      <a:pt x="6512" y="1440"/>
                    </a:cubicBezTo>
                    <a:cubicBezTo>
                      <a:pt x="6518" y="1439"/>
                      <a:pt x="6523" y="1438"/>
                      <a:pt x="6528" y="1438"/>
                    </a:cubicBezTo>
                    <a:close/>
                    <a:moveTo>
                      <a:pt x="1352" y="1942"/>
                    </a:moveTo>
                    <a:cubicBezTo>
                      <a:pt x="1337" y="1942"/>
                      <a:pt x="1324" y="1944"/>
                      <a:pt x="1312" y="1948"/>
                    </a:cubicBezTo>
                    <a:cubicBezTo>
                      <a:pt x="1301" y="1952"/>
                      <a:pt x="1291" y="1956"/>
                      <a:pt x="1284" y="1963"/>
                    </a:cubicBezTo>
                    <a:cubicBezTo>
                      <a:pt x="1277" y="1969"/>
                      <a:pt x="1272" y="1977"/>
                      <a:pt x="1268" y="1986"/>
                    </a:cubicBezTo>
                    <a:cubicBezTo>
                      <a:pt x="1265" y="1994"/>
                      <a:pt x="1263" y="2004"/>
                      <a:pt x="1263" y="2014"/>
                    </a:cubicBezTo>
                    <a:cubicBezTo>
                      <a:pt x="1263" y="2022"/>
                      <a:pt x="1264" y="2029"/>
                      <a:pt x="1266" y="2036"/>
                    </a:cubicBezTo>
                    <a:cubicBezTo>
                      <a:pt x="1269" y="2043"/>
                      <a:pt x="1272" y="2049"/>
                      <a:pt x="1277" y="2055"/>
                    </a:cubicBezTo>
                    <a:cubicBezTo>
                      <a:pt x="1282" y="2061"/>
                      <a:pt x="1288" y="2066"/>
                      <a:pt x="1295" y="2071"/>
                    </a:cubicBezTo>
                    <a:cubicBezTo>
                      <a:pt x="1301" y="2076"/>
                      <a:pt x="1309" y="2082"/>
                      <a:pt x="1318" y="2086"/>
                    </a:cubicBezTo>
                    <a:cubicBezTo>
                      <a:pt x="1307" y="2091"/>
                      <a:pt x="1298" y="2097"/>
                      <a:pt x="1290" y="2102"/>
                    </a:cubicBezTo>
                    <a:cubicBezTo>
                      <a:pt x="1282" y="2108"/>
                      <a:pt x="1276" y="2113"/>
                      <a:pt x="1270" y="2120"/>
                    </a:cubicBezTo>
                    <a:cubicBezTo>
                      <a:pt x="1264" y="2126"/>
                      <a:pt x="1261" y="2133"/>
                      <a:pt x="1258" y="2140"/>
                    </a:cubicBezTo>
                    <a:cubicBezTo>
                      <a:pt x="1255" y="2148"/>
                      <a:pt x="1253" y="2156"/>
                      <a:pt x="1253" y="2165"/>
                    </a:cubicBezTo>
                    <a:cubicBezTo>
                      <a:pt x="1253" y="2176"/>
                      <a:pt x="1255" y="2186"/>
                      <a:pt x="1259" y="2195"/>
                    </a:cubicBezTo>
                    <a:cubicBezTo>
                      <a:pt x="1264" y="2204"/>
                      <a:pt x="1270" y="2212"/>
                      <a:pt x="1278" y="2218"/>
                    </a:cubicBezTo>
                    <a:cubicBezTo>
                      <a:pt x="1286" y="2224"/>
                      <a:pt x="1295" y="2228"/>
                      <a:pt x="1307" y="2231"/>
                    </a:cubicBezTo>
                    <a:cubicBezTo>
                      <a:pt x="1319" y="2234"/>
                      <a:pt x="1332" y="2235"/>
                      <a:pt x="1347" y="2235"/>
                    </a:cubicBezTo>
                    <a:cubicBezTo>
                      <a:pt x="1362" y="2235"/>
                      <a:pt x="1377" y="2234"/>
                      <a:pt x="1389" y="2231"/>
                    </a:cubicBezTo>
                    <a:cubicBezTo>
                      <a:pt x="1401" y="2228"/>
                      <a:pt x="1411" y="2223"/>
                      <a:pt x="1419" y="2216"/>
                    </a:cubicBezTo>
                    <a:cubicBezTo>
                      <a:pt x="1427" y="2209"/>
                      <a:pt x="1434" y="2201"/>
                      <a:pt x="1438" y="2191"/>
                    </a:cubicBezTo>
                    <a:cubicBezTo>
                      <a:pt x="1443" y="2182"/>
                      <a:pt x="1446" y="2171"/>
                      <a:pt x="1446" y="2159"/>
                    </a:cubicBezTo>
                    <a:cubicBezTo>
                      <a:pt x="1446" y="2150"/>
                      <a:pt x="1444" y="2143"/>
                      <a:pt x="1441" y="2136"/>
                    </a:cubicBezTo>
                    <a:cubicBezTo>
                      <a:pt x="1438" y="2129"/>
                      <a:pt x="1433" y="2122"/>
                      <a:pt x="1428" y="2115"/>
                    </a:cubicBezTo>
                    <a:cubicBezTo>
                      <a:pt x="1422" y="2109"/>
                      <a:pt x="1416" y="2103"/>
                      <a:pt x="1408" y="2098"/>
                    </a:cubicBezTo>
                    <a:cubicBezTo>
                      <a:pt x="1399" y="2092"/>
                      <a:pt x="1391" y="2087"/>
                      <a:pt x="1380" y="2082"/>
                    </a:cubicBezTo>
                    <a:cubicBezTo>
                      <a:pt x="1389" y="2077"/>
                      <a:pt x="1396" y="2072"/>
                      <a:pt x="1403" y="2067"/>
                    </a:cubicBezTo>
                    <a:cubicBezTo>
                      <a:pt x="1410" y="2062"/>
                      <a:pt x="1416" y="2055"/>
                      <a:pt x="1421" y="2049"/>
                    </a:cubicBezTo>
                    <a:cubicBezTo>
                      <a:pt x="1426" y="2043"/>
                      <a:pt x="1429" y="2037"/>
                      <a:pt x="1431" y="2030"/>
                    </a:cubicBezTo>
                    <a:cubicBezTo>
                      <a:pt x="1434" y="2023"/>
                      <a:pt x="1435" y="2016"/>
                      <a:pt x="1435" y="2009"/>
                    </a:cubicBezTo>
                    <a:cubicBezTo>
                      <a:pt x="1435" y="1999"/>
                      <a:pt x="1434" y="1990"/>
                      <a:pt x="1431" y="1982"/>
                    </a:cubicBezTo>
                    <a:cubicBezTo>
                      <a:pt x="1427" y="1974"/>
                      <a:pt x="1421" y="1967"/>
                      <a:pt x="1415" y="1961"/>
                    </a:cubicBezTo>
                    <a:cubicBezTo>
                      <a:pt x="1408" y="1955"/>
                      <a:pt x="1400" y="1950"/>
                      <a:pt x="1389" y="1947"/>
                    </a:cubicBezTo>
                    <a:cubicBezTo>
                      <a:pt x="1379" y="1943"/>
                      <a:pt x="1366" y="1942"/>
                      <a:pt x="1352" y="1942"/>
                    </a:cubicBezTo>
                    <a:close/>
                    <a:moveTo>
                      <a:pt x="2386" y="1942"/>
                    </a:moveTo>
                    <a:cubicBezTo>
                      <a:pt x="2369" y="1942"/>
                      <a:pt x="2354" y="1944"/>
                      <a:pt x="2342" y="1950"/>
                    </a:cubicBezTo>
                    <a:cubicBezTo>
                      <a:pt x="2330" y="1955"/>
                      <a:pt x="2320" y="1962"/>
                      <a:pt x="2312" y="1971"/>
                    </a:cubicBezTo>
                    <a:cubicBezTo>
                      <a:pt x="2305" y="1979"/>
                      <a:pt x="2298" y="1989"/>
                      <a:pt x="2295" y="2001"/>
                    </a:cubicBezTo>
                    <a:cubicBezTo>
                      <a:pt x="2291" y="2012"/>
                      <a:pt x="2290" y="2024"/>
                      <a:pt x="2290" y="2037"/>
                    </a:cubicBezTo>
                    <a:cubicBezTo>
                      <a:pt x="2290" y="2049"/>
                      <a:pt x="2291" y="2060"/>
                      <a:pt x="2294" y="2070"/>
                    </a:cubicBezTo>
                    <a:cubicBezTo>
                      <a:pt x="2297" y="2081"/>
                      <a:pt x="2302" y="2089"/>
                      <a:pt x="2308" y="2097"/>
                    </a:cubicBezTo>
                    <a:cubicBezTo>
                      <a:pt x="2315" y="2104"/>
                      <a:pt x="2323" y="2110"/>
                      <a:pt x="2334" y="2115"/>
                    </a:cubicBezTo>
                    <a:cubicBezTo>
                      <a:pt x="2344" y="2119"/>
                      <a:pt x="2358" y="2122"/>
                      <a:pt x="2374" y="2122"/>
                    </a:cubicBezTo>
                    <a:cubicBezTo>
                      <a:pt x="2388" y="2122"/>
                      <a:pt x="2400" y="2120"/>
                      <a:pt x="2411" y="2116"/>
                    </a:cubicBezTo>
                    <a:cubicBezTo>
                      <a:pt x="2422" y="2113"/>
                      <a:pt x="2432" y="2108"/>
                      <a:pt x="2439" y="2104"/>
                    </a:cubicBezTo>
                    <a:cubicBezTo>
                      <a:pt x="2439" y="2117"/>
                      <a:pt x="2437" y="2131"/>
                      <a:pt x="2434" y="2143"/>
                    </a:cubicBezTo>
                    <a:cubicBezTo>
                      <a:pt x="2431" y="2155"/>
                      <a:pt x="2427" y="2165"/>
                      <a:pt x="2420" y="2174"/>
                    </a:cubicBezTo>
                    <a:cubicBezTo>
                      <a:pt x="2414" y="2184"/>
                      <a:pt x="2405" y="2191"/>
                      <a:pt x="2394" y="2197"/>
                    </a:cubicBezTo>
                    <a:cubicBezTo>
                      <a:pt x="2384" y="2202"/>
                      <a:pt x="2373" y="2205"/>
                      <a:pt x="2358" y="2205"/>
                    </a:cubicBezTo>
                    <a:cubicBezTo>
                      <a:pt x="2351" y="2205"/>
                      <a:pt x="2344" y="2205"/>
                      <a:pt x="2338" y="2204"/>
                    </a:cubicBezTo>
                    <a:cubicBezTo>
                      <a:pt x="2332" y="2202"/>
                      <a:pt x="2327" y="2201"/>
                      <a:pt x="2322" y="2200"/>
                    </a:cubicBezTo>
                    <a:cubicBezTo>
                      <a:pt x="2318" y="2199"/>
                      <a:pt x="2314" y="2198"/>
                      <a:pt x="2311" y="2197"/>
                    </a:cubicBezTo>
                    <a:cubicBezTo>
                      <a:pt x="2308" y="2195"/>
                      <a:pt x="2305" y="2195"/>
                      <a:pt x="2304" y="2195"/>
                    </a:cubicBezTo>
                    <a:cubicBezTo>
                      <a:pt x="2302" y="2195"/>
                      <a:pt x="2302" y="2194"/>
                      <a:pt x="2301" y="2195"/>
                    </a:cubicBezTo>
                    <a:cubicBezTo>
                      <a:pt x="2300" y="2195"/>
                      <a:pt x="2300" y="2196"/>
                      <a:pt x="2299" y="2197"/>
                    </a:cubicBezTo>
                    <a:cubicBezTo>
                      <a:pt x="2299" y="2198"/>
                      <a:pt x="2299" y="2200"/>
                      <a:pt x="2298" y="2202"/>
                    </a:cubicBezTo>
                    <a:cubicBezTo>
                      <a:pt x="2298" y="2204"/>
                      <a:pt x="2297" y="2206"/>
                      <a:pt x="2297" y="2209"/>
                    </a:cubicBezTo>
                    <a:cubicBezTo>
                      <a:pt x="2297" y="2213"/>
                      <a:pt x="2298" y="2216"/>
                      <a:pt x="2298" y="2219"/>
                    </a:cubicBezTo>
                    <a:cubicBezTo>
                      <a:pt x="2299" y="2221"/>
                      <a:pt x="2300" y="2223"/>
                      <a:pt x="2302" y="2224"/>
                    </a:cubicBezTo>
                    <a:cubicBezTo>
                      <a:pt x="2303" y="2225"/>
                      <a:pt x="2306" y="2226"/>
                      <a:pt x="2309" y="2227"/>
                    </a:cubicBezTo>
                    <a:cubicBezTo>
                      <a:pt x="2312" y="2229"/>
                      <a:pt x="2317" y="2231"/>
                      <a:pt x="2321" y="2232"/>
                    </a:cubicBezTo>
                    <a:cubicBezTo>
                      <a:pt x="2326" y="2233"/>
                      <a:pt x="2331" y="2234"/>
                      <a:pt x="2337" y="2234"/>
                    </a:cubicBezTo>
                    <a:cubicBezTo>
                      <a:pt x="2343" y="2235"/>
                      <a:pt x="2349" y="2235"/>
                      <a:pt x="2356" y="2235"/>
                    </a:cubicBezTo>
                    <a:cubicBezTo>
                      <a:pt x="2372" y="2235"/>
                      <a:pt x="2386" y="2234"/>
                      <a:pt x="2399" y="2229"/>
                    </a:cubicBezTo>
                    <a:cubicBezTo>
                      <a:pt x="2411" y="2225"/>
                      <a:pt x="2422" y="2219"/>
                      <a:pt x="2431" y="2212"/>
                    </a:cubicBezTo>
                    <a:cubicBezTo>
                      <a:pt x="2440" y="2204"/>
                      <a:pt x="2448" y="2194"/>
                      <a:pt x="2454" y="2184"/>
                    </a:cubicBezTo>
                    <a:cubicBezTo>
                      <a:pt x="2460" y="2174"/>
                      <a:pt x="2464" y="2163"/>
                      <a:pt x="2468" y="2152"/>
                    </a:cubicBezTo>
                    <a:cubicBezTo>
                      <a:pt x="2471" y="2140"/>
                      <a:pt x="2474" y="2128"/>
                      <a:pt x="2476" y="2115"/>
                    </a:cubicBezTo>
                    <a:cubicBezTo>
                      <a:pt x="2477" y="2103"/>
                      <a:pt x="2477" y="2090"/>
                      <a:pt x="2477" y="2077"/>
                    </a:cubicBezTo>
                    <a:cubicBezTo>
                      <a:pt x="2477" y="2064"/>
                      <a:pt x="2477" y="2052"/>
                      <a:pt x="2476" y="2040"/>
                    </a:cubicBezTo>
                    <a:cubicBezTo>
                      <a:pt x="2474" y="2029"/>
                      <a:pt x="2472" y="2017"/>
                      <a:pt x="2469" y="2007"/>
                    </a:cubicBezTo>
                    <a:cubicBezTo>
                      <a:pt x="2467" y="1997"/>
                      <a:pt x="2463" y="1988"/>
                      <a:pt x="2458" y="1980"/>
                    </a:cubicBezTo>
                    <a:cubicBezTo>
                      <a:pt x="2453" y="1972"/>
                      <a:pt x="2448" y="1965"/>
                      <a:pt x="2441" y="1959"/>
                    </a:cubicBezTo>
                    <a:cubicBezTo>
                      <a:pt x="2434" y="1954"/>
                      <a:pt x="2426" y="1950"/>
                      <a:pt x="2417" y="1947"/>
                    </a:cubicBezTo>
                    <a:cubicBezTo>
                      <a:pt x="2407" y="1944"/>
                      <a:pt x="2398" y="1942"/>
                      <a:pt x="2386" y="1942"/>
                    </a:cubicBezTo>
                    <a:close/>
                    <a:moveTo>
                      <a:pt x="3188" y="1942"/>
                    </a:moveTo>
                    <a:cubicBezTo>
                      <a:pt x="3180" y="1942"/>
                      <a:pt x="3171" y="1943"/>
                      <a:pt x="3164" y="1944"/>
                    </a:cubicBezTo>
                    <a:cubicBezTo>
                      <a:pt x="3156" y="1946"/>
                      <a:pt x="3148" y="1949"/>
                      <a:pt x="3141" y="1951"/>
                    </a:cubicBezTo>
                    <a:cubicBezTo>
                      <a:pt x="3135" y="1954"/>
                      <a:pt x="3130" y="1957"/>
                      <a:pt x="3126" y="1959"/>
                    </a:cubicBezTo>
                    <a:cubicBezTo>
                      <a:pt x="3121" y="1962"/>
                      <a:pt x="3118" y="1964"/>
                      <a:pt x="3116" y="1965"/>
                    </a:cubicBezTo>
                    <a:cubicBezTo>
                      <a:pt x="3114" y="1967"/>
                      <a:pt x="3113" y="1968"/>
                      <a:pt x="3112" y="1969"/>
                    </a:cubicBezTo>
                    <a:cubicBezTo>
                      <a:pt x="3112" y="1970"/>
                      <a:pt x="3112" y="1971"/>
                      <a:pt x="3112" y="1973"/>
                    </a:cubicBezTo>
                    <a:cubicBezTo>
                      <a:pt x="3111" y="1974"/>
                      <a:pt x="3111" y="1975"/>
                      <a:pt x="3111" y="1977"/>
                    </a:cubicBezTo>
                    <a:cubicBezTo>
                      <a:pt x="3110" y="1979"/>
                      <a:pt x="3110" y="1980"/>
                      <a:pt x="3110" y="1982"/>
                    </a:cubicBezTo>
                    <a:cubicBezTo>
                      <a:pt x="3110" y="1985"/>
                      <a:pt x="3110" y="1988"/>
                      <a:pt x="3111" y="1990"/>
                    </a:cubicBezTo>
                    <a:cubicBezTo>
                      <a:pt x="3111" y="1992"/>
                      <a:pt x="3111" y="1994"/>
                      <a:pt x="3112" y="1995"/>
                    </a:cubicBezTo>
                    <a:cubicBezTo>
                      <a:pt x="3112" y="1997"/>
                      <a:pt x="3113" y="1998"/>
                      <a:pt x="3114" y="1998"/>
                    </a:cubicBezTo>
                    <a:cubicBezTo>
                      <a:pt x="3115" y="1999"/>
                      <a:pt x="3116" y="1999"/>
                      <a:pt x="3117" y="1999"/>
                    </a:cubicBezTo>
                    <a:cubicBezTo>
                      <a:pt x="3119" y="1999"/>
                      <a:pt x="3121" y="1998"/>
                      <a:pt x="3125" y="1995"/>
                    </a:cubicBezTo>
                    <a:cubicBezTo>
                      <a:pt x="3128" y="1993"/>
                      <a:pt x="3133" y="1990"/>
                      <a:pt x="3138" y="1988"/>
                    </a:cubicBezTo>
                    <a:cubicBezTo>
                      <a:pt x="3143" y="1985"/>
                      <a:pt x="3149" y="1982"/>
                      <a:pt x="3156" y="1980"/>
                    </a:cubicBezTo>
                    <a:cubicBezTo>
                      <a:pt x="3164" y="1977"/>
                      <a:pt x="3172" y="1975"/>
                      <a:pt x="3181" y="1975"/>
                    </a:cubicBezTo>
                    <a:cubicBezTo>
                      <a:pt x="3189" y="1975"/>
                      <a:pt x="3196" y="1977"/>
                      <a:pt x="3201" y="1980"/>
                    </a:cubicBezTo>
                    <a:cubicBezTo>
                      <a:pt x="3207" y="1982"/>
                      <a:pt x="3212" y="1985"/>
                      <a:pt x="3216" y="1989"/>
                    </a:cubicBezTo>
                    <a:cubicBezTo>
                      <a:pt x="3219" y="1994"/>
                      <a:pt x="3222" y="1999"/>
                      <a:pt x="3224" y="2004"/>
                    </a:cubicBezTo>
                    <a:cubicBezTo>
                      <a:pt x="3226" y="2010"/>
                      <a:pt x="3228" y="2016"/>
                      <a:pt x="3228" y="2022"/>
                    </a:cubicBezTo>
                    <a:cubicBezTo>
                      <a:pt x="3228" y="2028"/>
                      <a:pt x="3227" y="2035"/>
                      <a:pt x="3226" y="2042"/>
                    </a:cubicBezTo>
                    <a:cubicBezTo>
                      <a:pt x="3225" y="2049"/>
                      <a:pt x="3222" y="2058"/>
                      <a:pt x="3217" y="2067"/>
                    </a:cubicBezTo>
                    <a:cubicBezTo>
                      <a:pt x="3213" y="2076"/>
                      <a:pt x="3207" y="2085"/>
                      <a:pt x="3200" y="2096"/>
                    </a:cubicBezTo>
                    <a:cubicBezTo>
                      <a:pt x="3192" y="2107"/>
                      <a:pt x="3182" y="2119"/>
                      <a:pt x="3169" y="2132"/>
                    </a:cubicBezTo>
                    <a:lnTo>
                      <a:pt x="3113" y="2191"/>
                    </a:lnTo>
                    <a:cubicBezTo>
                      <a:pt x="3111" y="2193"/>
                      <a:pt x="3111" y="2195"/>
                      <a:pt x="3110" y="2197"/>
                    </a:cubicBezTo>
                    <a:cubicBezTo>
                      <a:pt x="3109" y="2198"/>
                      <a:pt x="3107" y="2200"/>
                      <a:pt x="3106" y="2202"/>
                    </a:cubicBezTo>
                    <a:cubicBezTo>
                      <a:pt x="3105" y="2204"/>
                      <a:pt x="3106" y="2205"/>
                      <a:pt x="3105" y="2207"/>
                    </a:cubicBezTo>
                    <a:cubicBezTo>
                      <a:pt x="3105" y="2209"/>
                      <a:pt x="3104" y="2212"/>
                      <a:pt x="3104" y="2215"/>
                    </a:cubicBezTo>
                    <a:cubicBezTo>
                      <a:pt x="3104" y="2218"/>
                      <a:pt x="3105" y="2221"/>
                      <a:pt x="3105" y="2223"/>
                    </a:cubicBezTo>
                    <a:cubicBezTo>
                      <a:pt x="3106" y="2225"/>
                      <a:pt x="3107" y="2227"/>
                      <a:pt x="3108" y="2228"/>
                    </a:cubicBezTo>
                    <a:cubicBezTo>
                      <a:pt x="3109" y="2229"/>
                      <a:pt x="3111" y="2230"/>
                      <a:pt x="3112" y="2231"/>
                    </a:cubicBezTo>
                    <a:cubicBezTo>
                      <a:pt x="3114" y="2231"/>
                      <a:pt x="3116" y="2232"/>
                      <a:pt x="3118" y="2232"/>
                    </a:cubicBezTo>
                    <a:lnTo>
                      <a:pt x="3275" y="2232"/>
                    </a:lnTo>
                    <a:cubicBezTo>
                      <a:pt x="3276" y="2232"/>
                      <a:pt x="3278" y="2232"/>
                      <a:pt x="3279" y="2231"/>
                    </a:cubicBezTo>
                    <a:cubicBezTo>
                      <a:pt x="3280" y="2230"/>
                      <a:pt x="3281" y="2229"/>
                      <a:pt x="3282" y="2227"/>
                    </a:cubicBezTo>
                    <a:cubicBezTo>
                      <a:pt x="3282" y="2226"/>
                      <a:pt x="3282" y="2224"/>
                      <a:pt x="3283" y="2222"/>
                    </a:cubicBezTo>
                    <a:cubicBezTo>
                      <a:pt x="3283" y="2220"/>
                      <a:pt x="3283" y="2218"/>
                      <a:pt x="3283" y="2215"/>
                    </a:cubicBezTo>
                    <a:cubicBezTo>
                      <a:pt x="3283" y="2212"/>
                      <a:pt x="3283" y="2210"/>
                      <a:pt x="3283" y="2208"/>
                    </a:cubicBezTo>
                    <a:cubicBezTo>
                      <a:pt x="3282" y="2206"/>
                      <a:pt x="3282" y="2205"/>
                      <a:pt x="3281" y="2204"/>
                    </a:cubicBezTo>
                    <a:cubicBezTo>
                      <a:pt x="3280" y="2202"/>
                      <a:pt x="3279" y="2201"/>
                      <a:pt x="3278" y="2200"/>
                    </a:cubicBezTo>
                    <a:cubicBezTo>
                      <a:pt x="3277" y="2199"/>
                      <a:pt x="3276" y="2199"/>
                      <a:pt x="3275" y="2199"/>
                    </a:cubicBezTo>
                    <a:lnTo>
                      <a:pt x="3150" y="2199"/>
                    </a:lnTo>
                    <a:lnTo>
                      <a:pt x="3196" y="2152"/>
                    </a:lnTo>
                    <a:cubicBezTo>
                      <a:pt x="3212" y="2136"/>
                      <a:pt x="3225" y="2120"/>
                      <a:pt x="3235" y="2107"/>
                    </a:cubicBezTo>
                    <a:cubicBezTo>
                      <a:pt x="3245" y="2095"/>
                      <a:pt x="3253" y="2084"/>
                      <a:pt x="3258" y="2073"/>
                    </a:cubicBezTo>
                    <a:cubicBezTo>
                      <a:pt x="3263" y="2063"/>
                      <a:pt x="3266" y="2052"/>
                      <a:pt x="3268" y="2043"/>
                    </a:cubicBezTo>
                    <a:cubicBezTo>
                      <a:pt x="3269" y="2034"/>
                      <a:pt x="3270" y="2025"/>
                      <a:pt x="3270" y="2016"/>
                    </a:cubicBezTo>
                    <a:cubicBezTo>
                      <a:pt x="3270" y="2006"/>
                      <a:pt x="3268" y="1996"/>
                      <a:pt x="3265" y="1988"/>
                    </a:cubicBezTo>
                    <a:cubicBezTo>
                      <a:pt x="3262" y="1979"/>
                      <a:pt x="3257" y="1970"/>
                      <a:pt x="3250" y="1964"/>
                    </a:cubicBezTo>
                    <a:cubicBezTo>
                      <a:pt x="3243" y="1957"/>
                      <a:pt x="3235" y="1952"/>
                      <a:pt x="3224" y="1948"/>
                    </a:cubicBezTo>
                    <a:cubicBezTo>
                      <a:pt x="3214" y="1944"/>
                      <a:pt x="3202" y="1942"/>
                      <a:pt x="3188" y="1942"/>
                    </a:cubicBezTo>
                    <a:close/>
                    <a:moveTo>
                      <a:pt x="3426" y="1942"/>
                    </a:moveTo>
                    <a:cubicBezTo>
                      <a:pt x="3408" y="1942"/>
                      <a:pt x="3392" y="1946"/>
                      <a:pt x="3379" y="1953"/>
                    </a:cubicBezTo>
                    <a:cubicBezTo>
                      <a:pt x="3366" y="1960"/>
                      <a:pt x="3355" y="1970"/>
                      <a:pt x="3347" y="1983"/>
                    </a:cubicBezTo>
                    <a:cubicBezTo>
                      <a:pt x="3339" y="1996"/>
                      <a:pt x="3334" y="2012"/>
                      <a:pt x="3330" y="2030"/>
                    </a:cubicBezTo>
                    <a:cubicBezTo>
                      <a:pt x="3327" y="2048"/>
                      <a:pt x="3325" y="2068"/>
                      <a:pt x="3325" y="2090"/>
                    </a:cubicBezTo>
                    <a:cubicBezTo>
                      <a:pt x="3325" y="2113"/>
                      <a:pt x="3326" y="2134"/>
                      <a:pt x="3329" y="2152"/>
                    </a:cubicBezTo>
                    <a:cubicBezTo>
                      <a:pt x="3333" y="2171"/>
                      <a:pt x="3338" y="2186"/>
                      <a:pt x="3345" y="2198"/>
                    </a:cubicBezTo>
                    <a:cubicBezTo>
                      <a:pt x="3353" y="2211"/>
                      <a:pt x="3363" y="2220"/>
                      <a:pt x="3375" y="2227"/>
                    </a:cubicBezTo>
                    <a:cubicBezTo>
                      <a:pt x="3387" y="2233"/>
                      <a:pt x="3402" y="2235"/>
                      <a:pt x="3420" y="2235"/>
                    </a:cubicBezTo>
                    <a:cubicBezTo>
                      <a:pt x="3439" y="2235"/>
                      <a:pt x="3456" y="2232"/>
                      <a:pt x="3469" y="2225"/>
                    </a:cubicBezTo>
                    <a:cubicBezTo>
                      <a:pt x="3482" y="2218"/>
                      <a:pt x="3492" y="2208"/>
                      <a:pt x="3500" y="2195"/>
                    </a:cubicBezTo>
                    <a:cubicBezTo>
                      <a:pt x="3508" y="2182"/>
                      <a:pt x="3514" y="2166"/>
                      <a:pt x="3517" y="2148"/>
                    </a:cubicBezTo>
                    <a:cubicBezTo>
                      <a:pt x="3521" y="2130"/>
                      <a:pt x="3522" y="2110"/>
                      <a:pt x="3522" y="2088"/>
                    </a:cubicBezTo>
                    <a:cubicBezTo>
                      <a:pt x="3522" y="2065"/>
                      <a:pt x="3520" y="2044"/>
                      <a:pt x="3517" y="2025"/>
                    </a:cubicBezTo>
                    <a:cubicBezTo>
                      <a:pt x="3514" y="2007"/>
                      <a:pt x="3509" y="1992"/>
                      <a:pt x="3501" y="1980"/>
                    </a:cubicBezTo>
                    <a:cubicBezTo>
                      <a:pt x="3494" y="1967"/>
                      <a:pt x="3484" y="1958"/>
                      <a:pt x="3472" y="1951"/>
                    </a:cubicBezTo>
                    <a:cubicBezTo>
                      <a:pt x="3460" y="1945"/>
                      <a:pt x="3444" y="1942"/>
                      <a:pt x="3426" y="1942"/>
                    </a:cubicBezTo>
                    <a:close/>
                    <a:moveTo>
                      <a:pt x="6297" y="1942"/>
                    </a:moveTo>
                    <a:cubicBezTo>
                      <a:pt x="6288" y="1942"/>
                      <a:pt x="6280" y="1943"/>
                      <a:pt x="6272" y="1944"/>
                    </a:cubicBezTo>
                    <a:cubicBezTo>
                      <a:pt x="6265" y="1946"/>
                      <a:pt x="6258" y="1949"/>
                      <a:pt x="6251" y="1951"/>
                    </a:cubicBezTo>
                    <a:cubicBezTo>
                      <a:pt x="6245" y="1954"/>
                      <a:pt x="6239" y="1957"/>
                      <a:pt x="6234" y="1959"/>
                    </a:cubicBezTo>
                    <a:cubicBezTo>
                      <a:pt x="6230" y="1962"/>
                      <a:pt x="6227" y="1964"/>
                      <a:pt x="6226" y="1965"/>
                    </a:cubicBezTo>
                    <a:cubicBezTo>
                      <a:pt x="6224" y="1967"/>
                      <a:pt x="6223" y="1968"/>
                      <a:pt x="6222" y="1969"/>
                    </a:cubicBezTo>
                    <a:cubicBezTo>
                      <a:pt x="6222" y="1970"/>
                      <a:pt x="6221" y="1971"/>
                      <a:pt x="6220" y="1973"/>
                    </a:cubicBezTo>
                    <a:cubicBezTo>
                      <a:pt x="6220" y="1974"/>
                      <a:pt x="6220" y="1975"/>
                      <a:pt x="6219" y="1977"/>
                    </a:cubicBezTo>
                    <a:cubicBezTo>
                      <a:pt x="6219" y="1979"/>
                      <a:pt x="6219" y="1980"/>
                      <a:pt x="6219" y="1982"/>
                    </a:cubicBezTo>
                    <a:cubicBezTo>
                      <a:pt x="6219" y="1985"/>
                      <a:pt x="6220" y="1988"/>
                      <a:pt x="6220" y="1990"/>
                    </a:cubicBezTo>
                    <a:cubicBezTo>
                      <a:pt x="6221" y="1992"/>
                      <a:pt x="6221" y="1994"/>
                      <a:pt x="6221" y="1995"/>
                    </a:cubicBezTo>
                    <a:cubicBezTo>
                      <a:pt x="6222" y="1997"/>
                      <a:pt x="6222" y="1998"/>
                      <a:pt x="6223" y="1998"/>
                    </a:cubicBezTo>
                    <a:cubicBezTo>
                      <a:pt x="6224" y="1999"/>
                      <a:pt x="6225" y="1999"/>
                      <a:pt x="6226" y="1999"/>
                    </a:cubicBezTo>
                    <a:cubicBezTo>
                      <a:pt x="6227" y="1999"/>
                      <a:pt x="6230" y="1998"/>
                      <a:pt x="6234" y="1995"/>
                    </a:cubicBezTo>
                    <a:cubicBezTo>
                      <a:pt x="6237" y="1993"/>
                      <a:pt x="6242" y="1990"/>
                      <a:pt x="6248" y="1988"/>
                    </a:cubicBezTo>
                    <a:cubicBezTo>
                      <a:pt x="6253" y="1985"/>
                      <a:pt x="6259" y="1982"/>
                      <a:pt x="6266" y="1980"/>
                    </a:cubicBezTo>
                    <a:cubicBezTo>
                      <a:pt x="6273" y="1977"/>
                      <a:pt x="6281" y="1975"/>
                      <a:pt x="6290" y="1975"/>
                    </a:cubicBezTo>
                    <a:cubicBezTo>
                      <a:pt x="6298" y="1975"/>
                      <a:pt x="6304" y="1977"/>
                      <a:pt x="6310" y="1980"/>
                    </a:cubicBezTo>
                    <a:cubicBezTo>
                      <a:pt x="6316" y="1982"/>
                      <a:pt x="6321" y="1985"/>
                      <a:pt x="6325" y="1989"/>
                    </a:cubicBezTo>
                    <a:cubicBezTo>
                      <a:pt x="6329" y="1994"/>
                      <a:pt x="6332" y="1999"/>
                      <a:pt x="6334" y="2004"/>
                    </a:cubicBezTo>
                    <a:cubicBezTo>
                      <a:pt x="6336" y="2010"/>
                      <a:pt x="6338" y="2016"/>
                      <a:pt x="6338" y="2022"/>
                    </a:cubicBezTo>
                    <a:cubicBezTo>
                      <a:pt x="6338" y="2028"/>
                      <a:pt x="6336" y="2035"/>
                      <a:pt x="6335" y="2042"/>
                    </a:cubicBezTo>
                    <a:cubicBezTo>
                      <a:pt x="6334" y="2049"/>
                      <a:pt x="6331" y="2058"/>
                      <a:pt x="6327" y="2067"/>
                    </a:cubicBezTo>
                    <a:cubicBezTo>
                      <a:pt x="6323" y="2076"/>
                      <a:pt x="6317" y="2085"/>
                      <a:pt x="6309" y="2096"/>
                    </a:cubicBezTo>
                    <a:cubicBezTo>
                      <a:pt x="6302" y="2107"/>
                      <a:pt x="6291" y="2119"/>
                      <a:pt x="6279" y="2132"/>
                    </a:cubicBezTo>
                    <a:lnTo>
                      <a:pt x="6223" y="2191"/>
                    </a:lnTo>
                    <a:cubicBezTo>
                      <a:pt x="6221" y="2193"/>
                      <a:pt x="6220" y="2195"/>
                      <a:pt x="6219" y="2197"/>
                    </a:cubicBezTo>
                    <a:cubicBezTo>
                      <a:pt x="6217" y="2198"/>
                      <a:pt x="6217" y="2200"/>
                      <a:pt x="6216" y="2202"/>
                    </a:cubicBezTo>
                    <a:cubicBezTo>
                      <a:pt x="6215" y="2204"/>
                      <a:pt x="6214" y="2205"/>
                      <a:pt x="6214" y="2207"/>
                    </a:cubicBezTo>
                    <a:cubicBezTo>
                      <a:pt x="6214" y="2209"/>
                      <a:pt x="6214" y="2212"/>
                      <a:pt x="6214" y="2215"/>
                    </a:cubicBezTo>
                    <a:cubicBezTo>
                      <a:pt x="6214" y="2218"/>
                      <a:pt x="6215" y="2221"/>
                      <a:pt x="6215" y="2223"/>
                    </a:cubicBezTo>
                    <a:cubicBezTo>
                      <a:pt x="6216" y="2225"/>
                      <a:pt x="6217" y="2227"/>
                      <a:pt x="6218" y="2228"/>
                    </a:cubicBezTo>
                    <a:cubicBezTo>
                      <a:pt x="6219" y="2229"/>
                      <a:pt x="6220" y="2230"/>
                      <a:pt x="6221" y="2231"/>
                    </a:cubicBezTo>
                    <a:cubicBezTo>
                      <a:pt x="6223" y="2231"/>
                      <a:pt x="6224" y="2232"/>
                      <a:pt x="6227" y="2232"/>
                    </a:cubicBezTo>
                    <a:lnTo>
                      <a:pt x="6384" y="2232"/>
                    </a:lnTo>
                    <a:cubicBezTo>
                      <a:pt x="6386" y="2232"/>
                      <a:pt x="6387" y="2232"/>
                      <a:pt x="6388" y="2231"/>
                    </a:cubicBezTo>
                    <a:cubicBezTo>
                      <a:pt x="6389" y="2230"/>
                      <a:pt x="6390" y="2229"/>
                      <a:pt x="6391" y="2227"/>
                    </a:cubicBezTo>
                    <a:cubicBezTo>
                      <a:pt x="6391" y="2226"/>
                      <a:pt x="6392" y="2224"/>
                      <a:pt x="6392" y="2222"/>
                    </a:cubicBezTo>
                    <a:cubicBezTo>
                      <a:pt x="6393" y="2220"/>
                      <a:pt x="6393" y="2218"/>
                      <a:pt x="6393" y="2215"/>
                    </a:cubicBezTo>
                    <a:cubicBezTo>
                      <a:pt x="6393" y="2212"/>
                      <a:pt x="6393" y="2210"/>
                      <a:pt x="6392" y="2208"/>
                    </a:cubicBezTo>
                    <a:cubicBezTo>
                      <a:pt x="6392" y="2206"/>
                      <a:pt x="6391" y="2205"/>
                      <a:pt x="6391" y="2204"/>
                    </a:cubicBezTo>
                    <a:cubicBezTo>
                      <a:pt x="6390" y="2202"/>
                      <a:pt x="6389" y="2201"/>
                      <a:pt x="6388" y="2200"/>
                    </a:cubicBezTo>
                    <a:cubicBezTo>
                      <a:pt x="6387" y="2199"/>
                      <a:pt x="6386" y="2199"/>
                      <a:pt x="6384" y="2199"/>
                    </a:cubicBezTo>
                    <a:lnTo>
                      <a:pt x="6260" y="2199"/>
                    </a:lnTo>
                    <a:lnTo>
                      <a:pt x="6305" y="2152"/>
                    </a:lnTo>
                    <a:cubicBezTo>
                      <a:pt x="6321" y="2136"/>
                      <a:pt x="6335" y="2120"/>
                      <a:pt x="6345" y="2107"/>
                    </a:cubicBezTo>
                    <a:cubicBezTo>
                      <a:pt x="6355" y="2095"/>
                      <a:pt x="6362" y="2084"/>
                      <a:pt x="6367" y="2073"/>
                    </a:cubicBezTo>
                    <a:cubicBezTo>
                      <a:pt x="6372" y="2063"/>
                      <a:pt x="6376" y="2052"/>
                      <a:pt x="6377" y="2043"/>
                    </a:cubicBezTo>
                    <a:cubicBezTo>
                      <a:pt x="6379" y="2034"/>
                      <a:pt x="6380" y="2025"/>
                      <a:pt x="6380" y="2016"/>
                    </a:cubicBezTo>
                    <a:cubicBezTo>
                      <a:pt x="6380" y="2006"/>
                      <a:pt x="6378" y="1996"/>
                      <a:pt x="6375" y="1988"/>
                    </a:cubicBezTo>
                    <a:cubicBezTo>
                      <a:pt x="6371" y="1979"/>
                      <a:pt x="6367" y="1970"/>
                      <a:pt x="6360" y="1964"/>
                    </a:cubicBezTo>
                    <a:cubicBezTo>
                      <a:pt x="6353" y="1957"/>
                      <a:pt x="6344" y="1952"/>
                      <a:pt x="6333" y="1948"/>
                    </a:cubicBezTo>
                    <a:cubicBezTo>
                      <a:pt x="6323" y="1944"/>
                      <a:pt x="6311" y="1942"/>
                      <a:pt x="6297" y="1942"/>
                    </a:cubicBezTo>
                    <a:close/>
                    <a:moveTo>
                      <a:pt x="6527" y="1942"/>
                    </a:moveTo>
                    <a:cubicBezTo>
                      <a:pt x="6518" y="1942"/>
                      <a:pt x="6509" y="1943"/>
                      <a:pt x="6501" y="1944"/>
                    </a:cubicBezTo>
                    <a:cubicBezTo>
                      <a:pt x="6493" y="1946"/>
                      <a:pt x="6485" y="1949"/>
                      <a:pt x="6479" y="1951"/>
                    </a:cubicBezTo>
                    <a:cubicBezTo>
                      <a:pt x="6473" y="1954"/>
                      <a:pt x="6467" y="1957"/>
                      <a:pt x="6463" y="1959"/>
                    </a:cubicBezTo>
                    <a:cubicBezTo>
                      <a:pt x="6459" y="1962"/>
                      <a:pt x="6456" y="1964"/>
                      <a:pt x="6455" y="1965"/>
                    </a:cubicBezTo>
                    <a:cubicBezTo>
                      <a:pt x="6454" y="1967"/>
                      <a:pt x="6452" y="1968"/>
                      <a:pt x="6451" y="1969"/>
                    </a:cubicBezTo>
                    <a:cubicBezTo>
                      <a:pt x="6451" y="1970"/>
                      <a:pt x="6451" y="1971"/>
                      <a:pt x="6451" y="1973"/>
                    </a:cubicBezTo>
                    <a:cubicBezTo>
                      <a:pt x="6450" y="1974"/>
                      <a:pt x="6450" y="1975"/>
                      <a:pt x="6450" y="1977"/>
                    </a:cubicBezTo>
                    <a:cubicBezTo>
                      <a:pt x="6450" y="1979"/>
                      <a:pt x="6449" y="1980"/>
                      <a:pt x="6449" y="1982"/>
                    </a:cubicBezTo>
                    <a:cubicBezTo>
                      <a:pt x="6449" y="1985"/>
                      <a:pt x="6449" y="1988"/>
                      <a:pt x="6450" y="1990"/>
                    </a:cubicBezTo>
                    <a:cubicBezTo>
                      <a:pt x="6450" y="1992"/>
                      <a:pt x="6450" y="1993"/>
                      <a:pt x="6451" y="1995"/>
                    </a:cubicBezTo>
                    <a:cubicBezTo>
                      <a:pt x="6451" y="1996"/>
                      <a:pt x="6451" y="1997"/>
                      <a:pt x="6452" y="1997"/>
                    </a:cubicBezTo>
                    <a:cubicBezTo>
                      <a:pt x="6453" y="1998"/>
                      <a:pt x="6454" y="1997"/>
                      <a:pt x="6455" y="1997"/>
                    </a:cubicBezTo>
                    <a:cubicBezTo>
                      <a:pt x="6456" y="1997"/>
                      <a:pt x="6459" y="1996"/>
                      <a:pt x="6463" y="1994"/>
                    </a:cubicBezTo>
                    <a:cubicBezTo>
                      <a:pt x="6467" y="1991"/>
                      <a:pt x="6471" y="1989"/>
                      <a:pt x="6477" y="1986"/>
                    </a:cubicBezTo>
                    <a:cubicBezTo>
                      <a:pt x="6483" y="1983"/>
                      <a:pt x="6488" y="1980"/>
                      <a:pt x="6496" y="1977"/>
                    </a:cubicBezTo>
                    <a:cubicBezTo>
                      <a:pt x="6503" y="1974"/>
                      <a:pt x="6511" y="1973"/>
                      <a:pt x="6519" y="1973"/>
                    </a:cubicBezTo>
                    <a:cubicBezTo>
                      <a:pt x="6527" y="1973"/>
                      <a:pt x="6534" y="1975"/>
                      <a:pt x="6540" y="1977"/>
                    </a:cubicBezTo>
                    <a:cubicBezTo>
                      <a:pt x="6546" y="1979"/>
                      <a:pt x="6551" y="1982"/>
                      <a:pt x="6555" y="1986"/>
                    </a:cubicBezTo>
                    <a:cubicBezTo>
                      <a:pt x="6558" y="1990"/>
                      <a:pt x="6562" y="1994"/>
                      <a:pt x="6563" y="2000"/>
                    </a:cubicBezTo>
                    <a:cubicBezTo>
                      <a:pt x="6565" y="2005"/>
                      <a:pt x="6566" y="2011"/>
                      <a:pt x="6566" y="2017"/>
                    </a:cubicBezTo>
                    <a:cubicBezTo>
                      <a:pt x="6566" y="2025"/>
                      <a:pt x="6565" y="2032"/>
                      <a:pt x="6562" y="2039"/>
                    </a:cubicBezTo>
                    <a:cubicBezTo>
                      <a:pt x="6559" y="2045"/>
                      <a:pt x="6555" y="2051"/>
                      <a:pt x="6549" y="2055"/>
                    </a:cubicBezTo>
                    <a:cubicBezTo>
                      <a:pt x="6544" y="2060"/>
                      <a:pt x="6538" y="2064"/>
                      <a:pt x="6530" y="2067"/>
                    </a:cubicBezTo>
                    <a:cubicBezTo>
                      <a:pt x="6522" y="2069"/>
                      <a:pt x="6513" y="2070"/>
                      <a:pt x="6503" y="2070"/>
                    </a:cubicBezTo>
                    <a:lnTo>
                      <a:pt x="6479" y="2070"/>
                    </a:lnTo>
                    <a:cubicBezTo>
                      <a:pt x="6477" y="2070"/>
                      <a:pt x="6476" y="2071"/>
                      <a:pt x="6475" y="2071"/>
                    </a:cubicBezTo>
                    <a:cubicBezTo>
                      <a:pt x="6474" y="2072"/>
                      <a:pt x="6473" y="2073"/>
                      <a:pt x="6473" y="2074"/>
                    </a:cubicBezTo>
                    <a:cubicBezTo>
                      <a:pt x="6472" y="2075"/>
                      <a:pt x="6471" y="2077"/>
                      <a:pt x="6471" y="2078"/>
                    </a:cubicBezTo>
                    <a:cubicBezTo>
                      <a:pt x="6470" y="2080"/>
                      <a:pt x="6470" y="2082"/>
                      <a:pt x="6470" y="2085"/>
                    </a:cubicBezTo>
                    <a:cubicBezTo>
                      <a:pt x="6470" y="2088"/>
                      <a:pt x="6470" y="2091"/>
                      <a:pt x="6471" y="2092"/>
                    </a:cubicBezTo>
                    <a:cubicBezTo>
                      <a:pt x="6471" y="2094"/>
                      <a:pt x="6472" y="2096"/>
                      <a:pt x="6473" y="2097"/>
                    </a:cubicBezTo>
                    <a:cubicBezTo>
                      <a:pt x="6473" y="2098"/>
                      <a:pt x="6474" y="2099"/>
                      <a:pt x="6475" y="2100"/>
                    </a:cubicBezTo>
                    <a:cubicBezTo>
                      <a:pt x="6476" y="2100"/>
                      <a:pt x="6478" y="2100"/>
                      <a:pt x="6479" y="2100"/>
                    </a:cubicBezTo>
                    <a:lnTo>
                      <a:pt x="6506" y="2100"/>
                    </a:lnTo>
                    <a:cubicBezTo>
                      <a:pt x="6517" y="2100"/>
                      <a:pt x="6527" y="2101"/>
                      <a:pt x="6536" y="2104"/>
                    </a:cubicBezTo>
                    <a:cubicBezTo>
                      <a:pt x="6545" y="2106"/>
                      <a:pt x="6553" y="2110"/>
                      <a:pt x="6559" y="2115"/>
                    </a:cubicBezTo>
                    <a:cubicBezTo>
                      <a:pt x="6565" y="2119"/>
                      <a:pt x="6570" y="2125"/>
                      <a:pt x="6573" y="2131"/>
                    </a:cubicBezTo>
                    <a:cubicBezTo>
                      <a:pt x="6576" y="2138"/>
                      <a:pt x="6578" y="2145"/>
                      <a:pt x="6578" y="2153"/>
                    </a:cubicBezTo>
                    <a:cubicBezTo>
                      <a:pt x="6578" y="2161"/>
                      <a:pt x="6577" y="2167"/>
                      <a:pt x="6574" y="2174"/>
                    </a:cubicBezTo>
                    <a:cubicBezTo>
                      <a:pt x="6572" y="2180"/>
                      <a:pt x="6568" y="2186"/>
                      <a:pt x="6563" y="2190"/>
                    </a:cubicBezTo>
                    <a:cubicBezTo>
                      <a:pt x="6558" y="2195"/>
                      <a:pt x="6551" y="2198"/>
                      <a:pt x="6544" y="2201"/>
                    </a:cubicBezTo>
                    <a:cubicBezTo>
                      <a:pt x="6537" y="2203"/>
                      <a:pt x="6528" y="2204"/>
                      <a:pt x="6518" y="2204"/>
                    </a:cubicBezTo>
                    <a:cubicBezTo>
                      <a:pt x="6508" y="2204"/>
                      <a:pt x="6499" y="2203"/>
                      <a:pt x="6491" y="2201"/>
                    </a:cubicBezTo>
                    <a:cubicBezTo>
                      <a:pt x="6483" y="2199"/>
                      <a:pt x="6476" y="2196"/>
                      <a:pt x="6470" y="2193"/>
                    </a:cubicBezTo>
                    <a:cubicBezTo>
                      <a:pt x="6464" y="2190"/>
                      <a:pt x="6459" y="2188"/>
                      <a:pt x="6455" y="2186"/>
                    </a:cubicBezTo>
                    <a:cubicBezTo>
                      <a:pt x="6451" y="2184"/>
                      <a:pt x="6448" y="2182"/>
                      <a:pt x="6447" y="2182"/>
                    </a:cubicBezTo>
                    <a:cubicBezTo>
                      <a:pt x="6445" y="2182"/>
                      <a:pt x="6444" y="2183"/>
                      <a:pt x="6443" y="2185"/>
                    </a:cubicBezTo>
                    <a:cubicBezTo>
                      <a:pt x="6442" y="2187"/>
                      <a:pt x="6441" y="2191"/>
                      <a:pt x="6441" y="2197"/>
                    </a:cubicBezTo>
                    <a:cubicBezTo>
                      <a:pt x="6441" y="2200"/>
                      <a:pt x="6441" y="2202"/>
                      <a:pt x="6442" y="2204"/>
                    </a:cubicBezTo>
                    <a:cubicBezTo>
                      <a:pt x="6442" y="2207"/>
                      <a:pt x="6442" y="2208"/>
                      <a:pt x="6443" y="2210"/>
                    </a:cubicBezTo>
                    <a:cubicBezTo>
                      <a:pt x="6443" y="2211"/>
                      <a:pt x="6444" y="2212"/>
                      <a:pt x="6444" y="2213"/>
                    </a:cubicBezTo>
                    <a:cubicBezTo>
                      <a:pt x="6445" y="2214"/>
                      <a:pt x="6445" y="2215"/>
                      <a:pt x="6446" y="2216"/>
                    </a:cubicBezTo>
                    <a:cubicBezTo>
                      <a:pt x="6447" y="2217"/>
                      <a:pt x="6451" y="2219"/>
                      <a:pt x="6455" y="2221"/>
                    </a:cubicBezTo>
                    <a:cubicBezTo>
                      <a:pt x="6459" y="2224"/>
                      <a:pt x="6464" y="2226"/>
                      <a:pt x="6471" y="2228"/>
                    </a:cubicBezTo>
                    <a:cubicBezTo>
                      <a:pt x="6477" y="2230"/>
                      <a:pt x="6485" y="2232"/>
                      <a:pt x="6493" y="2234"/>
                    </a:cubicBezTo>
                    <a:cubicBezTo>
                      <a:pt x="6501" y="2235"/>
                      <a:pt x="6510" y="2235"/>
                      <a:pt x="6519" y="2235"/>
                    </a:cubicBezTo>
                    <a:cubicBezTo>
                      <a:pt x="6535" y="2235"/>
                      <a:pt x="6549" y="2234"/>
                      <a:pt x="6562" y="2230"/>
                    </a:cubicBezTo>
                    <a:cubicBezTo>
                      <a:pt x="6574" y="2226"/>
                      <a:pt x="6585" y="2220"/>
                      <a:pt x="6593" y="2212"/>
                    </a:cubicBezTo>
                    <a:cubicBezTo>
                      <a:pt x="6602" y="2205"/>
                      <a:pt x="6608" y="2196"/>
                      <a:pt x="6613" y="2185"/>
                    </a:cubicBezTo>
                    <a:cubicBezTo>
                      <a:pt x="6617" y="2175"/>
                      <a:pt x="6620" y="2163"/>
                      <a:pt x="6620" y="2150"/>
                    </a:cubicBezTo>
                    <a:cubicBezTo>
                      <a:pt x="6620" y="2141"/>
                      <a:pt x="6618" y="2133"/>
                      <a:pt x="6615" y="2125"/>
                    </a:cubicBezTo>
                    <a:cubicBezTo>
                      <a:pt x="6611" y="2117"/>
                      <a:pt x="6607" y="2110"/>
                      <a:pt x="6601" y="2104"/>
                    </a:cubicBezTo>
                    <a:cubicBezTo>
                      <a:pt x="6595" y="2098"/>
                      <a:pt x="6588" y="2094"/>
                      <a:pt x="6580" y="2090"/>
                    </a:cubicBezTo>
                    <a:cubicBezTo>
                      <a:pt x="6572" y="2086"/>
                      <a:pt x="6563" y="2083"/>
                      <a:pt x="6553" y="2082"/>
                    </a:cubicBezTo>
                    <a:cubicBezTo>
                      <a:pt x="6562" y="2080"/>
                      <a:pt x="6569" y="2077"/>
                      <a:pt x="6576" y="2073"/>
                    </a:cubicBezTo>
                    <a:cubicBezTo>
                      <a:pt x="6582" y="2069"/>
                      <a:pt x="6588" y="2064"/>
                      <a:pt x="6593" y="2058"/>
                    </a:cubicBezTo>
                    <a:cubicBezTo>
                      <a:pt x="6597" y="2052"/>
                      <a:pt x="6601" y="2045"/>
                      <a:pt x="6603" y="2037"/>
                    </a:cubicBezTo>
                    <a:cubicBezTo>
                      <a:pt x="6605" y="2029"/>
                      <a:pt x="6607" y="2021"/>
                      <a:pt x="6607" y="2012"/>
                    </a:cubicBezTo>
                    <a:cubicBezTo>
                      <a:pt x="6607" y="2002"/>
                      <a:pt x="6605" y="1993"/>
                      <a:pt x="6601" y="1984"/>
                    </a:cubicBezTo>
                    <a:cubicBezTo>
                      <a:pt x="6598" y="1975"/>
                      <a:pt x="6593" y="1967"/>
                      <a:pt x="6586" y="1961"/>
                    </a:cubicBezTo>
                    <a:cubicBezTo>
                      <a:pt x="6580" y="1955"/>
                      <a:pt x="6572" y="1950"/>
                      <a:pt x="6562" y="1947"/>
                    </a:cubicBezTo>
                    <a:cubicBezTo>
                      <a:pt x="6552" y="1944"/>
                      <a:pt x="6541" y="1942"/>
                      <a:pt x="6527" y="1942"/>
                    </a:cubicBezTo>
                    <a:close/>
                    <a:moveTo>
                      <a:pt x="93" y="1944"/>
                    </a:moveTo>
                    <a:cubicBezTo>
                      <a:pt x="91" y="1944"/>
                      <a:pt x="90" y="1945"/>
                      <a:pt x="88" y="1945"/>
                    </a:cubicBezTo>
                    <a:cubicBezTo>
                      <a:pt x="87" y="1945"/>
                      <a:pt x="86" y="1946"/>
                      <a:pt x="85" y="1946"/>
                    </a:cubicBezTo>
                    <a:cubicBezTo>
                      <a:pt x="84" y="1946"/>
                      <a:pt x="83" y="1947"/>
                      <a:pt x="83" y="1947"/>
                    </a:cubicBezTo>
                    <a:lnTo>
                      <a:pt x="17" y="1989"/>
                    </a:lnTo>
                    <a:cubicBezTo>
                      <a:pt x="15" y="1990"/>
                      <a:pt x="15" y="1991"/>
                      <a:pt x="14" y="1992"/>
                    </a:cubicBezTo>
                    <a:cubicBezTo>
                      <a:pt x="13" y="1993"/>
                      <a:pt x="13" y="1994"/>
                      <a:pt x="12" y="1995"/>
                    </a:cubicBezTo>
                    <a:cubicBezTo>
                      <a:pt x="12" y="1997"/>
                      <a:pt x="11" y="1998"/>
                      <a:pt x="11" y="2000"/>
                    </a:cubicBezTo>
                    <a:cubicBezTo>
                      <a:pt x="10" y="2002"/>
                      <a:pt x="11" y="2004"/>
                      <a:pt x="11" y="2006"/>
                    </a:cubicBezTo>
                    <a:cubicBezTo>
                      <a:pt x="11" y="2009"/>
                      <a:pt x="11" y="2012"/>
                      <a:pt x="11" y="2014"/>
                    </a:cubicBezTo>
                    <a:cubicBezTo>
                      <a:pt x="12" y="2016"/>
                      <a:pt x="12" y="2018"/>
                      <a:pt x="13" y="2019"/>
                    </a:cubicBezTo>
                    <a:cubicBezTo>
                      <a:pt x="14" y="2020"/>
                      <a:pt x="16" y="2020"/>
                      <a:pt x="18" y="2020"/>
                    </a:cubicBezTo>
                    <a:cubicBezTo>
                      <a:pt x="19" y="2020"/>
                      <a:pt x="21" y="2019"/>
                      <a:pt x="24" y="2017"/>
                    </a:cubicBezTo>
                    <a:lnTo>
                      <a:pt x="79" y="1985"/>
                    </a:lnTo>
                    <a:lnTo>
                      <a:pt x="79" y="2202"/>
                    </a:lnTo>
                    <a:lnTo>
                      <a:pt x="19" y="2202"/>
                    </a:lnTo>
                    <a:cubicBezTo>
                      <a:pt x="18" y="2202"/>
                      <a:pt x="18" y="2202"/>
                      <a:pt x="17" y="2203"/>
                    </a:cubicBezTo>
                    <a:cubicBezTo>
                      <a:pt x="16" y="2203"/>
                      <a:pt x="15" y="2204"/>
                      <a:pt x="14" y="2205"/>
                    </a:cubicBezTo>
                    <a:cubicBezTo>
                      <a:pt x="13" y="2207"/>
                      <a:pt x="13" y="2208"/>
                      <a:pt x="12" y="2210"/>
                    </a:cubicBezTo>
                    <a:cubicBezTo>
                      <a:pt x="12" y="2212"/>
                      <a:pt x="11" y="2214"/>
                      <a:pt x="11" y="2217"/>
                    </a:cubicBezTo>
                    <a:cubicBezTo>
                      <a:pt x="11" y="2220"/>
                      <a:pt x="12" y="2222"/>
                      <a:pt x="12" y="2224"/>
                    </a:cubicBezTo>
                    <a:cubicBezTo>
                      <a:pt x="13" y="2226"/>
                      <a:pt x="13" y="2227"/>
                      <a:pt x="14" y="2228"/>
                    </a:cubicBezTo>
                    <a:cubicBezTo>
                      <a:pt x="15" y="2229"/>
                      <a:pt x="16" y="2230"/>
                      <a:pt x="17" y="2231"/>
                    </a:cubicBezTo>
                    <a:cubicBezTo>
                      <a:pt x="18" y="2231"/>
                      <a:pt x="18" y="2232"/>
                      <a:pt x="19" y="2232"/>
                    </a:cubicBezTo>
                    <a:lnTo>
                      <a:pt x="168" y="2232"/>
                    </a:lnTo>
                    <a:cubicBezTo>
                      <a:pt x="169" y="2232"/>
                      <a:pt x="171" y="2231"/>
                      <a:pt x="172" y="2231"/>
                    </a:cubicBezTo>
                    <a:cubicBezTo>
                      <a:pt x="173" y="2230"/>
                      <a:pt x="173" y="2229"/>
                      <a:pt x="174" y="2228"/>
                    </a:cubicBezTo>
                    <a:cubicBezTo>
                      <a:pt x="174" y="2227"/>
                      <a:pt x="175" y="2226"/>
                      <a:pt x="176" y="2224"/>
                    </a:cubicBezTo>
                    <a:cubicBezTo>
                      <a:pt x="176" y="2222"/>
                      <a:pt x="176" y="2220"/>
                      <a:pt x="176" y="2217"/>
                    </a:cubicBezTo>
                    <a:cubicBezTo>
                      <a:pt x="176" y="2214"/>
                      <a:pt x="177" y="2212"/>
                      <a:pt x="176" y="2210"/>
                    </a:cubicBezTo>
                    <a:cubicBezTo>
                      <a:pt x="176" y="2208"/>
                      <a:pt x="175" y="2207"/>
                      <a:pt x="175" y="2205"/>
                    </a:cubicBezTo>
                    <a:cubicBezTo>
                      <a:pt x="174" y="2204"/>
                      <a:pt x="173" y="2203"/>
                      <a:pt x="172" y="2203"/>
                    </a:cubicBezTo>
                    <a:cubicBezTo>
                      <a:pt x="171" y="2202"/>
                      <a:pt x="170" y="2202"/>
                      <a:pt x="168" y="2202"/>
                    </a:cubicBezTo>
                    <a:lnTo>
                      <a:pt x="117" y="2202"/>
                    </a:lnTo>
                    <a:lnTo>
                      <a:pt x="117" y="1950"/>
                    </a:lnTo>
                    <a:cubicBezTo>
                      <a:pt x="117" y="1950"/>
                      <a:pt x="117" y="1949"/>
                      <a:pt x="116" y="1948"/>
                    </a:cubicBezTo>
                    <a:cubicBezTo>
                      <a:pt x="116" y="1947"/>
                      <a:pt x="115" y="1947"/>
                      <a:pt x="114" y="1946"/>
                    </a:cubicBezTo>
                    <a:cubicBezTo>
                      <a:pt x="112" y="1946"/>
                      <a:pt x="111" y="1945"/>
                      <a:pt x="108" y="1945"/>
                    </a:cubicBezTo>
                    <a:cubicBezTo>
                      <a:pt x="106" y="1945"/>
                      <a:pt x="103" y="1944"/>
                      <a:pt x="100" y="1944"/>
                    </a:cubicBezTo>
                    <a:cubicBezTo>
                      <a:pt x="97" y="1944"/>
                      <a:pt x="94" y="1944"/>
                      <a:pt x="93" y="1944"/>
                    </a:cubicBezTo>
                    <a:close/>
                    <a:moveTo>
                      <a:pt x="1126" y="1944"/>
                    </a:moveTo>
                    <a:cubicBezTo>
                      <a:pt x="1124" y="1944"/>
                      <a:pt x="1123" y="1945"/>
                      <a:pt x="1122" y="1945"/>
                    </a:cubicBezTo>
                    <a:cubicBezTo>
                      <a:pt x="1121" y="1945"/>
                      <a:pt x="1119" y="1946"/>
                      <a:pt x="1118" y="1946"/>
                    </a:cubicBezTo>
                    <a:cubicBezTo>
                      <a:pt x="1117" y="1946"/>
                      <a:pt x="1116" y="1947"/>
                      <a:pt x="1116" y="1947"/>
                    </a:cubicBezTo>
                    <a:lnTo>
                      <a:pt x="1050" y="1989"/>
                    </a:lnTo>
                    <a:cubicBezTo>
                      <a:pt x="1049" y="1990"/>
                      <a:pt x="1048" y="1991"/>
                      <a:pt x="1047" y="1992"/>
                    </a:cubicBezTo>
                    <a:cubicBezTo>
                      <a:pt x="1046" y="1993"/>
                      <a:pt x="1046" y="1993"/>
                      <a:pt x="1045" y="1995"/>
                    </a:cubicBezTo>
                    <a:cubicBezTo>
                      <a:pt x="1045" y="1996"/>
                      <a:pt x="1044" y="1997"/>
                      <a:pt x="1044" y="1999"/>
                    </a:cubicBezTo>
                    <a:cubicBezTo>
                      <a:pt x="1044" y="2001"/>
                      <a:pt x="1044" y="2003"/>
                      <a:pt x="1044" y="2005"/>
                    </a:cubicBezTo>
                    <a:cubicBezTo>
                      <a:pt x="1044" y="2009"/>
                      <a:pt x="1044" y="2012"/>
                      <a:pt x="1044" y="2014"/>
                    </a:cubicBezTo>
                    <a:cubicBezTo>
                      <a:pt x="1045" y="2016"/>
                      <a:pt x="1046" y="2017"/>
                      <a:pt x="1047" y="2018"/>
                    </a:cubicBezTo>
                    <a:cubicBezTo>
                      <a:pt x="1048" y="2019"/>
                      <a:pt x="1049" y="2020"/>
                      <a:pt x="1050" y="2019"/>
                    </a:cubicBezTo>
                    <a:cubicBezTo>
                      <a:pt x="1052" y="2019"/>
                      <a:pt x="1055" y="2018"/>
                      <a:pt x="1057" y="2017"/>
                    </a:cubicBezTo>
                    <a:lnTo>
                      <a:pt x="1112" y="1984"/>
                    </a:lnTo>
                    <a:lnTo>
                      <a:pt x="1112" y="2201"/>
                    </a:lnTo>
                    <a:lnTo>
                      <a:pt x="1053" y="2201"/>
                    </a:lnTo>
                    <a:cubicBezTo>
                      <a:pt x="1052" y="2201"/>
                      <a:pt x="1050" y="2201"/>
                      <a:pt x="1050" y="2202"/>
                    </a:cubicBezTo>
                    <a:cubicBezTo>
                      <a:pt x="1049" y="2202"/>
                      <a:pt x="1048" y="2204"/>
                      <a:pt x="1047" y="2205"/>
                    </a:cubicBezTo>
                    <a:cubicBezTo>
                      <a:pt x="1046" y="2207"/>
                      <a:pt x="1046" y="2208"/>
                      <a:pt x="1046" y="2210"/>
                    </a:cubicBezTo>
                    <a:cubicBezTo>
                      <a:pt x="1046" y="2212"/>
                      <a:pt x="1045" y="2214"/>
                      <a:pt x="1045" y="2217"/>
                    </a:cubicBezTo>
                    <a:cubicBezTo>
                      <a:pt x="1045" y="2220"/>
                      <a:pt x="1046" y="2222"/>
                      <a:pt x="1046" y="2224"/>
                    </a:cubicBezTo>
                    <a:cubicBezTo>
                      <a:pt x="1046" y="2226"/>
                      <a:pt x="1047" y="2227"/>
                      <a:pt x="1048" y="2228"/>
                    </a:cubicBezTo>
                    <a:cubicBezTo>
                      <a:pt x="1049" y="2229"/>
                      <a:pt x="1050" y="2230"/>
                      <a:pt x="1050" y="2231"/>
                    </a:cubicBezTo>
                    <a:cubicBezTo>
                      <a:pt x="1051" y="2231"/>
                      <a:pt x="1052" y="2232"/>
                      <a:pt x="1053" y="2232"/>
                    </a:cubicBezTo>
                    <a:lnTo>
                      <a:pt x="1202" y="2232"/>
                    </a:lnTo>
                    <a:cubicBezTo>
                      <a:pt x="1203" y="2232"/>
                      <a:pt x="1204" y="2231"/>
                      <a:pt x="1205" y="2231"/>
                    </a:cubicBezTo>
                    <a:cubicBezTo>
                      <a:pt x="1206" y="2230"/>
                      <a:pt x="1207" y="2229"/>
                      <a:pt x="1207" y="2228"/>
                    </a:cubicBezTo>
                    <a:cubicBezTo>
                      <a:pt x="1208" y="2227"/>
                      <a:pt x="1209" y="2226"/>
                      <a:pt x="1209" y="2224"/>
                    </a:cubicBezTo>
                    <a:cubicBezTo>
                      <a:pt x="1210" y="2222"/>
                      <a:pt x="1210" y="2220"/>
                      <a:pt x="1210" y="2217"/>
                    </a:cubicBezTo>
                    <a:cubicBezTo>
                      <a:pt x="1210" y="2214"/>
                      <a:pt x="1210" y="2212"/>
                      <a:pt x="1209" y="2210"/>
                    </a:cubicBezTo>
                    <a:cubicBezTo>
                      <a:pt x="1209" y="2208"/>
                      <a:pt x="1208" y="2207"/>
                      <a:pt x="1207" y="2205"/>
                    </a:cubicBezTo>
                    <a:cubicBezTo>
                      <a:pt x="1207" y="2204"/>
                      <a:pt x="1207" y="2202"/>
                      <a:pt x="1206" y="2202"/>
                    </a:cubicBezTo>
                    <a:cubicBezTo>
                      <a:pt x="1205" y="2201"/>
                      <a:pt x="1203" y="2201"/>
                      <a:pt x="1202" y="2201"/>
                    </a:cubicBezTo>
                    <a:lnTo>
                      <a:pt x="1150" y="2201"/>
                    </a:lnTo>
                    <a:lnTo>
                      <a:pt x="1150" y="1950"/>
                    </a:lnTo>
                    <a:cubicBezTo>
                      <a:pt x="1150" y="1950"/>
                      <a:pt x="1150" y="1949"/>
                      <a:pt x="1150" y="1948"/>
                    </a:cubicBezTo>
                    <a:cubicBezTo>
                      <a:pt x="1150" y="1947"/>
                      <a:pt x="1149" y="1947"/>
                      <a:pt x="1147" y="1946"/>
                    </a:cubicBezTo>
                    <a:cubicBezTo>
                      <a:pt x="1146" y="1946"/>
                      <a:pt x="1144" y="1945"/>
                      <a:pt x="1141" y="1944"/>
                    </a:cubicBezTo>
                    <a:cubicBezTo>
                      <a:pt x="1139" y="1944"/>
                      <a:pt x="1136" y="1944"/>
                      <a:pt x="1132" y="1944"/>
                    </a:cubicBezTo>
                    <a:cubicBezTo>
                      <a:pt x="1130" y="1944"/>
                      <a:pt x="1128" y="1944"/>
                      <a:pt x="1126" y="1944"/>
                    </a:cubicBezTo>
                    <a:close/>
                    <a:moveTo>
                      <a:pt x="2163" y="1944"/>
                    </a:moveTo>
                    <a:cubicBezTo>
                      <a:pt x="2161" y="1944"/>
                      <a:pt x="2159" y="1945"/>
                      <a:pt x="2158" y="1945"/>
                    </a:cubicBezTo>
                    <a:cubicBezTo>
                      <a:pt x="2157" y="1945"/>
                      <a:pt x="2155" y="1946"/>
                      <a:pt x="2155" y="1946"/>
                    </a:cubicBezTo>
                    <a:cubicBezTo>
                      <a:pt x="2154" y="1946"/>
                      <a:pt x="2153" y="1947"/>
                      <a:pt x="2153" y="1947"/>
                    </a:cubicBezTo>
                    <a:lnTo>
                      <a:pt x="2087" y="1989"/>
                    </a:lnTo>
                    <a:cubicBezTo>
                      <a:pt x="2085" y="1990"/>
                      <a:pt x="2085" y="1991"/>
                      <a:pt x="2084" y="1992"/>
                    </a:cubicBezTo>
                    <a:cubicBezTo>
                      <a:pt x="2083" y="1993"/>
                      <a:pt x="2083" y="1993"/>
                      <a:pt x="2082" y="1995"/>
                    </a:cubicBezTo>
                    <a:cubicBezTo>
                      <a:pt x="2082" y="1996"/>
                      <a:pt x="2081" y="1997"/>
                      <a:pt x="2081" y="1999"/>
                    </a:cubicBezTo>
                    <a:cubicBezTo>
                      <a:pt x="2080" y="2001"/>
                      <a:pt x="2081" y="2003"/>
                      <a:pt x="2081" y="2005"/>
                    </a:cubicBezTo>
                    <a:cubicBezTo>
                      <a:pt x="2081" y="2009"/>
                      <a:pt x="2081" y="2012"/>
                      <a:pt x="2081" y="2014"/>
                    </a:cubicBezTo>
                    <a:cubicBezTo>
                      <a:pt x="2082" y="2016"/>
                      <a:pt x="2082" y="2017"/>
                      <a:pt x="2083" y="2018"/>
                    </a:cubicBezTo>
                    <a:cubicBezTo>
                      <a:pt x="2084" y="2019"/>
                      <a:pt x="2086" y="2020"/>
                      <a:pt x="2088" y="2019"/>
                    </a:cubicBezTo>
                    <a:cubicBezTo>
                      <a:pt x="2089" y="2019"/>
                      <a:pt x="2091" y="2018"/>
                      <a:pt x="2094" y="2017"/>
                    </a:cubicBezTo>
                    <a:lnTo>
                      <a:pt x="2149" y="1984"/>
                    </a:lnTo>
                    <a:lnTo>
                      <a:pt x="2149" y="2201"/>
                    </a:lnTo>
                    <a:lnTo>
                      <a:pt x="2089" y="2201"/>
                    </a:lnTo>
                    <a:cubicBezTo>
                      <a:pt x="2088" y="2201"/>
                      <a:pt x="2088" y="2201"/>
                      <a:pt x="2087" y="2202"/>
                    </a:cubicBezTo>
                    <a:cubicBezTo>
                      <a:pt x="2086" y="2202"/>
                      <a:pt x="2085" y="2204"/>
                      <a:pt x="2084" y="2205"/>
                    </a:cubicBezTo>
                    <a:cubicBezTo>
                      <a:pt x="2083" y="2207"/>
                      <a:pt x="2083" y="2208"/>
                      <a:pt x="2082" y="2210"/>
                    </a:cubicBezTo>
                    <a:cubicBezTo>
                      <a:pt x="2082" y="2212"/>
                      <a:pt x="2081" y="2214"/>
                      <a:pt x="2081" y="2217"/>
                    </a:cubicBezTo>
                    <a:cubicBezTo>
                      <a:pt x="2081" y="2220"/>
                      <a:pt x="2082" y="2222"/>
                      <a:pt x="2082" y="2224"/>
                    </a:cubicBezTo>
                    <a:cubicBezTo>
                      <a:pt x="2083" y="2226"/>
                      <a:pt x="2083" y="2227"/>
                      <a:pt x="2084" y="2228"/>
                    </a:cubicBezTo>
                    <a:cubicBezTo>
                      <a:pt x="2085" y="2229"/>
                      <a:pt x="2086" y="2230"/>
                      <a:pt x="2087" y="2231"/>
                    </a:cubicBezTo>
                    <a:cubicBezTo>
                      <a:pt x="2088" y="2231"/>
                      <a:pt x="2088" y="2232"/>
                      <a:pt x="2089" y="2232"/>
                    </a:cubicBezTo>
                    <a:lnTo>
                      <a:pt x="2238" y="2232"/>
                    </a:lnTo>
                    <a:cubicBezTo>
                      <a:pt x="2239" y="2232"/>
                      <a:pt x="2241" y="2231"/>
                      <a:pt x="2242" y="2231"/>
                    </a:cubicBezTo>
                    <a:cubicBezTo>
                      <a:pt x="2243" y="2230"/>
                      <a:pt x="2244" y="2229"/>
                      <a:pt x="2245" y="2228"/>
                    </a:cubicBezTo>
                    <a:cubicBezTo>
                      <a:pt x="2245" y="2227"/>
                      <a:pt x="2246" y="2226"/>
                      <a:pt x="2246" y="2224"/>
                    </a:cubicBezTo>
                    <a:cubicBezTo>
                      <a:pt x="2247" y="2222"/>
                      <a:pt x="2246" y="2220"/>
                      <a:pt x="2246" y="2217"/>
                    </a:cubicBezTo>
                    <a:cubicBezTo>
                      <a:pt x="2246" y="2214"/>
                      <a:pt x="2247" y="2212"/>
                      <a:pt x="2246" y="2210"/>
                    </a:cubicBezTo>
                    <a:cubicBezTo>
                      <a:pt x="2246" y="2208"/>
                      <a:pt x="2245" y="2207"/>
                      <a:pt x="2245" y="2205"/>
                    </a:cubicBezTo>
                    <a:cubicBezTo>
                      <a:pt x="2244" y="2204"/>
                      <a:pt x="2243" y="2202"/>
                      <a:pt x="2242" y="2202"/>
                    </a:cubicBezTo>
                    <a:cubicBezTo>
                      <a:pt x="2241" y="2201"/>
                      <a:pt x="2240" y="2201"/>
                      <a:pt x="2238" y="2201"/>
                    </a:cubicBezTo>
                    <a:lnTo>
                      <a:pt x="2187" y="2201"/>
                    </a:lnTo>
                    <a:lnTo>
                      <a:pt x="2187" y="1950"/>
                    </a:lnTo>
                    <a:cubicBezTo>
                      <a:pt x="2187" y="1950"/>
                      <a:pt x="2187" y="1949"/>
                      <a:pt x="2186" y="1948"/>
                    </a:cubicBezTo>
                    <a:cubicBezTo>
                      <a:pt x="2186" y="1947"/>
                      <a:pt x="2185" y="1947"/>
                      <a:pt x="2184" y="1946"/>
                    </a:cubicBezTo>
                    <a:cubicBezTo>
                      <a:pt x="2182" y="1946"/>
                      <a:pt x="2181" y="1945"/>
                      <a:pt x="2178" y="1944"/>
                    </a:cubicBezTo>
                    <a:cubicBezTo>
                      <a:pt x="2176" y="1944"/>
                      <a:pt x="2173" y="1944"/>
                      <a:pt x="2170" y="1944"/>
                    </a:cubicBezTo>
                    <a:cubicBezTo>
                      <a:pt x="2167" y="1944"/>
                      <a:pt x="2164" y="1944"/>
                      <a:pt x="2163" y="1944"/>
                    </a:cubicBezTo>
                    <a:close/>
                    <a:moveTo>
                      <a:pt x="4227" y="1944"/>
                    </a:moveTo>
                    <a:cubicBezTo>
                      <a:pt x="4218" y="1944"/>
                      <a:pt x="4210" y="1945"/>
                      <a:pt x="4202" y="1947"/>
                    </a:cubicBezTo>
                    <a:cubicBezTo>
                      <a:pt x="4195" y="1949"/>
                      <a:pt x="4187" y="1951"/>
                      <a:pt x="4180" y="1953"/>
                    </a:cubicBezTo>
                    <a:cubicBezTo>
                      <a:pt x="4174" y="1956"/>
                      <a:pt x="4169" y="1958"/>
                      <a:pt x="4165" y="1961"/>
                    </a:cubicBezTo>
                    <a:cubicBezTo>
                      <a:pt x="4160" y="1964"/>
                      <a:pt x="4157" y="1966"/>
                      <a:pt x="4155" y="1967"/>
                    </a:cubicBezTo>
                    <a:cubicBezTo>
                      <a:pt x="4153" y="1969"/>
                      <a:pt x="4152" y="1971"/>
                      <a:pt x="4151" y="1972"/>
                    </a:cubicBezTo>
                    <a:cubicBezTo>
                      <a:pt x="4151" y="1973"/>
                      <a:pt x="4151" y="1973"/>
                      <a:pt x="4150" y="1974"/>
                    </a:cubicBezTo>
                    <a:cubicBezTo>
                      <a:pt x="4150" y="1975"/>
                      <a:pt x="4150" y="1977"/>
                      <a:pt x="4150" y="1979"/>
                    </a:cubicBezTo>
                    <a:cubicBezTo>
                      <a:pt x="4149" y="1980"/>
                      <a:pt x="4149" y="1983"/>
                      <a:pt x="4149" y="1985"/>
                    </a:cubicBezTo>
                    <a:cubicBezTo>
                      <a:pt x="4149" y="1988"/>
                      <a:pt x="4149" y="1991"/>
                      <a:pt x="4150" y="1993"/>
                    </a:cubicBezTo>
                    <a:cubicBezTo>
                      <a:pt x="4150" y="1995"/>
                      <a:pt x="4150" y="1997"/>
                      <a:pt x="4150" y="1998"/>
                    </a:cubicBezTo>
                    <a:cubicBezTo>
                      <a:pt x="4151" y="1999"/>
                      <a:pt x="4152" y="2000"/>
                      <a:pt x="4153" y="2001"/>
                    </a:cubicBezTo>
                    <a:cubicBezTo>
                      <a:pt x="4154" y="2001"/>
                      <a:pt x="4155" y="2002"/>
                      <a:pt x="4156" y="2002"/>
                    </a:cubicBezTo>
                    <a:cubicBezTo>
                      <a:pt x="4157" y="2002"/>
                      <a:pt x="4160" y="2001"/>
                      <a:pt x="4164" y="1998"/>
                    </a:cubicBezTo>
                    <a:cubicBezTo>
                      <a:pt x="4167" y="1996"/>
                      <a:pt x="4172" y="1992"/>
                      <a:pt x="4177" y="1989"/>
                    </a:cubicBezTo>
                    <a:cubicBezTo>
                      <a:pt x="4182" y="1986"/>
                      <a:pt x="4188" y="1984"/>
                      <a:pt x="4195" y="1981"/>
                    </a:cubicBezTo>
                    <a:cubicBezTo>
                      <a:pt x="4203" y="1979"/>
                      <a:pt x="4211" y="1978"/>
                      <a:pt x="4220" y="1978"/>
                    </a:cubicBezTo>
                    <a:cubicBezTo>
                      <a:pt x="4228" y="1978"/>
                      <a:pt x="4235" y="1979"/>
                      <a:pt x="4240" y="1981"/>
                    </a:cubicBezTo>
                    <a:cubicBezTo>
                      <a:pt x="4246" y="1984"/>
                      <a:pt x="4251" y="1988"/>
                      <a:pt x="4255" y="1992"/>
                    </a:cubicBezTo>
                    <a:cubicBezTo>
                      <a:pt x="4258" y="1996"/>
                      <a:pt x="4261" y="2000"/>
                      <a:pt x="4263" y="2006"/>
                    </a:cubicBezTo>
                    <a:cubicBezTo>
                      <a:pt x="4265" y="2012"/>
                      <a:pt x="4267" y="2018"/>
                      <a:pt x="4267" y="2025"/>
                    </a:cubicBezTo>
                    <a:cubicBezTo>
                      <a:pt x="4267" y="2031"/>
                      <a:pt x="4266" y="2038"/>
                      <a:pt x="4265" y="2045"/>
                    </a:cubicBezTo>
                    <a:cubicBezTo>
                      <a:pt x="4264" y="2052"/>
                      <a:pt x="4260" y="2060"/>
                      <a:pt x="4256" y="2069"/>
                    </a:cubicBezTo>
                    <a:cubicBezTo>
                      <a:pt x="4252" y="2077"/>
                      <a:pt x="4246" y="2087"/>
                      <a:pt x="4239" y="2098"/>
                    </a:cubicBezTo>
                    <a:cubicBezTo>
                      <a:pt x="4231" y="2108"/>
                      <a:pt x="4221" y="2121"/>
                      <a:pt x="4208" y="2135"/>
                    </a:cubicBezTo>
                    <a:lnTo>
                      <a:pt x="4152" y="2193"/>
                    </a:lnTo>
                    <a:cubicBezTo>
                      <a:pt x="4150" y="2195"/>
                      <a:pt x="4150" y="2197"/>
                      <a:pt x="4149" y="2198"/>
                    </a:cubicBezTo>
                    <a:cubicBezTo>
                      <a:pt x="4148" y="2200"/>
                      <a:pt x="4146" y="2202"/>
                      <a:pt x="4145" y="2204"/>
                    </a:cubicBezTo>
                    <a:cubicBezTo>
                      <a:pt x="4144" y="2205"/>
                      <a:pt x="4144" y="2208"/>
                      <a:pt x="4144" y="2210"/>
                    </a:cubicBezTo>
                    <a:cubicBezTo>
                      <a:pt x="4144" y="2212"/>
                      <a:pt x="4143" y="2214"/>
                      <a:pt x="4143" y="2217"/>
                    </a:cubicBezTo>
                    <a:cubicBezTo>
                      <a:pt x="4143" y="2220"/>
                      <a:pt x="4144" y="2223"/>
                      <a:pt x="4144" y="2226"/>
                    </a:cubicBezTo>
                    <a:cubicBezTo>
                      <a:pt x="4145" y="2228"/>
                      <a:pt x="4146" y="2229"/>
                      <a:pt x="4147" y="2230"/>
                    </a:cubicBezTo>
                    <a:cubicBezTo>
                      <a:pt x="4148" y="2231"/>
                      <a:pt x="4150" y="2232"/>
                      <a:pt x="4151" y="2233"/>
                    </a:cubicBezTo>
                    <a:cubicBezTo>
                      <a:pt x="4153" y="2233"/>
                      <a:pt x="4155" y="2234"/>
                      <a:pt x="4157" y="2234"/>
                    </a:cubicBezTo>
                    <a:lnTo>
                      <a:pt x="4314" y="2234"/>
                    </a:lnTo>
                    <a:cubicBezTo>
                      <a:pt x="4315" y="2234"/>
                      <a:pt x="4317" y="2233"/>
                      <a:pt x="4318" y="2233"/>
                    </a:cubicBezTo>
                    <a:cubicBezTo>
                      <a:pt x="4319" y="2232"/>
                      <a:pt x="4320" y="2231"/>
                      <a:pt x="4321" y="2229"/>
                    </a:cubicBezTo>
                    <a:cubicBezTo>
                      <a:pt x="4321" y="2228"/>
                      <a:pt x="4321" y="2227"/>
                      <a:pt x="4322" y="2225"/>
                    </a:cubicBezTo>
                    <a:cubicBezTo>
                      <a:pt x="4322" y="2223"/>
                      <a:pt x="4322" y="2220"/>
                      <a:pt x="4322" y="2218"/>
                    </a:cubicBezTo>
                    <a:cubicBezTo>
                      <a:pt x="4322" y="2215"/>
                      <a:pt x="4322" y="2213"/>
                      <a:pt x="4322" y="2211"/>
                    </a:cubicBezTo>
                    <a:cubicBezTo>
                      <a:pt x="4321" y="2209"/>
                      <a:pt x="4321" y="2207"/>
                      <a:pt x="4320" y="2205"/>
                    </a:cubicBezTo>
                    <a:cubicBezTo>
                      <a:pt x="4319" y="2204"/>
                      <a:pt x="4318" y="2203"/>
                      <a:pt x="4317" y="2203"/>
                    </a:cubicBezTo>
                    <a:cubicBezTo>
                      <a:pt x="4316" y="2202"/>
                      <a:pt x="4315" y="2202"/>
                      <a:pt x="4314" y="2202"/>
                    </a:cubicBezTo>
                    <a:lnTo>
                      <a:pt x="4189" y="2202"/>
                    </a:lnTo>
                    <a:lnTo>
                      <a:pt x="4235" y="2154"/>
                    </a:lnTo>
                    <a:cubicBezTo>
                      <a:pt x="4251" y="2137"/>
                      <a:pt x="4264" y="2123"/>
                      <a:pt x="4274" y="2110"/>
                    </a:cubicBezTo>
                    <a:cubicBezTo>
                      <a:pt x="4284" y="2097"/>
                      <a:pt x="4292" y="2085"/>
                      <a:pt x="4297" y="2075"/>
                    </a:cubicBezTo>
                    <a:cubicBezTo>
                      <a:pt x="4302" y="2064"/>
                      <a:pt x="4305" y="2055"/>
                      <a:pt x="4307" y="2046"/>
                    </a:cubicBezTo>
                    <a:cubicBezTo>
                      <a:pt x="4308" y="2037"/>
                      <a:pt x="4309" y="2027"/>
                      <a:pt x="4309" y="2018"/>
                    </a:cubicBezTo>
                    <a:cubicBezTo>
                      <a:pt x="4309" y="2008"/>
                      <a:pt x="4307" y="1998"/>
                      <a:pt x="4304" y="1989"/>
                    </a:cubicBezTo>
                    <a:cubicBezTo>
                      <a:pt x="4301" y="1980"/>
                      <a:pt x="4296" y="1973"/>
                      <a:pt x="4289" y="1966"/>
                    </a:cubicBezTo>
                    <a:cubicBezTo>
                      <a:pt x="4282" y="1960"/>
                      <a:pt x="4274" y="1953"/>
                      <a:pt x="4263" y="1950"/>
                    </a:cubicBezTo>
                    <a:cubicBezTo>
                      <a:pt x="4253" y="1946"/>
                      <a:pt x="4241" y="1944"/>
                      <a:pt x="4227" y="1944"/>
                    </a:cubicBezTo>
                    <a:close/>
                    <a:moveTo>
                      <a:pt x="5262" y="1944"/>
                    </a:moveTo>
                    <a:cubicBezTo>
                      <a:pt x="5253" y="1944"/>
                      <a:pt x="5245" y="1945"/>
                      <a:pt x="5237" y="1947"/>
                    </a:cubicBezTo>
                    <a:cubicBezTo>
                      <a:pt x="5229" y="1949"/>
                      <a:pt x="5221" y="1951"/>
                      <a:pt x="5215" y="1953"/>
                    </a:cubicBezTo>
                    <a:cubicBezTo>
                      <a:pt x="5208" y="1956"/>
                      <a:pt x="5203" y="1958"/>
                      <a:pt x="5199" y="1961"/>
                    </a:cubicBezTo>
                    <a:cubicBezTo>
                      <a:pt x="5195" y="1964"/>
                      <a:pt x="5192" y="1966"/>
                      <a:pt x="5190" y="1967"/>
                    </a:cubicBezTo>
                    <a:cubicBezTo>
                      <a:pt x="5188" y="1969"/>
                      <a:pt x="5187" y="1971"/>
                      <a:pt x="5187" y="1972"/>
                    </a:cubicBezTo>
                    <a:cubicBezTo>
                      <a:pt x="5186" y="1973"/>
                      <a:pt x="5185" y="1973"/>
                      <a:pt x="5185" y="1974"/>
                    </a:cubicBezTo>
                    <a:cubicBezTo>
                      <a:pt x="5185" y="1975"/>
                      <a:pt x="5184" y="1977"/>
                      <a:pt x="5184" y="1979"/>
                    </a:cubicBezTo>
                    <a:cubicBezTo>
                      <a:pt x="5184" y="1980"/>
                      <a:pt x="5184" y="1983"/>
                      <a:pt x="5184" y="1985"/>
                    </a:cubicBezTo>
                    <a:cubicBezTo>
                      <a:pt x="5184" y="1988"/>
                      <a:pt x="5184" y="1991"/>
                      <a:pt x="5184" y="1993"/>
                    </a:cubicBezTo>
                    <a:cubicBezTo>
                      <a:pt x="5184" y="1995"/>
                      <a:pt x="5185" y="1997"/>
                      <a:pt x="5186" y="1998"/>
                    </a:cubicBezTo>
                    <a:cubicBezTo>
                      <a:pt x="5186" y="1999"/>
                      <a:pt x="5187" y="2000"/>
                      <a:pt x="5188" y="2001"/>
                    </a:cubicBezTo>
                    <a:cubicBezTo>
                      <a:pt x="5188" y="2001"/>
                      <a:pt x="5189" y="2002"/>
                      <a:pt x="5190" y="2002"/>
                    </a:cubicBezTo>
                    <a:cubicBezTo>
                      <a:pt x="5192" y="2002"/>
                      <a:pt x="5195" y="2001"/>
                      <a:pt x="5198" y="1998"/>
                    </a:cubicBezTo>
                    <a:cubicBezTo>
                      <a:pt x="5202" y="1996"/>
                      <a:pt x="5206" y="1992"/>
                      <a:pt x="5211" y="1989"/>
                    </a:cubicBezTo>
                    <a:cubicBezTo>
                      <a:pt x="5217" y="1986"/>
                      <a:pt x="5224" y="1984"/>
                      <a:pt x="5231" y="1981"/>
                    </a:cubicBezTo>
                    <a:cubicBezTo>
                      <a:pt x="5238" y="1979"/>
                      <a:pt x="5246" y="1978"/>
                      <a:pt x="5255" y="1978"/>
                    </a:cubicBezTo>
                    <a:cubicBezTo>
                      <a:pt x="5262" y="1978"/>
                      <a:pt x="5269" y="1979"/>
                      <a:pt x="5275" y="1981"/>
                    </a:cubicBezTo>
                    <a:cubicBezTo>
                      <a:pt x="5281" y="1984"/>
                      <a:pt x="5286" y="1988"/>
                      <a:pt x="5290" y="1992"/>
                    </a:cubicBezTo>
                    <a:cubicBezTo>
                      <a:pt x="5294" y="1996"/>
                      <a:pt x="5297" y="2000"/>
                      <a:pt x="5299" y="2006"/>
                    </a:cubicBezTo>
                    <a:cubicBezTo>
                      <a:pt x="5301" y="2012"/>
                      <a:pt x="5301" y="2018"/>
                      <a:pt x="5301" y="2025"/>
                    </a:cubicBezTo>
                    <a:cubicBezTo>
                      <a:pt x="5301" y="2031"/>
                      <a:pt x="5301" y="2038"/>
                      <a:pt x="5300" y="2045"/>
                    </a:cubicBezTo>
                    <a:cubicBezTo>
                      <a:pt x="5298" y="2052"/>
                      <a:pt x="5296" y="2060"/>
                      <a:pt x="5292" y="2069"/>
                    </a:cubicBezTo>
                    <a:cubicBezTo>
                      <a:pt x="5287" y="2077"/>
                      <a:pt x="5281" y="2087"/>
                      <a:pt x="5273" y="2098"/>
                    </a:cubicBezTo>
                    <a:cubicBezTo>
                      <a:pt x="5265" y="2108"/>
                      <a:pt x="5256" y="2121"/>
                      <a:pt x="5243" y="2135"/>
                    </a:cubicBezTo>
                    <a:lnTo>
                      <a:pt x="5188" y="2193"/>
                    </a:lnTo>
                    <a:cubicBezTo>
                      <a:pt x="5186" y="2195"/>
                      <a:pt x="5184" y="2197"/>
                      <a:pt x="5183" y="2198"/>
                    </a:cubicBezTo>
                    <a:cubicBezTo>
                      <a:pt x="5182" y="2200"/>
                      <a:pt x="5181" y="2202"/>
                      <a:pt x="5181" y="2204"/>
                    </a:cubicBezTo>
                    <a:cubicBezTo>
                      <a:pt x="5180" y="2205"/>
                      <a:pt x="5179" y="2208"/>
                      <a:pt x="5179" y="2210"/>
                    </a:cubicBezTo>
                    <a:cubicBezTo>
                      <a:pt x="5179" y="2212"/>
                      <a:pt x="5179" y="2214"/>
                      <a:pt x="5179" y="2217"/>
                    </a:cubicBezTo>
                    <a:cubicBezTo>
                      <a:pt x="5179" y="2220"/>
                      <a:pt x="5179" y="2223"/>
                      <a:pt x="5180" y="2226"/>
                    </a:cubicBezTo>
                    <a:cubicBezTo>
                      <a:pt x="5180" y="2228"/>
                      <a:pt x="5180" y="2229"/>
                      <a:pt x="5181" y="2230"/>
                    </a:cubicBezTo>
                    <a:cubicBezTo>
                      <a:pt x="5183" y="2231"/>
                      <a:pt x="5184" y="2232"/>
                      <a:pt x="5186" y="2233"/>
                    </a:cubicBezTo>
                    <a:cubicBezTo>
                      <a:pt x="5187" y="2233"/>
                      <a:pt x="5189" y="2234"/>
                      <a:pt x="5191" y="2234"/>
                    </a:cubicBezTo>
                    <a:lnTo>
                      <a:pt x="5349" y="2234"/>
                    </a:lnTo>
                    <a:cubicBezTo>
                      <a:pt x="5350" y="2234"/>
                      <a:pt x="5351" y="2233"/>
                      <a:pt x="5353" y="2233"/>
                    </a:cubicBezTo>
                    <a:cubicBezTo>
                      <a:pt x="5354" y="2232"/>
                      <a:pt x="5355" y="2231"/>
                      <a:pt x="5355" y="2229"/>
                    </a:cubicBezTo>
                    <a:cubicBezTo>
                      <a:pt x="5356" y="2228"/>
                      <a:pt x="5357" y="2227"/>
                      <a:pt x="5357" y="2225"/>
                    </a:cubicBezTo>
                    <a:cubicBezTo>
                      <a:pt x="5357" y="2223"/>
                      <a:pt x="5357" y="2220"/>
                      <a:pt x="5357" y="2218"/>
                    </a:cubicBezTo>
                    <a:cubicBezTo>
                      <a:pt x="5357" y="2215"/>
                      <a:pt x="5357" y="2213"/>
                      <a:pt x="5357" y="2211"/>
                    </a:cubicBezTo>
                    <a:cubicBezTo>
                      <a:pt x="5357" y="2209"/>
                      <a:pt x="5356" y="2207"/>
                      <a:pt x="5355" y="2205"/>
                    </a:cubicBezTo>
                    <a:cubicBezTo>
                      <a:pt x="5354" y="2204"/>
                      <a:pt x="5353" y="2203"/>
                      <a:pt x="5352" y="2203"/>
                    </a:cubicBezTo>
                    <a:cubicBezTo>
                      <a:pt x="5351" y="2202"/>
                      <a:pt x="5350" y="2202"/>
                      <a:pt x="5349" y="2202"/>
                    </a:cubicBezTo>
                    <a:lnTo>
                      <a:pt x="5225" y="2202"/>
                    </a:lnTo>
                    <a:lnTo>
                      <a:pt x="5270" y="2154"/>
                    </a:lnTo>
                    <a:cubicBezTo>
                      <a:pt x="5286" y="2137"/>
                      <a:pt x="5299" y="2123"/>
                      <a:pt x="5309" y="2110"/>
                    </a:cubicBezTo>
                    <a:cubicBezTo>
                      <a:pt x="5319" y="2097"/>
                      <a:pt x="5326" y="2085"/>
                      <a:pt x="5331" y="2075"/>
                    </a:cubicBezTo>
                    <a:cubicBezTo>
                      <a:pt x="5337" y="2064"/>
                      <a:pt x="5340" y="2055"/>
                      <a:pt x="5342" y="2046"/>
                    </a:cubicBezTo>
                    <a:cubicBezTo>
                      <a:pt x="5344" y="2037"/>
                      <a:pt x="5345" y="2027"/>
                      <a:pt x="5345" y="2018"/>
                    </a:cubicBezTo>
                    <a:cubicBezTo>
                      <a:pt x="5345" y="2008"/>
                      <a:pt x="5343" y="1998"/>
                      <a:pt x="5339" y="1989"/>
                    </a:cubicBezTo>
                    <a:cubicBezTo>
                      <a:pt x="5336" y="1980"/>
                      <a:pt x="5330" y="1973"/>
                      <a:pt x="5323" y="1966"/>
                    </a:cubicBezTo>
                    <a:cubicBezTo>
                      <a:pt x="5317" y="1960"/>
                      <a:pt x="5308" y="1953"/>
                      <a:pt x="5298" y="1950"/>
                    </a:cubicBezTo>
                    <a:cubicBezTo>
                      <a:pt x="5287" y="1946"/>
                      <a:pt x="5275" y="1944"/>
                      <a:pt x="5262" y="1944"/>
                    </a:cubicBezTo>
                    <a:close/>
                    <a:moveTo>
                      <a:pt x="5491" y="1944"/>
                    </a:moveTo>
                    <a:cubicBezTo>
                      <a:pt x="5482" y="1944"/>
                      <a:pt x="5474" y="1945"/>
                      <a:pt x="5466" y="1947"/>
                    </a:cubicBezTo>
                    <a:cubicBezTo>
                      <a:pt x="5458" y="1949"/>
                      <a:pt x="5451" y="1951"/>
                      <a:pt x="5444" y="1953"/>
                    </a:cubicBezTo>
                    <a:cubicBezTo>
                      <a:pt x="5438" y="1956"/>
                      <a:pt x="5433" y="1958"/>
                      <a:pt x="5428" y="1961"/>
                    </a:cubicBezTo>
                    <a:cubicBezTo>
                      <a:pt x="5424" y="1964"/>
                      <a:pt x="5421" y="1966"/>
                      <a:pt x="5420" y="1967"/>
                    </a:cubicBezTo>
                    <a:cubicBezTo>
                      <a:pt x="5418" y="1969"/>
                      <a:pt x="5417" y="1971"/>
                      <a:pt x="5416" y="1972"/>
                    </a:cubicBezTo>
                    <a:cubicBezTo>
                      <a:pt x="5415" y="1973"/>
                      <a:pt x="5415" y="1973"/>
                      <a:pt x="5414" y="1974"/>
                    </a:cubicBezTo>
                    <a:cubicBezTo>
                      <a:pt x="5414" y="1975"/>
                      <a:pt x="5414" y="1977"/>
                      <a:pt x="5413" y="1979"/>
                    </a:cubicBezTo>
                    <a:cubicBezTo>
                      <a:pt x="5413" y="1980"/>
                      <a:pt x="5413" y="1983"/>
                      <a:pt x="5413" y="1985"/>
                    </a:cubicBezTo>
                    <a:cubicBezTo>
                      <a:pt x="5413" y="1988"/>
                      <a:pt x="5413" y="1991"/>
                      <a:pt x="5413" y="1993"/>
                    </a:cubicBezTo>
                    <a:cubicBezTo>
                      <a:pt x="5414" y="1995"/>
                      <a:pt x="5415" y="1997"/>
                      <a:pt x="5415" y="1998"/>
                    </a:cubicBezTo>
                    <a:cubicBezTo>
                      <a:pt x="5416" y="1999"/>
                      <a:pt x="5416" y="2000"/>
                      <a:pt x="5417" y="2001"/>
                    </a:cubicBezTo>
                    <a:cubicBezTo>
                      <a:pt x="5418" y="2001"/>
                      <a:pt x="5419" y="2002"/>
                      <a:pt x="5420" y="2002"/>
                    </a:cubicBezTo>
                    <a:cubicBezTo>
                      <a:pt x="5421" y="2002"/>
                      <a:pt x="5424" y="2001"/>
                      <a:pt x="5427" y="1998"/>
                    </a:cubicBezTo>
                    <a:cubicBezTo>
                      <a:pt x="5431" y="1996"/>
                      <a:pt x="5435" y="1992"/>
                      <a:pt x="5441" y="1989"/>
                    </a:cubicBezTo>
                    <a:cubicBezTo>
                      <a:pt x="5446" y="1986"/>
                      <a:pt x="5453" y="1984"/>
                      <a:pt x="5460" y="1981"/>
                    </a:cubicBezTo>
                    <a:cubicBezTo>
                      <a:pt x="5467" y="1979"/>
                      <a:pt x="5475" y="1978"/>
                      <a:pt x="5484" y="1978"/>
                    </a:cubicBezTo>
                    <a:cubicBezTo>
                      <a:pt x="5492" y="1978"/>
                      <a:pt x="5498" y="1979"/>
                      <a:pt x="5504" y="1981"/>
                    </a:cubicBezTo>
                    <a:cubicBezTo>
                      <a:pt x="5510" y="1984"/>
                      <a:pt x="5515" y="1988"/>
                      <a:pt x="5519" y="1992"/>
                    </a:cubicBezTo>
                    <a:cubicBezTo>
                      <a:pt x="5523" y="1996"/>
                      <a:pt x="5526" y="2000"/>
                      <a:pt x="5528" y="2006"/>
                    </a:cubicBezTo>
                    <a:cubicBezTo>
                      <a:pt x="5530" y="2012"/>
                      <a:pt x="5531" y="2018"/>
                      <a:pt x="5531" y="2025"/>
                    </a:cubicBezTo>
                    <a:cubicBezTo>
                      <a:pt x="5531" y="2031"/>
                      <a:pt x="5530" y="2038"/>
                      <a:pt x="5529" y="2045"/>
                    </a:cubicBezTo>
                    <a:cubicBezTo>
                      <a:pt x="5528" y="2052"/>
                      <a:pt x="5525" y="2060"/>
                      <a:pt x="5521" y="2069"/>
                    </a:cubicBezTo>
                    <a:cubicBezTo>
                      <a:pt x="5517" y="2077"/>
                      <a:pt x="5510" y="2087"/>
                      <a:pt x="5502" y="2098"/>
                    </a:cubicBezTo>
                    <a:cubicBezTo>
                      <a:pt x="5495" y="2108"/>
                      <a:pt x="5485" y="2121"/>
                      <a:pt x="5472" y="2135"/>
                    </a:cubicBezTo>
                    <a:lnTo>
                      <a:pt x="5417" y="2193"/>
                    </a:lnTo>
                    <a:cubicBezTo>
                      <a:pt x="5415" y="2195"/>
                      <a:pt x="5414" y="2197"/>
                      <a:pt x="5412" y="2198"/>
                    </a:cubicBezTo>
                    <a:cubicBezTo>
                      <a:pt x="5411" y="2200"/>
                      <a:pt x="5411" y="2202"/>
                      <a:pt x="5410" y="2204"/>
                    </a:cubicBezTo>
                    <a:cubicBezTo>
                      <a:pt x="5409" y="2205"/>
                      <a:pt x="5408" y="2208"/>
                      <a:pt x="5408" y="2210"/>
                    </a:cubicBezTo>
                    <a:cubicBezTo>
                      <a:pt x="5408" y="2212"/>
                      <a:pt x="5408" y="2214"/>
                      <a:pt x="5408" y="2217"/>
                    </a:cubicBezTo>
                    <a:cubicBezTo>
                      <a:pt x="5408" y="2220"/>
                      <a:pt x="5408" y="2223"/>
                      <a:pt x="5409" y="2226"/>
                    </a:cubicBezTo>
                    <a:cubicBezTo>
                      <a:pt x="5409" y="2228"/>
                      <a:pt x="5410" y="2229"/>
                      <a:pt x="5411" y="2230"/>
                    </a:cubicBezTo>
                    <a:cubicBezTo>
                      <a:pt x="5412" y="2231"/>
                      <a:pt x="5414" y="2232"/>
                      <a:pt x="5415" y="2233"/>
                    </a:cubicBezTo>
                    <a:cubicBezTo>
                      <a:pt x="5417" y="2233"/>
                      <a:pt x="5418" y="2234"/>
                      <a:pt x="5420" y="2234"/>
                    </a:cubicBezTo>
                    <a:lnTo>
                      <a:pt x="5578" y="2234"/>
                    </a:lnTo>
                    <a:cubicBezTo>
                      <a:pt x="5580" y="2234"/>
                      <a:pt x="5581" y="2233"/>
                      <a:pt x="5582" y="2233"/>
                    </a:cubicBezTo>
                    <a:cubicBezTo>
                      <a:pt x="5583" y="2232"/>
                      <a:pt x="5584" y="2231"/>
                      <a:pt x="5584" y="2229"/>
                    </a:cubicBezTo>
                    <a:cubicBezTo>
                      <a:pt x="5585" y="2228"/>
                      <a:pt x="5586" y="2227"/>
                      <a:pt x="5586" y="2225"/>
                    </a:cubicBezTo>
                    <a:cubicBezTo>
                      <a:pt x="5587" y="2223"/>
                      <a:pt x="5586" y="2220"/>
                      <a:pt x="5586" y="2218"/>
                    </a:cubicBezTo>
                    <a:cubicBezTo>
                      <a:pt x="5586" y="2215"/>
                      <a:pt x="5587" y="2213"/>
                      <a:pt x="5586" y="2211"/>
                    </a:cubicBezTo>
                    <a:cubicBezTo>
                      <a:pt x="5586" y="2209"/>
                      <a:pt x="5585" y="2207"/>
                      <a:pt x="5584" y="2205"/>
                    </a:cubicBezTo>
                    <a:cubicBezTo>
                      <a:pt x="5584" y="2204"/>
                      <a:pt x="5582" y="2203"/>
                      <a:pt x="5581" y="2203"/>
                    </a:cubicBezTo>
                    <a:cubicBezTo>
                      <a:pt x="5580" y="2202"/>
                      <a:pt x="5579" y="2202"/>
                      <a:pt x="5578" y="2202"/>
                    </a:cubicBezTo>
                    <a:lnTo>
                      <a:pt x="5454" y="2202"/>
                    </a:lnTo>
                    <a:lnTo>
                      <a:pt x="5499" y="2154"/>
                    </a:lnTo>
                    <a:cubicBezTo>
                      <a:pt x="5515" y="2137"/>
                      <a:pt x="5529" y="2123"/>
                      <a:pt x="5539" y="2110"/>
                    </a:cubicBezTo>
                    <a:cubicBezTo>
                      <a:pt x="5548" y="2097"/>
                      <a:pt x="5555" y="2085"/>
                      <a:pt x="5561" y="2075"/>
                    </a:cubicBezTo>
                    <a:cubicBezTo>
                      <a:pt x="5566" y="2064"/>
                      <a:pt x="5570" y="2055"/>
                      <a:pt x="5571" y="2046"/>
                    </a:cubicBezTo>
                    <a:cubicBezTo>
                      <a:pt x="5573" y="2037"/>
                      <a:pt x="5574" y="2027"/>
                      <a:pt x="5574" y="2018"/>
                    </a:cubicBezTo>
                    <a:cubicBezTo>
                      <a:pt x="5574" y="2008"/>
                      <a:pt x="5572" y="1998"/>
                      <a:pt x="5569" y="1989"/>
                    </a:cubicBezTo>
                    <a:cubicBezTo>
                      <a:pt x="5565" y="1980"/>
                      <a:pt x="5560" y="1973"/>
                      <a:pt x="5553" y="1966"/>
                    </a:cubicBezTo>
                    <a:cubicBezTo>
                      <a:pt x="5546" y="1960"/>
                      <a:pt x="5538" y="1953"/>
                      <a:pt x="5527" y="1950"/>
                    </a:cubicBezTo>
                    <a:cubicBezTo>
                      <a:pt x="5517" y="1946"/>
                      <a:pt x="5505" y="1944"/>
                      <a:pt x="5491" y="1944"/>
                    </a:cubicBezTo>
                    <a:close/>
                    <a:moveTo>
                      <a:pt x="4469" y="1946"/>
                    </a:moveTo>
                    <a:cubicBezTo>
                      <a:pt x="4467" y="1946"/>
                      <a:pt x="4465" y="1947"/>
                      <a:pt x="4464" y="1947"/>
                    </a:cubicBezTo>
                    <a:cubicBezTo>
                      <a:pt x="4462" y="1947"/>
                      <a:pt x="4462" y="1948"/>
                      <a:pt x="4461" y="1948"/>
                    </a:cubicBezTo>
                    <a:cubicBezTo>
                      <a:pt x="4460" y="1948"/>
                      <a:pt x="4459" y="1948"/>
                      <a:pt x="4458" y="1949"/>
                    </a:cubicBezTo>
                    <a:lnTo>
                      <a:pt x="4393" y="1991"/>
                    </a:lnTo>
                    <a:cubicBezTo>
                      <a:pt x="4392" y="1992"/>
                      <a:pt x="4390" y="1993"/>
                      <a:pt x="4389" y="1994"/>
                    </a:cubicBezTo>
                    <a:cubicBezTo>
                      <a:pt x="4389" y="1995"/>
                      <a:pt x="4388" y="1996"/>
                      <a:pt x="4388" y="1997"/>
                    </a:cubicBezTo>
                    <a:cubicBezTo>
                      <a:pt x="4387" y="1998"/>
                      <a:pt x="4387" y="2000"/>
                      <a:pt x="4387" y="2002"/>
                    </a:cubicBezTo>
                    <a:cubicBezTo>
                      <a:pt x="4387" y="2003"/>
                      <a:pt x="4386" y="2005"/>
                      <a:pt x="4386" y="2008"/>
                    </a:cubicBezTo>
                    <a:cubicBezTo>
                      <a:pt x="4386" y="2011"/>
                      <a:pt x="4386" y="2014"/>
                      <a:pt x="4387" y="2016"/>
                    </a:cubicBezTo>
                    <a:cubicBezTo>
                      <a:pt x="4387" y="2018"/>
                      <a:pt x="4388" y="2020"/>
                      <a:pt x="4389" y="2021"/>
                    </a:cubicBezTo>
                    <a:cubicBezTo>
                      <a:pt x="4390" y="2022"/>
                      <a:pt x="4391" y="2022"/>
                      <a:pt x="4393" y="2022"/>
                    </a:cubicBezTo>
                    <a:cubicBezTo>
                      <a:pt x="4395" y="2022"/>
                      <a:pt x="4397" y="2021"/>
                      <a:pt x="4400" y="2019"/>
                    </a:cubicBezTo>
                    <a:lnTo>
                      <a:pt x="4455" y="1987"/>
                    </a:lnTo>
                    <a:lnTo>
                      <a:pt x="4455" y="2204"/>
                    </a:lnTo>
                    <a:lnTo>
                      <a:pt x="4396" y="2204"/>
                    </a:lnTo>
                    <a:cubicBezTo>
                      <a:pt x="4394" y="2204"/>
                      <a:pt x="4393" y="2204"/>
                      <a:pt x="4392" y="2204"/>
                    </a:cubicBezTo>
                    <a:cubicBezTo>
                      <a:pt x="4391" y="2205"/>
                      <a:pt x="4390" y="2206"/>
                      <a:pt x="4389" y="2207"/>
                    </a:cubicBezTo>
                    <a:cubicBezTo>
                      <a:pt x="4389" y="2208"/>
                      <a:pt x="4388" y="2210"/>
                      <a:pt x="4388" y="2212"/>
                    </a:cubicBezTo>
                    <a:cubicBezTo>
                      <a:pt x="4387" y="2213"/>
                      <a:pt x="4388" y="2216"/>
                      <a:pt x="4388" y="2219"/>
                    </a:cubicBezTo>
                    <a:cubicBezTo>
                      <a:pt x="4388" y="2221"/>
                      <a:pt x="4387" y="2224"/>
                      <a:pt x="4388" y="2226"/>
                    </a:cubicBezTo>
                    <a:cubicBezTo>
                      <a:pt x="4388" y="2228"/>
                      <a:pt x="4390" y="2229"/>
                      <a:pt x="4390" y="2230"/>
                    </a:cubicBezTo>
                    <a:cubicBezTo>
                      <a:pt x="4391" y="2231"/>
                      <a:pt x="4391" y="2232"/>
                      <a:pt x="4392" y="2233"/>
                    </a:cubicBezTo>
                    <a:cubicBezTo>
                      <a:pt x="4393" y="2233"/>
                      <a:pt x="4395" y="2234"/>
                      <a:pt x="4396" y="2234"/>
                    </a:cubicBezTo>
                    <a:lnTo>
                      <a:pt x="4545" y="2234"/>
                    </a:lnTo>
                    <a:cubicBezTo>
                      <a:pt x="4546" y="2234"/>
                      <a:pt x="4546" y="2233"/>
                      <a:pt x="4547" y="2233"/>
                    </a:cubicBezTo>
                    <a:cubicBezTo>
                      <a:pt x="4548" y="2232"/>
                      <a:pt x="4549" y="2231"/>
                      <a:pt x="4550" y="2230"/>
                    </a:cubicBezTo>
                    <a:cubicBezTo>
                      <a:pt x="4551" y="2229"/>
                      <a:pt x="4551" y="2228"/>
                      <a:pt x="4552" y="2226"/>
                    </a:cubicBezTo>
                    <a:cubicBezTo>
                      <a:pt x="4552" y="2224"/>
                      <a:pt x="4553" y="2221"/>
                      <a:pt x="4553" y="2219"/>
                    </a:cubicBezTo>
                    <a:cubicBezTo>
                      <a:pt x="4553" y="2216"/>
                      <a:pt x="4552" y="2213"/>
                      <a:pt x="4552" y="2212"/>
                    </a:cubicBezTo>
                    <a:cubicBezTo>
                      <a:pt x="4551" y="2210"/>
                      <a:pt x="4551" y="2208"/>
                      <a:pt x="4550" y="2207"/>
                    </a:cubicBezTo>
                    <a:cubicBezTo>
                      <a:pt x="4549" y="2206"/>
                      <a:pt x="4548" y="2205"/>
                      <a:pt x="4547" y="2204"/>
                    </a:cubicBezTo>
                    <a:cubicBezTo>
                      <a:pt x="4546" y="2204"/>
                      <a:pt x="4546" y="2204"/>
                      <a:pt x="4545" y="2204"/>
                    </a:cubicBezTo>
                    <a:lnTo>
                      <a:pt x="4493" y="2204"/>
                    </a:lnTo>
                    <a:lnTo>
                      <a:pt x="4493" y="1952"/>
                    </a:lnTo>
                    <a:cubicBezTo>
                      <a:pt x="4493" y="1951"/>
                      <a:pt x="4492" y="1950"/>
                      <a:pt x="4492" y="1950"/>
                    </a:cubicBezTo>
                    <a:cubicBezTo>
                      <a:pt x="4491" y="1949"/>
                      <a:pt x="4490" y="1948"/>
                      <a:pt x="4489" y="1948"/>
                    </a:cubicBezTo>
                    <a:cubicBezTo>
                      <a:pt x="4488" y="1947"/>
                      <a:pt x="4486" y="1947"/>
                      <a:pt x="4484" y="1947"/>
                    </a:cubicBezTo>
                    <a:cubicBezTo>
                      <a:pt x="4481" y="1947"/>
                      <a:pt x="4479" y="1946"/>
                      <a:pt x="4475" y="1946"/>
                    </a:cubicBezTo>
                    <a:cubicBezTo>
                      <a:pt x="4472" y="1946"/>
                      <a:pt x="4471" y="1946"/>
                      <a:pt x="4469" y="1946"/>
                    </a:cubicBezTo>
                    <a:close/>
                    <a:moveTo>
                      <a:pt x="232" y="1947"/>
                    </a:moveTo>
                    <a:cubicBezTo>
                      <a:pt x="231" y="1947"/>
                      <a:pt x="229" y="1947"/>
                      <a:pt x="228" y="1948"/>
                    </a:cubicBezTo>
                    <a:cubicBezTo>
                      <a:pt x="227" y="1948"/>
                      <a:pt x="227" y="1949"/>
                      <a:pt x="226" y="1950"/>
                    </a:cubicBezTo>
                    <a:cubicBezTo>
                      <a:pt x="225" y="1952"/>
                      <a:pt x="224" y="1954"/>
                      <a:pt x="224" y="1956"/>
                    </a:cubicBezTo>
                    <a:cubicBezTo>
                      <a:pt x="224" y="1958"/>
                      <a:pt x="223" y="1960"/>
                      <a:pt x="223" y="1963"/>
                    </a:cubicBezTo>
                    <a:cubicBezTo>
                      <a:pt x="223" y="1968"/>
                      <a:pt x="224" y="1972"/>
                      <a:pt x="226" y="1975"/>
                    </a:cubicBezTo>
                    <a:cubicBezTo>
                      <a:pt x="227" y="1978"/>
                      <a:pt x="229" y="1980"/>
                      <a:pt x="232" y="1980"/>
                    </a:cubicBezTo>
                    <a:lnTo>
                      <a:pt x="369" y="1980"/>
                    </a:lnTo>
                    <a:lnTo>
                      <a:pt x="261" y="2222"/>
                    </a:lnTo>
                    <a:cubicBezTo>
                      <a:pt x="260" y="2224"/>
                      <a:pt x="259" y="2225"/>
                      <a:pt x="259" y="2227"/>
                    </a:cubicBezTo>
                    <a:cubicBezTo>
                      <a:pt x="259" y="2228"/>
                      <a:pt x="260" y="2229"/>
                      <a:pt x="261" y="2230"/>
                    </a:cubicBezTo>
                    <a:cubicBezTo>
                      <a:pt x="262" y="2231"/>
                      <a:pt x="264" y="2232"/>
                      <a:pt x="266" y="2233"/>
                    </a:cubicBezTo>
                    <a:cubicBezTo>
                      <a:pt x="269" y="2233"/>
                      <a:pt x="274" y="2234"/>
                      <a:pt x="279" y="2234"/>
                    </a:cubicBezTo>
                    <a:cubicBezTo>
                      <a:pt x="283" y="2234"/>
                      <a:pt x="286" y="2233"/>
                      <a:pt x="288" y="2233"/>
                    </a:cubicBezTo>
                    <a:cubicBezTo>
                      <a:pt x="291" y="2232"/>
                      <a:pt x="293" y="2232"/>
                      <a:pt x="295" y="2232"/>
                    </a:cubicBezTo>
                    <a:cubicBezTo>
                      <a:pt x="296" y="2231"/>
                      <a:pt x="298" y="2230"/>
                      <a:pt x="299" y="2229"/>
                    </a:cubicBezTo>
                    <a:cubicBezTo>
                      <a:pt x="300" y="2228"/>
                      <a:pt x="301" y="2227"/>
                      <a:pt x="302" y="2225"/>
                    </a:cubicBezTo>
                    <a:lnTo>
                      <a:pt x="404" y="1988"/>
                    </a:lnTo>
                    <a:cubicBezTo>
                      <a:pt x="405" y="1985"/>
                      <a:pt x="406" y="1984"/>
                      <a:pt x="407" y="1982"/>
                    </a:cubicBezTo>
                    <a:cubicBezTo>
                      <a:pt x="407" y="1980"/>
                      <a:pt x="408" y="1978"/>
                      <a:pt x="408" y="1976"/>
                    </a:cubicBezTo>
                    <a:cubicBezTo>
                      <a:pt x="409" y="1974"/>
                      <a:pt x="409" y="1972"/>
                      <a:pt x="409" y="1970"/>
                    </a:cubicBezTo>
                    <a:cubicBezTo>
                      <a:pt x="409" y="1968"/>
                      <a:pt x="409" y="1965"/>
                      <a:pt x="409" y="1963"/>
                    </a:cubicBezTo>
                    <a:cubicBezTo>
                      <a:pt x="409" y="1960"/>
                      <a:pt x="409" y="1957"/>
                      <a:pt x="408" y="1955"/>
                    </a:cubicBezTo>
                    <a:cubicBezTo>
                      <a:pt x="408" y="1953"/>
                      <a:pt x="407" y="1951"/>
                      <a:pt x="407" y="1950"/>
                    </a:cubicBezTo>
                    <a:cubicBezTo>
                      <a:pt x="406" y="1948"/>
                      <a:pt x="405" y="1947"/>
                      <a:pt x="403" y="1947"/>
                    </a:cubicBezTo>
                    <a:cubicBezTo>
                      <a:pt x="402" y="1947"/>
                      <a:pt x="400" y="1947"/>
                      <a:pt x="398" y="1947"/>
                    </a:cubicBezTo>
                    <a:lnTo>
                      <a:pt x="232" y="1947"/>
                    </a:lnTo>
                    <a:close/>
                    <a:moveTo>
                      <a:pt x="1348" y="1972"/>
                    </a:moveTo>
                    <a:cubicBezTo>
                      <a:pt x="1356" y="1972"/>
                      <a:pt x="1364" y="1972"/>
                      <a:pt x="1370" y="1974"/>
                    </a:cubicBezTo>
                    <a:cubicBezTo>
                      <a:pt x="1376" y="1976"/>
                      <a:pt x="1381" y="1979"/>
                      <a:pt x="1385" y="1982"/>
                    </a:cubicBezTo>
                    <a:cubicBezTo>
                      <a:pt x="1389" y="1986"/>
                      <a:pt x="1392" y="1990"/>
                      <a:pt x="1394" y="1995"/>
                    </a:cubicBezTo>
                    <a:cubicBezTo>
                      <a:pt x="1396" y="2000"/>
                      <a:pt x="1398" y="2006"/>
                      <a:pt x="1398" y="2012"/>
                    </a:cubicBezTo>
                    <a:cubicBezTo>
                      <a:pt x="1398" y="2023"/>
                      <a:pt x="1393" y="2033"/>
                      <a:pt x="1386" y="2042"/>
                    </a:cubicBezTo>
                    <a:cubicBezTo>
                      <a:pt x="1378" y="2051"/>
                      <a:pt x="1366" y="2060"/>
                      <a:pt x="1351" y="2068"/>
                    </a:cubicBezTo>
                    <a:cubicBezTo>
                      <a:pt x="1342" y="2063"/>
                      <a:pt x="1335" y="2059"/>
                      <a:pt x="1328" y="2055"/>
                    </a:cubicBezTo>
                    <a:cubicBezTo>
                      <a:pt x="1322" y="2050"/>
                      <a:pt x="1317" y="2047"/>
                      <a:pt x="1312" y="2042"/>
                    </a:cubicBezTo>
                    <a:cubicBezTo>
                      <a:pt x="1308" y="2038"/>
                      <a:pt x="1305" y="2033"/>
                      <a:pt x="1304" y="2028"/>
                    </a:cubicBezTo>
                    <a:cubicBezTo>
                      <a:pt x="1302" y="2023"/>
                      <a:pt x="1301" y="2018"/>
                      <a:pt x="1301" y="2012"/>
                    </a:cubicBezTo>
                    <a:cubicBezTo>
                      <a:pt x="1301" y="2000"/>
                      <a:pt x="1304" y="1989"/>
                      <a:pt x="1312" y="1982"/>
                    </a:cubicBezTo>
                    <a:cubicBezTo>
                      <a:pt x="1320" y="1975"/>
                      <a:pt x="1333" y="1972"/>
                      <a:pt x="1348" y="1972"/>
                    </a:cubicBezTo>
                    <a:close/>
                    <a:moveTo>
                      <a:pt x="2382" y="1973"/>
                    </a:moveTo>
                    <a:cubicBezTo>
                      <a:pt x="2391" y="1973"/>
                      <a:pt x="2399" y="1974"/>
                      <a:pt x="2406" y="1978"/>
                    </a:cubicBezTo>
                    <a:cubicBezTo>
                      <a:pt x="2413" y="1981"/>
                      <a:pt x="2420" y="1987"/>
                      <a:pt x="2424" y="1995"/>
                    </a:cubicBezTo>
                    <a:cubicBezTo>
                      <a:pt x="2429" y="2003"/>
                      <a:pt x="2433" y="2013"/>
                      <a:pt x="2435" y="2026"/>
                    </a:cubicBezTo>
                    <a:cubicBezTo>
                      <a:pt x="2438" y="2039"/>
                      <a:pt x="2439" y="2054"/>
                      <a:pt x="2439" y="2073"/>
                    </a:cubicBezTo>
                    <a:cubicBezTo>
                      <a:pt x="2431" y="2078"/>
                      <a:pt x="2422" y="2083"/>
                      <a:pt x="2412" y="2086"/>
                    </a:cubicBezTo>
                    <a:cubicBezTo>
                      <a:pt x="2402" y="2090"/>
                      <a:pt x="2391" y="2092"/>
                      <a:pt x="2380" y="2092"/>
                    </a:cubicBezTo>
                    <a:cubicBezTo>
                      <a:pt x="2371" y="2092"/>
                      <a:pt x="2362" y="2090"/>
                      <a:pt x="2356" y="2087"/>
                    </a:cubicBezTo>
                    <a:cubicBezTo>
                      <a:pt x="2349" y="2084"/>
                      <a:pt x="2344" y="2081"/>
                      <a:pt x="2340" y="2076"/>
                    </a:cubicBezTo>
                    <a:cubicBezTo>
                      <a:pt x="2336" y="2071"/>
                      <a:pt x="2333" y="2064"/>
                      <a:pt x="2331" y="2057"/>
                    </a:cubicBezTo>
                    <a:cubicBezTo>
                      <a:pt x="2329" y="2050"/>
                      <a:pt x="2328" y="2042"/>
                      <a:pt x="2328" y="2033"/>
                    </a:cubicBezTo>
                    <a:cubicBezTo>
                      <a:pt x="2328" y="2026"/>
                      <a:pt x="2329" y="2019"/>
                      <a:pt x="2331" y="2011"/>
                    </a:cubicBezTo>
                    <a:cubicBezTo>
                      <a:pt x="2333" y="2004"/>
                      <a:pt x="2336" y="1997"/>
                      <a:pt x="2341" y="1991"/>
                    </a:cubicBezTo>
                    <a:cubicBezTo>
                      <a:pt x="2345" y="1985"/>
                      <a:pt x="2351" y="1981"/>
                      <a:pt x="2357" y="1978"/>
                    </a:cubicBezTo>
                    <a:cubicBezTo>
                      <a:pt x="2364" y="1974"/>
                      <a:pt x="2373" y="1973"/>
                      <a:pt x="2382" y="1973"/>
                    </a:cubicBezTo>
                    <a:close/>
                    <a:moveTo>
                      <a:pt x="3424" y="1973"/>
                    </a:moveTo>
                    <a:cubicBezTo>
                      <a:pt x="3431" y="1973"/>
                      <a:pt x="3437" y="1974"/>
                      <a:pt x="3443" y="1976"/>
                    </a:cubicBezTo>
                    <a:cubicBezTo>
                      <a:pt x="3449" y="1978"/>
                      <a:pt x="3454" y="1981"/>
                      <a:pt x="3458" y="1985"/>
                    </a:cubicBezTo>
                    <a:cubicBezTo>
                      <a:pt x="3463" y="1989"/>
                      <a:pt x="3466" y="1994"/>
                      <a:pt x="3470" y="2000"/>
                    </a:cubicBezTo>
                    <a:cubicBezTo>
                      <a:pt x="3473" y="2006"/>
                      <a:pt x="3476" y="2014"/>
                      <a:pt x="3478" y="2023"/>
                    </a:cubicBezTo>
                    <a:cubicBezTo>
                      <a:pt x="3479" y="2031"/>
                      <a:pt x="3481" y="2041"/>
                      <a:pt x="3482" y="2053"/>
                    </a:cubicBezTo>
                    <a:cubicBezTo>
                      <a:pt x="3483" y="2064"/>
                      <a:pt x="3484" y="2076"/>
                      <a:pt x="3484" y="2091"/>
                    </a:cubicBezTo>
                    <a:cubicBezTo>
                      <a:pt x="3484" y="2101"/>
                      <a:pt x="3483" y="2112"/>
                      <a:pt x="3483" y="2122"/>
                    </a:cubicBezTo>
                    <a:cubicBezTo>
                      <a:pt x="3482" y="2131"/>
                      <a:pt x="3480" y="2141"/>
                      <a:pt x="3478" y="2149"/>
                    </a:cubicBezTo>
                    <a:cubicBezTo>
                      <a:pt x="3477" y="2157"/>
                      <a:pt x="3474" y="2165"/>
                      <a:pt x="3471" y="2172"/>
                    </a:cubicBezTo>
                    <a:cubicBezTo>
                      <a:pt x="3468" y="2179"/>
                      <a:pt x="3465" y="2185"/>
                      <a:pt x="3461" y="2189"/>
                    </a:cubicBezTo>
                    <a:cubicBezTo>
                      <a:pt x="3456" y="2194"/>
                      <a:pt x="3451" y="2198"/>
                      <a:pt x="3445" y="2201"/>
                    </a:cubicBezTo>
                    <a:cubicBezTo>
                      <a:pt x="3439" y="2204"/>
                      <a:pt x="3431" y="2204"/>
                      <a:pt x="3423" y="2204"/>
                    </a:cubicBezTo>
                    <a:cubicBezTo>
                      <a:pt x="3412" y="2204"/>
                      <a:pt x="3403" y="2203"/>
                      <a:pt x="3395" y="2198"/>
                    </a:cubicBezTo>
                    <a:cubicBezTo>
                      <a:pt x="3388" y="2194"/>
                      <a:pt x="3383" y="2187"/>
                      <a:pt x="3378" y="2178"/>
                    </a:cubicBezTo>
                    <a:cubicBezTo>
                      <a:pt x="3373" y="2169"/>
                      <a:pt x="3369" y="2156"/>
                      <a:pt x="3367" y="2141"/>
                    </a:cubicBezTo>
                    <a:cubicBezTo>
                      <a:pt x="3365" y="2126"/>
                      <a:pt x="3364" y="2108"/>
                      <a:pt x="3364" y="2087"/>
                    </a:cubicBezTo>
                    <a:cubicBezTo>
                      <a:pt x="3364" y="2071"/>
                      <a:pt x="3365" y="2056"/>
                      <a:pt x="3366" y="2042"/>
                    </a:cubicBezTo>
                    <a:cubicBezTo>
                      <a:pt x="3368" y="2028"/>
                      <a:pt x="3371" y="2016"/>
                      <a:pt x="3375" y="2006"/>
                    </a:cubicBezTo>
                    <a:cubicBezTo>
                      <a:pt x="3380" y="1996"/>
                      <a:pt x="3386" y="1988"/>
                      <a:pt x="3394" y="1982"/>
                    </a:cubicBezTo>
                    <a:cubicBezTo>
                      <a:pt x="3402" y="1976"/>
                      <a:pt x="3411" y="1973"/>
                      <a:pt x="3424" y="1973"/>
                    </a:cubicBezTo>
                    <a:close/>
                    <a:moveTo>
                      <a:pt x="1347" y="2100"/>
                    </a:moveTo>
                    <a:cubicBezTo>
                      <a:pt x="1357" y="2105"/>
                      <a:pt x="1365" y="2110"/>
                      <a:pt x="1372" y="2115"/>
                    </a:cubicBezTo>
                    <a:cubicBezTo>
                      <a:pt x="1380" y="2119"/>
                      <a:pt x="1387" y="2124"/>
                      <a:pt x="1392" y="2129"/>
                    </a:cubicBezTo>
                    <a:cubicBezTo>
                      <a:pt x="1397" y="2133"/>
                      <a:pt x="1401" y="2138"/>
                      <a:pt x="1403" y="2144"/>
                    </a:cubicBezTo>
                    <a:cubicBezTo>
                      <a:pt x="1406" y="2149"/>
                      <a:pt x="1407" y="2155"/>
                      <a:pt x="1407" y="2162"/>
                    </a:cubicBezTo>
                    <a:cubicBezTo>
                      <a:pt x="1407" y="2176"/>
                      <a:pt x="1402" y="2187"/>
                      <a:pt x="1393" y="2195"/>
                    </a:cubicBezTo>
                    <a:cubicBezTo>
                      <a:pt x="1383" y="2203"/>
                      <a:pt x="1368" y="2206"/>
                      <a:pt x="1349" y="2206"/>
                    </a:cubicBezTo>
                    <a:cubicBezTo>
                      <a:pt x="1330" y="2206"/>
                      <a:pt x="1316" y="2203"/>
                      <a:pt x="1306" y="2195"/>
                    </a:cubicBezTo>
                    <a:cubicBezTo>
                      <a:pt x="1296" y="2187"/>
                      <a:pt x="1291" y="2176"/>
                      <a:pt x="1291" y="2161"/>
                    </a:cubicBezTo>
                    <a:cubicBezTo>
                      <a:pt x="1291" y="2155"/>
                      <a:pt x="1292" y="2149"/>
                      <a:pt x="1295" y="2144"/>
                    </a:cubicBezTo>
                    <a:cubicBezTo>
                      <a:pt x="1297" y="2138"/>
                      <a:pt x="1300" y="2133"/>
                      <a:pt x="1304" y="2129"/>
                    </a:cubicBezTo>
                    <a:cubicBezTo>
                      <a:pt x="1309" y="2124"/>
                      <a:pt x="1315" y="2119"/>
                      <a:pt x="1322" y="2115"/>
                    </a:cubicBezTo>
                    <a:cubicBezTo>
                      <a:pt x="1329" y="2110"/>
                      <a:pt x="1337" y="2105"/>
                      <a:pt x="1347" y="2100"/>
                    </a:cubicBezTo>
                    <a:close/>
                    <a:moveTo>
                      <a:pt x="1124" y="2590"/>
                    </a:moveTo>
                    <a:cubicBezTo>
                      <a:pt x="1116" y="2590"/>
                      <a:pt x="1108" y="2591"/>
                      <a:pt x="1100" y="2593"/>
                    </a:cubicBezTo>
                    <a:cubicBezTo>
                      <a:pt x="1092" y="2594"/>
                      <a:pt x="1084" y="2597"/>
                      <a:pt x="1078" y="2600"/>
                    </a:cubicBezTo>
                    <a:cubicBezTo>
                      <a:pt x="1071" y="2602"/>
                      <a:pt x="1066" y="2605"/>
                      <a:pt x="1062" y="2608"/>
                    </a:cubicBezTo>
                    <a:cubicBezTo>
                      <a:pt x="1058" y="2610"/>
                      <a:pt x="1054" y="2612"/>
                      <a:pt x="1052" y="2614"/>
                    </a:cubicBezTo>
                    <a:cubicBezTo>
                      <a:pt x="1050" y="2615"/>
                      <a:pt x="1049" y="2616"/>
                      <a:pt x="1049" y="2617"/>
                    </a:cubicBezTo>
                    <a:cubicBezTo>
                      <a:pt x="1048" y="2618"/>
                      <a:pt x="1048" y="2620"/>
                      <a:pt x="1048" y="2621"/>
                    </a:cubicBezTo>
                    <a:cubicBezTo>
                      <a:pt x="1047" y="2622"/>
                      <a:pt x="1047" y="2624"/>
                      <a:pt x="1047" y="2625"/>
                    </a:cubicBezTo>
                    <a:cubicBezTo>
                      <a:pt x="1047" y="2627"/>
                      <a:pt x="1047" y="2628"/>
                      <a:pt x="1047" y="2630"/>
                    </a:cubicBezTo>
                    <a:cubicBezTo>
                      <a:pt x="1047" y="2634"/>
                      <a:pt x="1047" y="2636"/>
                      <a:pt x="1047" y="2638"/>
                    </a:cubicBezTo>
                    <a:cubicBezTo>
                      <a:pt x="1047" y="2641"/>
                      <a:pt x="1047" y="2642"/>
                      <a:pt x="1048" y="2644"/>
                    </a:cubicBezTo>
                    <a:cubicBezTo>
                      <a:pt x="1048" y="2645"/>
                      <a:pt x="1050" y="2646"/>
                      <a:pt x="1050" y="2646"/>
                    </a:cubicBezTo>
                    <a:cubicBezTo>
                      <a:pt x="1051" y="2647"/>
                      <a:pt x="1052" y="2647"/>
                      <a:pt x="1053" y="2647"/>
                    </a:cubicBezTo>
                    <a:cubicBezTo>
                      <a:pt x="1055" y="2647"/>
                      <a:pt x="1057" y="2646"/>
                      <a:pt x="1061" y="2644"/>
                    </a:cubicBezTo>
                    <a:cubicBezTo>
                      <a:pt x="1065" y="2641"/>
                      <a:pt x="1069" y="2639"/>
                      <a:pt x="1074" y="2636"/>
                    </a:cubicBezTo>
                    <a:cubicBezTo>
                      <a:pt x="1080" y="2633"/>
                      <a:pt x="1086" y="2630"/>
                      <a:pt x="1093" y="2628"/>
                    </a:cubicBezTo>
                    <a:cubicBezTo>
                      <a:pt x="1100" y="2625"/>
                      <a:pt x="1108" y="2623"/>
                      <a:pt x="1117" y="2623"/>
                    </a:cubicBezTo>
                    <a:cubicBezTo>
                      <a:pt x="1125" y="2623"/>
                      <a:pt x="1132" y="2625"/>
                      <a:pt x="1138" y="2628"/>
                    </a:cubicBezTo>
                    <a:cubicBezTo>
                      <a:pt x="1144" y="2630"/>
                      <a:pt x="1148" y="2633"/>
                      <a:pt x="1152" y="2638"/>
                    </a:cubicBezTo>
                    <a:cubicBezTo>
                      <a:pt x="1156" y="2642"/>
                      <a:pt x="1159" y="2647"/>
                      <a:pt x="1162" y="2652"/>
                    </a:cubicBezTo>
                    <a:cubicBezTo>
                      <a:pt x="1164" y="2658"/>
                      <a:pt x="1164" y="2664"/>
                      <a:pt x="1164" y="2670"/>
                    </a:cubicBezTo>
                    <a:cubicBezTo>
                      <a:pt x="1164" y="2676"/>
                      <a:pt x="1164" y="2683"/>
                      <a:pt x="1162" y="2690"/>
                    </a:cubicBezTo>
                    <a:cubicBezTo>
                      <a:pt x="1161" y="2698"/>
                      <a:pt x="1158" y="2706"/>
                      <a:pt x="1154" y="2715"/>
                    </a:cubicBezTo>
                    <a:cubicBezTo>
                      <a:pt x="1149" y="2724"/>
                      <a:pt x="1144" y="2733"/>
                      <a:pt x="1136" y="2744"/>
                    </a:cubicBezTo>
                    <a:cubicBezTo>
                      <a:pt x="1128" y="2755"/>
                      <a:pt x="1118" y="2767"/>
                      <a:pt x="1105" y="2780"/>
                    </a:cubicBezTo>
                    <a:lnTo>
                      <a:pt x="1050" y="2839"/>
                    </a:lnTo>
                    <a:cubicBezTo>
                      <a:pt x="1049" y="2841"/>
                      <a:pt x="1047" y="2843"/>
                      <a:pt x="1046" y="2845"/>
                    </a:cubicBezTo>
                    <a:cubicBezTo>
                      <a:pt x="1045" y="2846"/>
                      <a:pt x="1044" y="2847"/>
                      <a:pt x="1043" y="2849"/>
                    </a:cubicBezTo>
                    <a:cubicBezTo>
                      <a:pt x="1043" y="2851"/>
                      <a:pt x="1042" y="2853"/>
                      <a:pt x="1042" y="2855"/>
                    </a:cubicBezTo>
                    <a:cubicBezTo>
                      <a:pt x="1041" y="2858"/>
                      <a:pt x="1042" y="2860"/>
                      <a:pt x="1042" y="2863"/>
                    </a:cubicBezTo>
                    <a:cubicBezTo>
                      <a:pt x="1042" y="2867"/>
                      <a:pt x="1041" y="2869"/>
                      <a:pt x="1042" y="2871"/>
                    </a:cubicBezTo>
                    <a:cubicBezTo>
                      <a:pt x="1042" y="2873"/>
                      <a:pt x="1043" y="2875"/>
                      <a:pt x="1044" y="2877"/>
                    </a:cubicBezTo>
                    <a:cubicBezTo>
                      <a:pt x="1045" y="2878"/>
                      <a:pt x="1047" y="2879"/>
                      <a:pt x="1049" y="2879"/>
                    </a:cubicBezTo>
                    <a:cubicBezTo>
                      <a:pt x="1050" y="2880"/>
                      <a:pt x="1052" y="2880"/>
                      <a:pt x="1054" y="2880"/>
                    </a:cubicBezTo>
                    <a:lnTo>
                      <a:pt x="1212" y="2880"/>
                    </a:lnTo>
                    <a:cubicBezTo>
                      <a:pt x="1213" y="2880"/>
                      <a:pt x="1214" y="2879"/>
                      <a:pt x="1215" y="2878"/>
                    </a:cubicBezTo>
                    <a:cubicBezTo>
                      <a:pt x="1216" y="2878"/>
                      <a:pt x="1217" y="2877"/>
                      <a:pt x="1218" y="2876"/>
                    </a:cubicBezTo>
                    <a:cubicBezTo>
                      <a:pt x="1219" y="2874"/>
                      <a:pt x="1218" y="2872"/>
                      <a:pt x="1219" y="2870"/>
                    </a:cubicBezTo>
                    <a:cubicBezTo>
                      <a:pt x="1219" y="2868"/>
                      <a:pt x="1220" y="2866"/>
                      <a:pt x="1220" y="2863"/>
                    </a:cubicBezTo>
                    <a:cubicBezTo>
                      <a:pt x="1220" y="2861"/>
                      <a:pt x="1219" y="2858"/>
                      <a:pt x="1219" y="2856"/>
                    </a:cubicBezTo>
                    <a:cubicBezTo>
                      <a:pt x="1218" y="2854"/>
                      <a:pt x="1218" y="2853"/>
                      <a:pt x="1217" y="2852"/>
                    </a:cubicBezTo>
                    <a:cubicBezTo>
                      <a:pt x="1216" y="2850"/>
                      <a:pt x="1216" y="2849"/>
                      <a:pt x="1214" y="2848"/>
                    </a:cubicBezTo>
                    <a:cubicBezTo>
                      <a:pt x="1213" y="2848"/>
                      <a:pt x="1212" y="2847"/>
                      <a:pt x="1211" y="2847"/>
                    </a:cubicBezTo>
                    <a:lnTo>
                      <a:pt x="1087" y="2847"/>
                    </a:lnTo>
                    <a:lnTo>
                      <a:pt x="1132" y="2801"/>
                    </a:lnTo>
                    <a:cubicBezTo>
                      <a:pt x="1149" y="2784"/>
                      <a:pt x="1161" y="2769"/>
                      <a:pt x="1171" y="2756"/>
                    </a:cubicBezTo>
                    <a:cubicBezTo>
                      <a:pt x="1181" y="2743"/>
                      <a:pt x="1189" y="2731"/>
                      <a:pt x="1194" y="2720"/>
                    </a:cubicBezTo>
                    <a:cubicBezTo>
                      <a:pt x="1199" y="2710"/>
                      <a:pt x="1203" y="2700"/>
                      <a:pt x="1205" y="2691"/>
                    </a:cubicBezTo>
                    <a:cubicBezTo>
                      <a:pt x="1206" y="2682"/>
                      <a:pt x="1206" y="2673"/>
                      <a:pt x="1207" y="2664"/>
                    </a:cubicBezTo>
                    <a:cubicBezTo>
                      <a:pt x="1206" y="2654"/>
                      <a:pt x="1205" y="2645"/>
                      <a:pt x="1202" y="2636"/>
                    </a:cubicBezTo>
                    <a:cubicBezTo>
                      <a:pt x="1199" y="2627"/>
                      <a:pt x="1193" y="2619"/>
                      <a:pt x="1186" y="2612"/>
                    </a:cubicBezTo>
                    <a:cubicBezTo>
                      <a:pt x="1179" y="2605"/>
                      <a:pt x="1171" y="2600"/>
                      <a:pt x="1161" y="2596"/>
                    </a:cubicBezTo>
                    <a:cubicBezTo>
                      <a:pt x="1150" y="2592"/>
                      <a:pt x="1138" y="2590"/>
                      <a:pt x="1124" y="2590"/>
                    </a:cubicBezTo>
                    <a:close/>
                    <a:moveTo>
                      <a:pt x="2155" y="2590"/>
                    </a:moveTo>
                    <a:cubicBezTo>
                      <a:pt x="2146" y="2590"/>
                      <a:pt x="2138" y="2591"/>
                      <a:pt x="2130" y="2593"/>
                    </a:cubicBezTo>
                    <a:cubicBezTo>
                      <a:pt x="2122" y="2594"/>
                      <a:pt x="2114" y="2597"/>
                      <a:pt x="2108" y="2600"/>
                    </a:cubicBezTo>
                    <a:cubicBezTo>
                      <a:pt x="2101" y="2602"/>
                      <a:pt x="2096" y="2605"/>
                      <a:pt x="2092" y="2608"/>
                    </a:cubicBezTo>
                    <a:cubicBezTo>
                      <a:pt x="2088" y="2610"/>
                      <a:pt x="2084" y="2612"/>
                      <a:pt x="2082" y="2614"/>
                    </a:cubicBezTo>
                    <a:cubicBezTo>
                      <a:pt x="2081" y="2615"/>
                      <a:pt x="2079" y="2616"/>
                      <a:pt x="2079" y="2617"/>
                    </a:cubicBezTo>
                    <a:cubicBezTo>
                      <a:pt x="2078" y="2618"/>
                      <a:pt x="2078" y="2620"/>
                      <a:pt x="2078" y="2621"/>
                    </a:cubicBezTo>
                    <a:cubicBezTo>
                      <a:pt x="2077" y="2622"/>
                      <a:pt x="2077" y="2624"/>
                      <a:pt x="2077" y="2625"/>
                    </a:cubicBezTo>
                    <a:cubicBezTo>
                      <a:pt x="2077" y="2627"/>
                      <a:pt x="2077" y="2628"/>
                      <a:pt x="2077" y="2630"/>
                    </a:cubicBezTo>
                    <a:cubicBezTo>
                      <a:pt x="2077" y="2634"/>
                      <a:pt x="2077" y="2636"/>
                      <a:pt x="2077" y="2638"/>
                    </a:cubicBezTo>
                    <a:cubicBezTo>
                      <a:pt x="2077" y="2641"/>
                      <a:pt x="2078" y="2642"/>
                      <a:pt x="2079" y="2644"/>
                    </a:cubicBezTo>
                    <a:cubicBezTo>
                      <a:pt x="2079" y="2645"/>
                      <a:pt x="2080" y="2646"/>
                      <a:pt x="2081" y="2646"/>
                    </a:cubicBezTo>
                    <a:cubicBezTo>
                      <a:pt x="2081" y="2647"/>
                      <a:pt x="2082" y="2647"/>
                      <a:pt x="2083" y="2647"/>
                    </a:cubicBezTo>
                    <a:cubicBezTo>
                      <a:pt x="2085" y="2647"/>
                      <a:pt x="2087" y="2646"/>
                      <a:pt x="2091" y="2644"/>
                    </a:cubicBezTo>
                    <a:cubicBezTo>
                      <a:pt x="2095" y="2641"/>
                      <a:pt x="2099" y="2639"/>
                      <a:pt x="2104" y="2636"/>
                    </a:cubicBezTo>
                    <a:cubicBezTo>
                      <a:pt x="2110" y="2633"/>
                      <a:pt x="2117" y="2630"/>
                      <a:pt x="2124" y="2628"/>
                    </a:cubicBezTo>
                    <a:cubicBezTo>
                      <a:pt x="2131" y="2625"/>
                      <a:pt x="2139" y="2623"/>
                      <a:pt x="2148" y="2623"/>
                    </a:cubicBezTo>
                    <a:cubicBezTo>
                      <a:pt x="2155" y="2623"/>
                      <a:pt x="2162" y="2625"/>
                      <a:pt x="2168" y="2628"/>
                    </a:cubicBezTo>
                    <a:cubicBezTo>
                      <a:pt x="2174" y="2630"/>
                      <a:pt x="2179" y="2633"/>
                      <a:pt x="2183" y="2638"/>
                    </a:cubicBezTo>
                    <a:cubicBezTo>
                      <a:pt x="2187" y="2642"/>
                      <a:pt x="2190" y="2647"/>
                      <a:pt x="2192" y="2652"/>
                    </a:cubicBezTo>
                    <a:cubicBezTo>
                      <a:pt x="2194" y="2658"/>
                      <a:pt x="2194" y="2664"/>
                      <a:pt x="2194" y="2670"/>
                    </a:cubicBezTo>
                    <a:cubicBezTo>
                      <a:pt x="2194" y="2676"/>
                      <a:pt x="2194" y="2683"/>
                      <a:pt x="2193" y="2690"/>
                    </a:cubicBezTo>
                    <a:cubicBezTo>
                      <a:pt x="2191" y="2698"/>
                      <a:pt x="2189" y="2706"/>
                      <a:pt x="2185" y="2715"/>
                    </a:cubicBezTo>
                    <a:cubicBezTo>
                      <a:pt x="2180" y="2724"/>
                      <a:pt x="2174" y="2733"/>
                      <a:pt x="2166" y="2744"/>
                    </a:cubicBezTo>
                    <a:cubicBezTo>
                      <a:pt x="2158" y="2755"/>
                      <a:pt x="2148" y="2767"/>
                      <a:pt x="2135" y="2780"/>
                    </a:cubicBezTo>
                    <a:lnTo>
                      <a:pt x="2081" y="2839"/>
                    </a:lnTo>
                    <a:cubicBezTo>
                      <a:pt x="2079" y="2841"/>
                      <a:pt x="2077" y="2843"/>
                      <a:pt x="2076" y="2845"/>
                    </a:cubicBezTo>
                    <a:cubicBezTo>
                      <a:pt x="2075" y="2846"/>
                      <a:pt x="2074" y="2847"/>
                      <a:pt x="2073" y="2849"/>
                    </a:cubicBezTo>
                    <a:cubicBezTo>
                      <a:pt x="2073" y="2851"/>
                      <a:pt x="2072" y="2853"/>
                      <a:pt x="2072" y="2855"/>
                    </a:cubicBezTo>
                    <a:cubicBezTo>
                      <a:pt x="2071" y="2858"/>
                      <a:pt x="2072" y="2860"/>
                      <a:pt x="2072" y="2863"/>
                    </a:cubicBezTo>
                    <a:cubicBezTo>
                      <a:pt x="2072" y="2867"/>
                      <a:pt x="2072" y="2869"/>
                      <a:pt x="2073" y="2871"/>
                    </a:cubicBezTo>
                    <a:cubicBezTo>
                      <a:pt x="2073" y="2873"/>
                      <a:pt x="2073" y="2875"/>
                      <a:pt x="2074" y="2877"/>
                    </a:cubicBezTo>
                    <a:cubicBezTo>
                      <a:pt x="2075" y="2878"/>
                      <a:pt x="2077" y="2879"/>
                      <a:pt x="2079" y="2879"/>
                    </a:cubicBezTo>
                    <a:cubicBezTo>
                      <a:pt x="2080" y="2880"/>
                      <a:pt x="2082" y="2880"/>
                      <a:pt x="2084" y="2880"/>
                    </a:cubicBezTo>
                    <a:lnTo>
                      <a:pt x="2242" y="2880"/>
                    </a:lnTo>
                    <a:cubicBezTo>
                      <a:pt x="2243" y="2880"/>
                      <a:pt x="2244" y="2879"/>
                      <a:pt x="2245" y="2878"/>
                    </a:cubicBezTo>
                    <a:cubicBezTo>
                      <a:pt x="2247" y="2878"/>
                      <a:pt x="2247" y="2877"/>
                      <a:pt x="2248" y="2876"/>
                    </a:cubicBezTo>
                    <a:cubicBezTo>
                      <a:pt x="2249" y="2874"/>
                      <a:pt x="2249" y="2872"/>
                      <a:pt x="2250" y="2870"/>
                    </a:cubicBezTo>
                    <a:cubicBezTo>
                      <a:pt x="2250" y="2868"/>
                      <a:pt x="2250" y="2866"/>
                      <a:pt x="2250" y="2863"/>
                    </a:cubicBezTo>
                    <a:cubicBezTo>
                      <a:pt x="2250" y="2861"/>
                      <a:pt x="2250" y="2858"/>
                      <a:pt x="2250" y="2856"/>
                    </a:cubicBezTo>
                    <a:cubicBezTo>
                      <a:pt x="2249" y="2854"/>
                      <a:pt x="2249" y="2853"/>
                      <a:pt x="2248" y="2852"/>
                    </a:cubicBezTo>
                    <a:cubicBezTo>
                      <a:pt x="2247" y="2850"/>
                      <a:pt x="2246" y="2849"/>
                      <a:pt x="2245" y="2848"/>
                    </a:cubicBezTo>
                    <a:cubicBezTo>
                      <a:pt x="2243" y="2848"/>
                      <a:pt x="2242" y="2847"/>
                      <a:pt x="2241" y="2847"/>
                    </a:cubicBezTo>
                    <a:lnTo>
                      <a:pt x="2118" y="2847"/>
                    </a:lnTo>
                    <a:lnTo>
                      <a:pt x="2163" y="2801"/>
                    </a:lnTo>
                    <a:cubicBezTo>
                      <a:pt x="2179" y="2784"/>
                      <a:pt x="2191" y="2769"/>
                      <a:pt x="2201" y="2756"/>
                    </a:cubicBezTo>
                    <a:cubicBezTo>
                      <a:pt x="2211" y="2743"/>
                      <a:pt x="2219" y="2731"/>
                      <a:pt x="2224" y="2720"/>
                    </a:cubicBezTo>
                    <a:cubicBezTo>
                      <a:pt x="2229" y="2710"/>
                      <a:pt x="2233" y="2700"/>
                      <a:pt x="2235" y="2691"/>
                    </a:cubicBezTo>
                    <a:cubicBezTo>
                      <a:pt x="2236" y="2682"/>
                      <a:pt x="2237" y="2673"/>
                      <a:pt x="2237" y="2664"/>
                    </a:cubicBezTo>
                    <a:cubicBezTo>
                      <a:pt x="2237" y="2654"/>
                      <a:pt x="2236" y="2645"/>
                      <a:pt x="2232" y="2636"/>
                    </a:cubicBezTo>
                    <a:cubicBezTo>
                      <a:pt x="2229" y="2627"/>
                      <a:pt x="2223" y="2619"/>
                      <a:pt x="2216" y="2612"/>
                    </a:cubicBezTo>
                    <a:cubicBezTo>
                      <a:pt x="2209" y="2605"/>
                      <a:pt x="2201" y="2600"/>
                      <a:pt x="2191" y="2596"/>
                    </a:cubicBezTo>
                    <a:cubicBezTo>
                      <a:pt x="2180" y="2592"/>
                      <a:pt x="2168" y="2590"/>
                      <a:pt x="2155" y="2590"/>
                    </a:cubicBezTo>
                    <a:close/>
                    <a:moveTo>
                      <a:pt x="4224" y="2590"/>
                    </a:moveTo>
                    <a:cubicBezTo>
                      <a:pt x="4215" y="2590"/>
                      <a:pt x="4207" y="2591"/>
                      <a:pt x="4199" y="2593"/>
                    </a:cubicBezTo>
                    <a:cubicBezTo>
                      <a:pt x="4191" y="2594"/>
                      <a:pt x="4184" y="2597"/>
                      <a:pt x="4178" y="2600"/>
                    </a:cubicBezTo>
                    <a:cubicBezTo>
                      <a:pt x="4171" y="2602"/>
                      <a:pt x="4165" y="2605"/>
                      <a:pt x="4161" y="2608"/>
                    </a:cubicBezTo>
                    <a:cubicBezTo>
                      <a:pt x="4157" y="2610"/>
                      <a:pt x="4154" y="2612"/>
                      <a:pt x="4152" y="2614"/>
                    </a:cubicBezTo>
                    <a:cubicBezTo>
                      <a:pt x="4150" y="2615"/>
                      <a:pt x="4149" y="2616"/>
                      <a:pt x="4149" y="2617"/>
                    </a:cubicBezTo>
                    <a:cubicBezTo>
                      <a:pt x="4148" y="2618"/>
                      <a:pt x="4147" y="2620"/>
                      <a:pt x="4147" y="2621"/>
                    </a:cubicBezTo>
                    <a:cubicBezTo>
                      <a:pt x="4147" y="2622"/>
                      <a:pt x="4146" y="2624"/>
                      <a:pt x="4146" y="2625"/>
                    </a:cubicBezTo>
                    <a:cubicBezTo>
                      <a:pt x="4146" y="2627"/>
                      <a:pt x="4146" y="2628"/>
                      <a:pt x="4146" y="2630"/>
                    </a:cubicBezTo>
                    <a:cubicBezTo>
                      <a:pt x="4146" y="2634"/>
                      <a:pt x="4147" y="2636"/>
                      <a:pt x="4147" y="2638"/>
                    </a:cubicBezTo>
                    <a:cubicBezTo>
                      <a:pt x="4147" y="2641"/>
                      <a:pt x="4147" y="2642"/>
                      <a:pt x="4148" y="2644"/>
                    </a:cubicBezTo>
                    <a:cubicBezTo>
                      <a:pt x="4148" y="2645"/>
                      <a:pt x="4149" y="2646"/>
                      <a:pt x="4150" y="2646"/>
                    </a:cubicBezTo>
                    <a:cubicBezTo>
                      <a:pt x="4150" y="2647"/>
                      <a:pt x="4151" y="2647"/>
                      <a:pt x="4152" y="2647"/>
                    </a:cubicBezTo>
                    <a:cubicBezTo>
                      <a:pt x="4154" y="2647"/>
                      <a:pt x="4157" y="2646"/>
                      <a:pt x="4160" y="2644"/>
                    </a:cubicBezTo>
                    <a:cubicBezTo>
                      <a:pt x="4164" y="2641"/>
                      <a:pt x="4169" y="2639"/>
                      <a:pt x="4174" y="2636"/>
                    </a:cubicBezTo>
                    <a:cubicBezTo>
                      <a:pt x="4180" y="2633"/>
                      <a:pt x="4186" y="2630"/>
                      <a:pt x="4193" y="2628"/>
                    </a:cubicBezTo>
                    <a:cubicBezTo>
                      <a:pt x="4200" y="2625"/>
                      <a:pt x="4208" y="2623"/>
                      <a:pt x="4217" y="2623"/>
                    </a:cubicBezTo>
                    <a:cubicBezTo>
                      <a:pt x="4224" y="2623"/>
                      <a:pt x="4231" y="2625"/>
                      <a:pt x="4237" y="2628"/>
                    </a:cubicBezTo>
                    <a:cubicBezTo>
                      <a:pt x="4243" y="2630"/>
                      <a:pt x="4248" y="2633"/>
                      <a:pt x="4252" y="2638"/>
                    </a:cubicBezTo>
                    <a:cubicBezTo>
                      <a:pt x="4256" y="2642"/>
                      <a:pt x="4259" y="2647"/>
                      <a:pt x="4261" y="2652"/>
                    </a:cubicBezTo>
                    <a:cubicBezTo>
                      <a:pt x="4263" y="2658"/>
                      <a:pt x="4264" y="2664"/>
                      <a:pt x="4264" y="2670"/>
                    </a:cubicBezTo>
                    <a:cubicBezTo>
                      <a:pt x="4264" y="2676"/>
                      <a:pt x="4263" y="2683"/>
                      <a:pt x="4262" y="2690"/>
                    </a:cubicBezTo>
                    <a:cubicBezTo>
                      <a:pt x="4260" y="2698"/>
                      <a:pt x="4258" y="2706"/>
                      <a:pt x="4254" y="2715"/>
                    </a:cubicBezTo>
                    <a:cubicBezTo>
                      <a:pt x="4249" y="2724"/>
                      <a:pt x="4244" y="2733"/>
                      <a:pt x="4236" y="2744"/>
                    </a:cubicBezTo>
                    <a:cubicBezTo>
                      <a:pt x="4228" y="2755"/>
                      <a:pt x="4218" y="2767"/>
                      <a:pt x="4205" y="2780"/>
                    </a:cubicBezTo>
                    <a:lnTo>
                      <a:pt x="4150" y="2839"/>
                    </a:lnTo>
                    <a:cubicBezTo>
                      <a:pt x="4148" y="2841"/>
                      <a:pt x="4146" y="2843"/>
                      <a:pt x="4145" y="2845"/>
                    </a:cubicBezTo>
                    <a:cubicBezTo>
                      <a:pt x="4144" y="2846"/>
                      <a:pt x="4143" y="2847"/>
                      <a:pt x="4142" y="2849"/>
                    </a:cubicBezTo>
                    <a:cubicBezTo>
                      <a:pt x="4142" y="2851"/>
                      <a:pt x="4141" y="2853"/>
                      <a:pt x="4141" y="2855"/>
                    </a:cubicBezTo>
                    <a:cubicBezTo>
                      <a:pt x="4141" y="2858"/>
                      <a:pt x="4141" y="2860"/>
                      <a:pt x="4141" y="2863"/>
                    </a:cubicBezTo>
                    <a:cubicBezTo>
                      <a:pt x="4141" y="2867"/>
                      <a:pt x="4141" y="2869"/>
                      <a:pt x="4142" y="2871"/>
                    </a:cubicBezTo>
                    <a:cubicBezTo>
                      <a:pt x="4142" y="2873"/>
                      <a:pt x="4143" y="2875"/>
                      <a:pt x="4144" y="2877"/>
                    </a:cubicBezTo>
                    <a:cubicBezTo>
                      <a:pt x="4145" y="2878"/>
                      <a:pt x="4146" y="2879"/>
                      <a:pt x="4148" y="2879"/>
                    </a:cubicBezTo>
                    <a:cubicBezTo>
                      <a:pt x="4149" y="2880"/>
                      <a:pt x="4151" y="2880"/>
                      <a:pt x="4153" y="2880"/>
                    </a:cubicBezTo>
                    <a:lnTo>
                      <a:pt x="4311" y="2880"/>
                    </a:lnTo>
                    <a:cubicBezTo>
                      <a:pt x="4312" y="2880"/>
                      <a:pt x="4313" y="2879"/>
                      <a:pt x="4314" y="2878"/>
                    </a:cubicBezTo>
                    <a:cubicBezTo>
                      <a:pt x="4316" y="2878"/>
                      <a:pt x="4316" y="2877"/>
                      <a:pt x="4317" y="2876"/>
                    </a:cubicBezTo>
                    <a:cubicBezTo>
                      <a:pt x="4318" y="2874"/>
                      <a:pt x="4319" y="2872"/>
                      <a:pt x="4319" y="2870"/>
                    </a:cubicBezTo>
                    <a:cubicBezTo>
                      <a:pt x="4319" y="2868"/>
                      <a:pt x="4320" y="2866"/>
                      <a:pt x="4320" y="2863"/>
                    </a:cubicBezTo>
                    <a:cubicBezTo>
                      <a:pt x="4320" y="2861"/>
                      <a:pt x="4319" y="2858"/>
                      <a:pt x="4319" y="2856"/>
                    </a:cubicBezTo>
                    <a:cubicBezTo>
                      <a:pt x="4319" y="2854"/>
                      <a:pt x="4318" y="2853"/>
                      <a:pt x="4317" y="2852"/>
                    </a:cubicBezTo>
                    <a:cubicBezTo>
                      <a:pt x="4316" y="2850"/>
                      <a:pt x="4316" y="2849"/>
                      <a:pt x="4314" y="2848"/>
                    </a:cubicBezTo>
                    <a:cubicBezTo>
                      <a:pt x="4313" y="2848"/>
                      <a:pt x="4312" y="2847"/>
                      <a:pt x="4311" y="2847"/>
                    </a:cubicBezTo>
                    <a:lnTo>
                      <a:pt x="4187" y="2847"/>
                    </a:lnTo>
                    <a:lnTo>
                      <a:pt x="4232" y="2801"/>
                    </a:lnTo>
                    <a:cubicBezTo>
                      <a:pt x="4248" y="2784"/>
                      <a:pt x="4261" y="2769"/>
                      <a:pt x="4271" y="2756"/>
                    </a:cubicBezTo>
                    <a:cubicBezTo>
                      <a:pt x="4281" y="2743"/>
                      <a:pt x="4288" y="2731"/>
                      <a:pt x="4293" y="2720"/>
                    </a:cubicBezTo>
                    <a:cubicBezTo>
                      <a:pt x="4299" y="2710"/>
                      <a:pt x="4302" y="2700"/>
                      <a:pt x="4304" y="2691"/>
                    </a:cubicBezTo>
                    <a:cubicBezTo>
                      <a:pt x="4306" y="2682"/>
                      <a:pt x="4307" y="2673"/>
                      <a:pt x="4307" y="2664"/>
                    </a:cubicBezTo>
                    <a:cubicBezTo>
                      <a:pt x="4307" y="2654"/>
                      <a:pt x="4305" y="2645"/>
                      <a:pt x="4301" y="2636"/>
                    </a:cubicBezTo>
                    <a:cubicBezTo>
                      <a:pt x="4298" y="2627"/>
                      <a:pt x="4293" y="2619"/>
                      <a:pt x="4286" y="2612"/>
                    </a:cubicBezTo>
                    <a:cubicBezTo>
                      <a:pt x="4279" y="2605"/>
                      <a:pt x="4270" y="2600"/>
                      <a:pt x="4260" y="2596"/>
                    </a:cubicBezTo>
                    <a:cubicBezTo>
                      <a:pt x="4249" y="2592"/>
                      <a:pt x="4237" y="2590"/>
                      <a:pt x="4224" y="2590"/>
                    </a:cubicBezTo>
                    <a:close/>
                    <a:moveTo>
                      <a:pt x="4462" y="2590"/>
                    </a:moveTo>
                    <a:cubicBezTo>
                      <a:pt x="4447" y="2590"/>
                      <a:pt x="4433" y="2592"/>
                      <a:pt x="4422" y="2596"/>
                    </a:cubicBezTo>
                    <a:cubicBezTo>
                      <a:pt x="4411" y="2600"/>
                      <a:pt x="4402" y="2605"/>
                      <a:pt x="4395" y="2611"/>
                    </a:cubicBezTo>
                    <a:cubicBezTo>
                      <a:pt x="4387" y="2618"/>
                      <a:pt x="4382" y="2625"/>
                      <a:pt x="4378" y="2634"/>
                    </a:cubicBezTo>
                    <a:cubicBezTo>
                      <a:pt x="4374" y="2643"/>
                      <a:pt x="4373" y="2652"/>
                      <a:pt x="4373" y="2662"/>
                    </a:cubicBezTo>
                    <a:cubicBezTo>
                      <a:pt x="4373" y="2670"/>
                      <a:pt x="4374" y="2677"/>
                      <a:pt x="4376" y="2684"/>
                    </a:cubicBezTo>
                    <a:cubicBezTo>
                      <a:pt x="4379" y="2691"/>
                      <a:pt x="4383" y="2697"/>
                      <a:pt x="4388" y="2703"/>
                    </a:cubicBezTo>
                    <a:cubicBezTo>
                      <a:pt x="4392" y="2709"/>
                      <a:pt x="4398" y="2714"/>
                      <a:pt x="4404" y="2720"/>
                    </a:cubicBezTo>
                    <a:cubicBezTo>
                      <a:pt x="4411" y="2725"/>
                      <a:pt x="4419" y="2730"/>
                      <a:pt x="4428" y="2735"/>
                    </a:cubicBezTo>
                    <a:cubicBezTo>
                      <a:pt x="4418" y="2740"/>
                      <a:pt x="4409" y="2744"/>
                      <a:pt x="4401" y="2750"/>
                    </a:cubicBezTo>
                    <a:cubicBezTo>
                      <a:pt x="4393" y="2755"/>
                      <a:pt x="4385" y="2762"/>
                      <a:pt x="4380" y="2768"/>
                    </a:cubicBezTo>
                    <a:cubicBezTo>
                      <a:pt x="4374" y="2774"/>
                      <a:pt x="4370" y="2781"/>
                      <a:pt x="4367" y="2788"/>
                    </a:cubicBezTo>
                    <a:cubicBezTo>
                      <a:pt x="4364" y="2796"/>
                      <a:pt x="4363" y="2804"/>
                      <a:pt x="4363" y="2813"/>
                    </a:cubicBezTo>
                    <a:cubicBezTo>
                      <a:pt x="4363" y="2824"/>
                      <a:pt x="4365" y="2834"/>
                      <a:pt x="4369" y="2843"/>
                    </a:cubicBezTo>
                    <a:cubicBezTo>
                      <a:pt x="4373" y="2852"/>
                      <a:pt x="4380" y="2860"/>
                      <a:pt x="4388" y="2866"/>
                    </a:cubicBezTo>
                    <a:cubicBezTo>
                      <a:pt x="4396" y="2872"/>
                      <a:pt x="4406" y="2876"/>
                      <a:pt x="4418" y="2879"/>
                    </a:cubicBezTo>
                    <a:cubicBezTo>
                      <a:pt x="4429" y="2882"/>
                      <a:pt x="4443" y="2884"/>
                      <a:pt x="4457" y="2884"/>
                    </a:cubicBezTo>
                    <a:cubicBezTo>
                      <a:pt x="4473" y="2884"/>
                      <a:pt x="4487" y="2883"/>
                      <a:pt x="4499" y="2879"/>
                    </a:cubicBezTo>
                    <a:cubicBezTo>
                      <a:pt x="4511" y="2876"/>
                      <a:pt x="4521" y="2871"/>
                      <a:pt x="4530" y="2864"/>
                    </a:cubicBezTo>
                    <a:cubicBezTo>
                      <a:pt x="4538" y="2858"/>
                      <a:pt x="4545" y="2849"/>
                      <a:pt x="4549" y="2839"/>
                    </a:cubicBezTo>
                    <a:cubicBezTo>
                      <a:pt x="4553" y="2830"/>
                      <a:pt x="4555" y="2819"/>
                      <a:pt x="4555" y="2807"/>
                    </a:cubicBezTo>
                    <a:cubicBezTo>
                      <a:pt x="4555" y="2798"/>
                      <a:pt x="4554" y="2790"/>
                      <a:pt x="4551" y="2783"/>
                    </a:cubicBezTo>
                    <a:cubicBezTo>
                      <a:pt x="4548" y="2776"/>
                      <a:pt x="4544" y="2770"/>
                      <a:pt x="4538" y="2764"/>
                    </a:cubicBezTo>
                    <a:cubicBezTo>
                      <a:pt x="4533" y="2757"/>
                      <a:pt x="4526" y="2751"/>
                      <a:pt x="4518" y="2746"/>
                    </a:cubicBezTo>
                    <a:cubicBezTo>
                      <a:pt x="4510" y="2741"/>
                      <a:pt x="4500" y="2735"/>
                      <a:pt x="4490" y="2730"/>
                    </a:cubicBezTo>
                    <a:cubicBezTo>
                      <a:pt x="4499" y="2725"/>
                      <a:pt x="4507" y="2720"/>
                      <a:pt x="4514" y="2715"/>
                    </a:cubicBezTo>
                    <a:cubicBezTo>
                      <a:pt x="4521" y="2710"/>
                      <a:pt x="4526" y="2704"/>
                      <a:pt x="4531" y="2697"/>
                    </a:cubicBezTo>
                    <a:cubicBezTo>
                      <a:pt x="4535" y="2691"/>
                      <a:pt x="4539" y="2685"/>
                      <a:pt x="4541" y="2678"/>
                    </a:cubicBezTo>
                    <a:cubicBezTo>
                      <a:pt x="4544" y="2671"/>
                      <a:pt x="4546" y="2664"/>
                      <a:pt x="4546" y="2657"/>
                    </a:cubicBezTo>
                    <a:cubicBezTo>
                      <a:pt x="4546" y="2648"/>
                      <a:pt x="4543" y="2639"/>
                      <a:pt x="4540" y="2630"/>
                    </a:cubicBezTo>
                    <a:cubicBezTo>
                      <a:pt x="4537" y="2622"/>
                      <a:pt x="4532" y="2615"/>
                      <a:pt x="4525" y="2609"/>
                    </a:cubicBezTo>
                    <a:cubicBezTo>
                      <a:pt x="4518" y="2603"/>
                      <a:pt x="4509" y="2599"/>
                      <a:pt x="4499" y="2595"/>
                    </a:cubicBezTo>
                    <a:cubicBezTo>
                      <a:pt x="4488" y="2592"/>
                      <a:pt x="4476" y="2590"/>
                      <a:pt x="4462" y="2590"/>
                    </a:cubicBezTo>
                    <a:close/>
                    <a:moveTo>
                      <a:pt x="5261" y="2590"/>
                    </a:moveTo>
                    <a:cubicBezTo>
                      <a:pt x="5252" y="2590"/>
                      <a:pt x="5244" y="2591"/>
                      <a:pt x="5236" y="2593"/>
                    </a:cubicBezTo>
                    <a:cubicBezTo>
                      <a:pt x="5228" y="2594"/>
                      <a:pt x="5221" y="2597"/>
                      <a:pt x="5214" y="2600"/>
                    </a:cubicBezTo>
                    <a:cubicBezTo>
                      <a:pt x="5208" y="2602"/>
                      <a:pt x="5203" y="2605"/>
                      <a:pt x="5198" y="2608"/>
                    </a:cubicBezTo>
                    <a:cubicBezTo>
                      <a:pt x="5194" y="2610"/>
                      <a:pt x="5190" y="2612"/>
                      <a:pt x="5188" y="2614"/>
                    </a:cubicBezTo>
                    <a:cubicBezTo>
                      <a:pt x="5187" y="2615"/>
                      <a:pt x="5186" y="2616"/>
                      <a:pt x="5185" y="2617"/>
                    </a:cubicBezTo>
                    <a:cubicBezTo>
                      <a:pt x="5184" y="2618"/>
                      <a:pt x="5184" y="2620"/>
                      <a:pt x="5184" y="2621"/>
                    </a:cubicBezTo>
                    <a:cubicBezTo>
                      <a:pt x="5184" y="2622"/>
                      <a:pt x="5183" y="2624"/>
                      <a:pt x="5183" y="2625"/>
                    </a:cubicBezTo>
                    <a:cubicBezTo>
                      <a:pt x="5183" y="2627"/>
                      <a:pt x="5183" y="2628"/>
                      <a:pt x="5183" y="2630"/>
                    </a:cubicBezTo>
                    <a:cubicBezTo>
                      <a:pt x="5183" y="2634"/>
                      <a:pt x="5183" y="2636"/>
                      <a:pt x="5183" y="2638"/>
                    </a:cubicBezTo>
                    <a:cubicBezTo>
                      <a:pt x="5183" y="2641"/>
                      <a:pt x="5184" y="2642"/>
                      <a:pt x="5184" y="2644"/>
                    </a:cubicBezTo>
                    <a:cubicBezTo>
                      <a:pt x="5185" y="2645"/>
                      <a:pt x="5186" y="2646"/>
                      <a:pt x="5187" y="2646"/>
                    </a:cubicBezTo>
                    <a:cubicBezTo>
                      <a:pt x="5188" y="2647"/>
                      <a:pt x="5188" y="2647"/>
                      <a:pt x="5189" y="2647"/>
                    </a:cubicBezTo>
                    <a:cubicBezTo>
                      <a:pt x="5191" y="2647"/>
                      <a:pt x="5194" y="2646"/>
                      <a:pt x="5197" y="2644"/>
                    </a:cubicBezTo>
                    <a:cubicBezTo>
                      <a:pt x="5201" y="2641"/>
                      <a:pt x="5205" y="2639"/>
                      <a:pt x="5211" y="2636"/>
                    </a:cubicBezTo>
                    <a:cubicBezTo>
                      <a:pt x="5216" y="2633"/>
                      <a:pt x="5222" y="2630"/>
                      <a:pt x="5229" y="2628"/>
                    </a:cubicBezTo>
                    <a:cubicBezTo>
                      <a:pt x="5236" y="2625"/>
                      <a:pt x="5245" y="2623"/>
                      <a:pt x="5254" y="2623"/>
                    </a:cubicBezTo>
                    <a:cubicBezTo>
                      <a:pt x="5261" y="2623"/>
                      <a:pt x="5268" y="2625"/>
                      <a:pt x="5274" y="2628"/>
                    </a:cubicBezTo>
                    <a:cubicBezTo>
                      <a:pt x="5280" y="2630"/>
                      <a:pt x="5284" y="2633"/>
                      <a:pt x="5288" y="2638"/>
                    </a:cubicBezTo>
                    <a:cubicBezTo>
                      <a:pt x="5292" y="2642"/>
                      <a:pt x="5296" y="2647"/>
                      <a:pt x="5298" y="2652"/>
                    </a:cubicBezTo>
                    <a:cubicBezTo>
                      <a:pt x="5300" y="2658"/>
                      <a:pt x="5300" y="2664"/>
                      <a:pt x="5300" y="2670"/>
                    </a:cubicBezTo>
                    <a:cubicBezTo>
                      <a:pt x="5300" y="2676"/>
                      <a:pt x="5300" y="2683"/>
                      <a:pt x="5299" y="2690"/>
                    </a:cubicBezTo>
                    <a:cubicBezTo>
                      <a:pt x="5297" y="2698"/>
                      <a:pt x="5294" y="2706"/>
                      <a:pt x="5290" y="2715"/>
                    </a:cubicBezTo>
                    <a:cubicBezTo>
                      <a:pt x="5286" y="2724"/>
                      <a:pt x="5280" y="2733"/>
                      <a:pt x="5272" y="2744"/>
                    </a:cubicBezTo>
                    <a:cubicBezTo>
                      <a:pt x="5265" y="2755"/>
                      <a:pt x="5254" y="2767"/>
                      <a:pt x="5241" y="2780"/>
                    </a:cubicBezTo>
                    <a:lnTo>
                      <a:pt x="5187" y="2839"/>
                    </a:lnTo>
                    <a:cubicBezTo>
                      <a:pt x="5185" y="2841"/>
                      <a:pt x="5183" y="2843"/>
                      <a:pt x="5182" y="2845"/>
                    </a:cubicBezTo>
                    <a:cubicBezTo>
                      <a:pt x="5181" y="2846"/>
                      <a:pt x="5180" y="2847"/>
                      <a:pt x="5180" y="2849"/>
                    </a:cubicBezTo>
                    <a:cubicBezTo>
                      <a:pt x="5179" y="2851"/>
                      <a:pt x="5178" y="2853"/>
                      <a:pt x="5178" y="2855"/>
                    </a:cubicBezTo>
                    <a:cubicBezTo>
                      <a:pt x="5178" y="2858"/>
                      <a:pt x="5178" y="2860"/>
                      <a:pt x="5178" y="2863"/>
                    </a:cubicBezTo>
                    <a:cubicBezTo>
                      <a:pt x="5178" y="2867"/>
                      <a:pt x="5177" y="2869"/>
                      <a:pt x="5178" y="2871"/>
                    </a:cubicBezTo>
                    <a:cubicBezTo>
                      <a:pt x="5178" y="2873"/>
                      <a:pt x="5179" y="2875"/>
                      <a:pt x="5181" y="2877"/>
                    </a:cubicBezTo>
                    <a:cubicBezTo>
                      <a:pt x="5182" y="2878"/>
                      <a:pt x="5183" y="2879"/>
                      <a:pt x="5185" y="2879"/>
                    </a:cubicBezTo>
                    <a:cubicBezTo>
                      <a:pt x="5186" y="2880"/>
                      <a:pt x="5188" y="2880"/>
                      <a:pt x="5190" y="2880"/>
                    </a:cubicBezTo>
                    <a:lnTo>
                      <a:pt x="5348" y="2880"/>
                    </a:lnTo>
                    <a:cubicBezTo>
                      <a:pt x="5349" y="2880"/>
                      <a:pt x="5351" y="2879"/>
                      <a:pt x="5352" y="2878"/>
                    </a:cubicBezTo>
                    <a:cubicBezTo>
                      <a:pt x="5353" y="2878"/>
                      <a:pt x="5354" y="2877"/>
                      <a:pt x="5354" y="2876"/>
                    </a:cubicBezTo>
                    <a:cubicBezTo>
                      <a:pt x="5355" y="2874"/>
                      <a:pt x="5355" y="2872"/>
                      <a:pt x="5355" y="2870"/>
                    </a:cubicBezTo>
                    <a:cubicBezTo>
                      <a:pt x="5356" y="2868"/>
                      <a:pt x="5356" y="2866"/>
                      <a:pt x="5356" y="2863"/>
                    </a:cubicBezTo>
                    <a:cubicBezTo>
                      <a:pt x="5356" y="2861"/>
                      <a:pt x="5356" y="2858"/>
                      <a:pt x="5355" y="2856"/>
                    </a:cubicBezTo>
                    <a:cubicBezTo>
                      <a:pt x="5355" y="2854"/>
                      <a:pt x="5354" y="2853"/>
                      <a:pt x="5353" y="2852"/>
                    </a:cubicBezTo>
                    <a:cubicBezTo>
                      <a:pt x="5353" y="2850"/>
                      <a:pt x="5352" y="2849"/>
                      <a:pt x="5351" y="2848"/>
                    </a:cubicBezTo>
                    <a:cubicBezTo>
                      <a:pt x="5350" y="2848"/>
                      <a:pt x="5348" y="2847"/>
                      <a:pt x="5347" y="2847"/>
                    </a:cubicBezTo>
                    <a:lnTo>
                      <a:pt x="5224" y="2847"/>
                    </a:lnTo>
                    <a:lnTo>
                      <a:pt x="5269" y="2801"/>
                    </a:lnTo>
                    <a:cubicBezTo>
                      <a:pt x="5285" y="2784"/>
                      <a:pt x="5298" y="2769"/>
                      <a:pt x="5308" y="2756"/>
                    </a:cubicBezTo>
                    <a:cubicBezTo>
                      <a:pt x="5317" y="2743"/>
                      <a:pt x="5325" y="2731"/>
                      <a:pt x="5330" y="2720"/>
                    </a:cubicBezTo>
                    <a:cubicBezTo>
                      <a:pt x="5336" y="2710"/>
                      <a:pt x="5339" y="2700"/>
                      <a:pt x="5341" y="2691"/>
                    </a:cubicBezTo>
                    <a:cubicBezTo>
                      <a:pt x="5343" y="2682"/>
                      <a:pt x="5343" y="2673"/>
                      <a:pt x="5343" y="2664"/>
                    </a:cubicBezTo>
                    <a:cubicBezTo>
                      <a:pt x="5343" y="2654"/>
                      <a:pt x="5342" y="2645"/>
                      <a:pt x="5338" y="2636"/>
                    </a:cubicBezTo>
                    <a:cubicBezTo>
                      <a:pt x="5335" y="2627"/>
                      <a:pt x="5329" y="2619"/>
                      <a:pt x="5323" y="2612"/>
                    </a:cubicBezTo>
                    <a:cubicBezTo>
                      <a:pt x="5316" y="2605"/>
                      <a:pt x="5307" y="2600"/>
                      <a:pt x="5297" y="2596"/>
                    </a:cubicBezTo>
                    <a:cubicBezTo>
                      <a:pt x="5287" y="2592"/>
                      <a:pt x="5275" y="2590"/>
                      <a:pt x="5261" y="2590"/>
                    </a:cubicBezTo>
                    <a:close/>
                    <a:moveTo>
                      <a:pt x="5495" y="2590"/>
                    </a:moveTo>
                    <a:cubicBezTo>
                      <a:pt x="5479" y="2590"/>
                      <a:pt x="5464" y="2593"/>
                      <a:pt x="5452" y="2598"/>
                    </a:cubicBezTo>
                    <a:cubicBezTo>
                      <a:pt x="5440" y="2603"/>
                      <a:pt x="5430" y="2610"/>
                      <a:pt x="5422" y="2619"/>
                    </a:cubicBezTo>
                    <a:cubicBezTo>
                      <a:pt x="5414" y="2628"/>
                      <a:pt x="5409" y="2638"/>
                      <a:pt x="5405" y="2649"/>
                    </a:cubicBezTo>
                    <a:cubicBezTo>
                      <a:pt x="5402" y="2660"/>
                      <a:pt x="5400" y="2672"/>
                      <a:pt x="5400" y="2685"/>
                    </a:cubicBezTo>
                    <a:cubicBezTo>
                      <a:pt x="5400" y="2697"/>
                      <a:pt x="5401" y="2708"/>
                      <a:pt x="5404" y="2719"/>
                    </a:cubicBezTo>
                    <a:cubicBezTo>
                      <a:pt x="5407" y="2729"/>
                      <a:pt x="5411" y="2738"/>
                      <a:pt x="5418" y="2745"/>
                    </a:cubicBezTo>
                    <a:cubicBezTo>
                      <a:pt x="5424" y="2753"/>
                      <a:pt x="5433" y="2758"/>
                      <a:pt x="5444" y="2763"/>
                    </a:cubicBezTo>
                    <a:cubicBezTo>
                      <a:pt x="5455" y="2767"/>
                      <a:pt x="5468" y="2770"/>
                      <a:pt x="5484" y="2770"/>
                    </a:cubicBezTo>
                    <a:cubicBezTo>
                      <a:pt x="5498" y="2770"/>
                      <a:pt x="5511" y="2768"/>
                      <a:pt x="5522" y="2765"/>
                    </a:cubicBezTo>
                    <a:cubicBezTo>
                      <a:pt x="5533" y="2761"/>
                      <a:pt x="5542" y="2757"/>
                      <a:pt x="5550" y="2752"/>
                    </a:cubicBezTo>
                    <a:cubicBezTo>
                      <a:pt x="5550" y="2766"/>
                      <a:pt x="5548" y="2779"/>
                      <a:pt x="5545" y="2791"/>
                    </a:cubicBezTo>
                    <a:cubicBezTo>
                      <a:pt x="5542" y="2803"/>
                      <a:pt x="5536" y="2813"/>
                      <a:pt x="5530" y="2823"/>
                    </a:cubicBezTo>
                    <a:cubicBezTo>
                      <a:pt x="5523" y="2832"/>
                      <a:pt x="5515" y="2839"/>
                      <a:pt x="5505" y="2845"/>
                    </a:cubicBezTo>
                    <a:cubicBezTo>
                      <a:pt x="5495" y="2850"/>
                      <a:pt x="5482" y="2854"/>
                      <a:pt x="5468" y="2854"/>
                    </a:cubicBezTo>
                    <a:cubicBezTo>
                      <a:pt x="5461" y="2854"/>
                      <a:pt x="5454" y="2853"/>
                      <a:pt x="5448" y="2852"/>
                    </a:cubicBezTo>
                    <a:cubicBezTo>
                      <a:pt x="5442" y="2851"/>
                      <a:pt x="5436" y="2850"/>
                      <a:pt x="5432" y="2848"/>
                    </a:cubicBezTo>
                    <a:cubicBezTo>
                      <a:pt x="5427" y="2847"/>
                      <a:pt x="5424" y="2845"/>
                      <a:pt x="5421" y="2844"/>
                    </a:cubicBezTo>
                    <a:cubicBezTo>
                      <a:pt x="5418" y="2843"/>
                      <a:pt x="5416" y="2843"/>
                      <a:pt x="5414" y="2843"/>
                    </a:cubicBezTo>
                    <a:cubicBezTo>
                      <a:pt x="5413" y="2843"/>
                      <a:pt x="5412" y="2843"/>
                      <a:pt x="5411" y="2843"/>
                    </a:cubicBezTo>
                    <a:cubicBezTo>
                      <a:pt x="5410" y="2843"/>
                      <a:pt x="5409" y="2845"/>
                      <a:pt x="5409" y="2846"/>
                    </a:cubicBezTo>
                    <a:cubicBezTo>
                      <a:pt x="5409" y="2847"/>
                      <a:pt x="5408" y="2848"/>
                      <a:pt x="5408" y="2850"/>
                    </a:cubicBezTo>
                    <a:cubicBezTo>
                      <a:pt x="5408" y="2852"/>
                      <a:pt x="5408" y="2854"/>
                      <a:pt x="5408" y="2857"/>
                    </a:cubicBezTo>
                    <a:cubicBezTo>
                      <a:pt x="5408" y="2861"/>
                      <a:pt x="5408" y="2865"/>
                      <a:pt x="5409" y="2867"/>
                    </a:cubicBezTo>
                    <a:cubicBezTo>
                      <a:pt x="5410" y="2869"/>
                      <a:pt x="5411" y="2871"/>
                      <a:pt x="5412" y="2872"/>
                    </a:cubicBezTo>
                    <a:cubicBezTo>
                      <a:pt x="5414" y="2873"/>
                      <a:pt x="5416" y="2874"/>
                      <a:pt x="5420" y="2876"/>
                    </a:cubicBezTo>
                    <a:cubicBezTo>
                      <a:pt x="5423" y="2877"/>
                      <a:pt x="5426" y="2879"/>
                      <a:pt x="5431" y="2880"/>
                    </a:cubicBezTo>
                    <a:cubicBezTo>
                      <a:pt x="5436" y="2881"/>
                      <a:pt x="5441" y="2882"/>
                      <a:pt x="5447" y="2883"/>
                    </a:cubicBezTo>
                    <a:cubicBezTo>
                      <a:pt x="5453" y="2883"/>
                      <a:pt x="5459" y="2884"/>
                      <a:pt x="5465" y="2884"/>
                    </a:cubicBezTo>
                    <a:cubicBezTo>
                      <a:pt x="5482" y="2884"/>
                      <a:pt x="5496" y="2882"/>
                      <a:pt x="5509" y="2877"/>
                    </a:cubicBezTo>
                    <a:cubicBezTo>
                      <a:pt x="5521" y="2873"/>
                      <a:pt x="5532" y="2867"/>
                      <a:pt x="5541" y="2860"/>
                    </a:cubicBezTo>
                    <a:cubicBezTo>
                      <a:pt x="5550" y="2852"/>
                      <a:pt x="5557" y="2843"/>
                      <a:pt x="5563" y="2832"/>
                    </a:cubicBezTo>
                    <a:cubicBezTo>
                      <a:pt x="5569" y="2822"/>
                      <a:pt x="5575" y="2811"/>
                      <a:pt x="5578" y="2800"/>
                    </a:cubicBezTo>
                    <a:cubicBezTo>
                      <a:pt x="5582" y="2788"/>
                      <a:pt x="5584" y="2776"/>
                      <a:pt x="5585" y="2764"/>
                    </a:cubicBezTo>
                    <a:cubicBezTo>
                      <a:pt x="5587" y="2751"/>
                      <a:pt x="5588" y="2738"/>
                      <a:pt x="5588" y="2726"/>
                    </a:cubicBezTo>
                    <a:cubicBezTo>
                      <a:pt x="5588" y="2713"/>
                      <a:pt x="5587" y="2700"/>
                      <a:pt x="5585" y="2689"/>
                    </a:cubicBezTo>
                    <a:cubicBezTo>
                      <a:pt x="5584" y="2677"/>
                      <a:pt x="5582" y="2665"/>
                      <a:pt x="5579" y="2655"/>
                    </a:cubicBezTo>
                    <a:cubicBezTo>
                      <a:pt x="5576" y="2645"/>
                      <a:pt x="5573" y="2636"/>
                      <a:pt x="5569" y="2628"/>
                    </a:cubicBezTo>
                    <a:cubicBezTo>
                      <a:pt x="5564" y="2620"/>
                      <a:pt x="5558" y="2613"/>
                      <a:pt x="5551" y="2608"/>
                    </a:cubicBezTo>
                    <a:cubicBezTo>
                      <a:pt x="5544" y="2602"/>
                      <a:pt x="5536" y="2597"/>
                      <a:pt x="5527" y="2594"/>
                    </a:cubicBezTo>
                    <a:cubicBezTo>
                      <a:pt x="5518" y="2591"/>
                      <a:pt x="5507" y="2590"/>
                      <a:pt x="5495" y="2590"/>
                    </a:cubicBezTo>
                    <a:close/>
                    <a:moveTo>
                      <a:pt x="6293" y="2590"/>
                    </a:moveTo>
                    <a:cubicBezTo>
                      <a:pt x="6283" y="2590"/>
                      <a:pt x="6274" y="2591"/>
                      <a:pt x="6266" y="2593"/>
                    </a:cubicBezTo>
                    <a:cubicBezTo>
                      <a:pt x="6258" y="2594"/>
                      <a:pt x="6251" y="2597"/>
                      <a:pt x="6245" y="2600"/>
                    </a:cubicBezTo>
                    <a:cubicBezTo>
                      <a:pt x="6239" y="2602"/>
                      <a:pt x="6233" y="2605"/>
                      <a:pt x="6229" y="2608"/>
                    </a:cubicBezTo>
                    <a:cubicBezTo>
                      <a:pt x="6225" y="2610"/>
                      <a:pt x="6222" y="2611"/>
                      <a:pt x="6220" y="2613"/>
                    </a:cubicBezTo>
                    <a:cubicBezTo>
                      <a:pt x="6219" y="2614"/>
                      <a:pt x="6218" y="2616"/>
                      <a:pt x="6218" y="2617"/>
                    </a:cubicBezTo>
                    <a:cubicBezTo>
                      <a:pt x="6217" y="2618"/>
                      <a:pt x="6216" y="2619"/>
                      <a:pt x="6216" y="2620"/>
                    </a:cubicBezTo>
                    <a:cubicBezTo>
                      <a:pt x="6216" y="2621"/>
                      <a:pt x="6215" y="2623"/>
                      <a:pt x="6215" y="2624"/>
                    </a:cubicBezTo>
                    <a:cubicBezTo>
                      <a:pt x="6215" y="2626"/>
                      <a:pt x="6215" y="2628"/>
                      <a:pt x="6215" y="2630"/>
                    </a:cubicBezTo>
                    <a:cubicBezTo>
                      <a:pt x="6215" y="2634"/>
                      <a:pt x="6215" y="2636"/>
                      <a:pt x="6215" y="2638"/>
                    </a:cubicBezTo>
                    <a:cubicBezTo>
                      <a:pt x="6215" y="2640"/>
                      <a:pt x="6216" y="2642"/>
                      <a:pt x="6217" y="2643"/>
                    </a:cubicBezTo>
                    <a:cubicBezTo>
                      <a:pt x="6217" y="2644"/>
                      <a:pt x="6218" y="2645"/>
                      <a:pt x="6219" y="2645"/>
                    </a:cubicBezTo>
                    <a:cubicBezTo>
                      <a:pt x="6219" y="2646"/>
                      <a:pt x="6220" y="2645"/>
                      <a:pt x="6221" y="2645"/>
                    </a:cubicBezTo>
                    <a:cubicBezTo>
                      <a:pt x="6223" y="2645"/>
                      <a:pt x="6225" y="2644"/>
                      <a:pt x="6229" y="2642"/>
                    </a:cubicBezTo>
                    <a:cubicBezTo>
                      <a:pt x="6233" y="2639"/>
                      <a:pt x="6238" y="2637"/>
                      <a:pt x="6243" y="2634"/>
                    </a:cubicBezTo>
                    <a:cubicBezTo>
                      <a:pt x="6249" y="2631"/>
                      <a:pt x="6255" y="2628"/>
                      <a:pt x="6262" y="2625"/>
                    </a:cubicBezTo>
                    <a:cubicBezTo>
                      <a:pt x="6269" y="2623"/>
                      <a:pt x="6277" y="2622"/>
                      <a:pt x="6286" y="2622"/>
                    </a:cubicBezTo>
                    <a:cubicBezTo>
                      <a:pt x="6293" y="2622"/>
                      <a:pt x="6300" y="2623"/>
                      <a:pt x="6306" y="2625"/>
                    </a:cubicBezTo>
                    <a:cubicBezTo>
                      <a:pt x="6312" y="2627"/>
                      <a:pt x="6317" y="2630"/>
                      <a:pt x="6321" y="2634"/>
                    </a:cubicBezTo>
                    <a:cubicBezTo>
                      <a:pt x="6325" y="2638"/>
                      <a:pt x="6328" y="2643"/>
                      <a:pt x="6330" y="2648"/>
                    </a:cubicBezTo>
                    <a:cubicBezTo>
                      <a:pt x="6332" y="2653"/>
                      <a:pt x="6332" y="2659"/>
                      <a:pt x="6332" y="2665"/>
                    </a:cubicBezTo>
                    <a:cubicBezTo>
                      <a:pt x="6332" y="2673"/>
                      <a:pt x="6331" y="2680"/>
                      <a:pt x="6328" y="2687"/>
                    </a:cubicBezTo>
                    <a:cubicBezTo>
                      <a:pt x="6325" y="2693"/>
                      <a:pt x="6321" y="2699"/>
                      <a:pt x="6316" y="2704"/>
                    </a:cubicBezTo>
                    <a:cubicBezTo>
                      <a:pt x="6310" y="2708"/>
                      <a:pt x="6304" y="2713"/>
                      <a:pt x="6296" y="2715"/>
                    </a:cubicBezTo>
                    <a:cubicBezTo>
                      <a:pt x="6288" y="2718"/>
                      <a:pt x="6279" y="2719"/>
                      <a:pt x="6270" y="2719"/>
                    </a:cubicBezTo>
                    <a:lnTo>
                      <a:pt x="6245" y="2719"/>
                    </a:lnTo>
                    <a:cubicBezTo>
                      <a:pt x="6244" y="2719"/>
                      <a:pt x="6243" y="2719"/>
                      <a:pt x="6242" y="2720"/>
                    </a:cubicBezTo>
                    <a:cubicBezTo>
                      <a:pt x="6240" y="2720"/>
                      <a:pt x="6240" y="2720"/>
                      <a:pt x="6239" y="2721"/>
                    </a:cubicBezTo>
                    <a:cubicBezTo>
                      <a:pt x="6238" y="2722"/>
                      <a:pt x="6238" y="2724"/>
                      <a:pt x="6237" y="2726"/>
                    </a:cubicBezTo>
                    <a:cubicBezTo>
                      <a:pt x="6237" y="2728"/>
                      <a:pt x="6236" y="2730"/>
                      <a:pt x="6236" y="2733"/>
                    </a:cubicBezTo>
                    <a:cubicBezTo>
                      <a:pt x="6236" y="2736"/>
                      <a:pt x="6237" y="2739"/>
                      <a:pt x="6237" y="2741"/>
                    </a:cubicBezTo>
                    <a:cubicBezTo>
                      <a:pt x="6238" y="2743"/>
                      <a:pt x="6238" y="2744"/>
                      <a:pt x="6239" y="2745"/>
                    </a:cubicBezTo>
                    <a:cubicBezTo>
                      <a:pt x="6240" y="2746"/>
                      <a:pt x="6240" y="2747"/>
                      <a:pt x="6242" y="2748"/>
                    </a:cubicBezTo>
                    <a:cubicBezTo>
                      <a:pt x="6243" y="2748"/>
                      <a:pt x="6244" y="2749"/>
                      <a:pt x="6245" y="2749"/>
                    </a:cubicBezTo>
                    <a:lnTo>
                      <a:pt x="6272" y="2749"/>
                    </a:lnTo>
                    <a:cubicBezTo>
                      <a:pt x="6284" y="2749"/>
                      <a:pt x="6293" y="2750"/>
                      <a:pt x="6302" y="2752"/>
                    </a:cubicBezTo>
                    <a:cubicBezTo>
                      <a:pt x="6311" y="2755"/>
                      <a:pt x="6319" y="2758"/>
                      <a:pt x="6325" y="2763"/>
                    </a:cubicBezTo>
                    <a:cubicBezTo>
                      <a:pt x="6331" y="2767"/>
                      <a:pt x="6335" y="2773"/>
                      <a:pt x="6339" y="2779"/>
                    </a:cubicBezTo>
                    <a:cubicBezTo>
                      <a:pt x="6342" y="2786"/>
                      <a:pt x="6344" y="2793"/>
                      <a:pt x="6344" y="2802"/>
                    </a:cubicBezTo>
                    <a:cubicBezTo>
                      <a:pt x="6344" y="2809"/>
                      <a:pt x="6343" y="2816"/>
                      <a:pt x="6340" y="2822"/>
                    </a:cubicBezTo>
                    <a:cubicBezTo>
                      <a:pt x="6338" y="2828"/>
                      <a:pt x="6334" y="2834"/>
                      <a:pt x="6329" y="2839"/>
                    </a:cubicBezTo>
                    <a:cubicBezTo>
                      <a:pt x="6324" y="2843"/>
                      <a:pt x="6318" y="2847"/>
                      <a:pt x="6310" y="2849"/>
                    </a:cubicBezTo>
                    <a:cubicBezTo>
                      <a:pt x="6303" y="2852"/>
                      <a:pt x="6294" y="2853"/>
                      <a:pt x="6285" y="2853"/>
                    </a:cubicBezTo>
                    <a:cubicBezTo>
                      <a:pt x="6275" y="2853"/>
                      <a:pt x="6266" y="2852"/>
                      <a:pt x="6257" y="2849"/>
                    </a:cubicBezTo>
                    <a:cubicBezTo>
                      <a:pt x="6249" y="2847"/>
                      <a:pt x="6242" y="2844"/>
                      <a:pt x="6236" y="2841"/>
                    </a:cubicBezTo>
                    <a:cubicBezTo>
                      <a:pt x="6230" y="2839"/>
                      <a:pt x="6225" y="2837"/>
                      <a:pt x="6221" y="2834"/>
                    </a:cubicBezTo>
                    <a:cubicBezTo>
                      <a:pt x="6217" y="2832"/>
                      <a:pt x="6215" y="2831"/>
                      <a:pt x="6213" y="2831"/>
                    </a:cubicBezTo>
                    <a:cubicBezTo>
                      <a:pt x="6211" y="2831"/>
                      <a:pt x="6210" y="2831"/>
                      <a:pt x="6209" y="2833"/>
                    </a:cubicBezTo>
                    <a:cubicBezTo>
                      <a:pt x="6208" y="2835"/>
                      <a:pt x="6207" y="2839"/>
                      <a:pt x="6207" y="2845"/>
                    </a:cubicBezTo>
                    <a:cubicBezTo>
                      <a:pt x="6207" y="2848"/>
                      <a:pt x="6207" y="2850"/>
                      <a:pt x="6207" y="2852"/>
                    </a:cubicBezTo>
                    <a:cubicBezTo>
                      <a:pt x="6207" y="2854"/>
                      <a:pt x="6208" y="2857"/>
                      <a:pt x="6209" y="2858"/>
                    </a:cubicBezTo>
                    <a:cubicBezTo>
                      <a:pt x="6209" y="2859"/>
                      <a:pt x="6209" y="2860"/>
                      <a:pt x="6210" y="2862"/>
                    </a:cubicBezTo>
                    <a:cubicBezTo>
                      <a:pt x="6210" y="2863"/>
                      <a:pt x="6211" y="2863"/>
                      <a:pt x="6212" y="2864"/>
                    </a:cubicBezTo>
                    <a:cubicBezTo>
                      <a:pt x="6214" y="2865"/>
                      <a:pt x="6216" y="2867"/>
                      <a:pt x="6220" y="2869"/>
                    </a:cubicBezTo>
                    <a:cubicBezTo>
                      <a:pt x="6225" y="2872"/>
                      <a:pt x="6231" y="2873"/>
                      <a:pt x="6237" y="2876"/>
                    </a:cubicBezTo>
                    <a:cubicBezTo>
                      <a:pt x="6244" y="2878"/>
                      <a:pt x="6251" y="2880"/>
                      <a:pt x="6259" y="2882"/>
                    </a:cubicBezTo>
                    <a:cubicBezTo>
                      <a:pt x="6267" y="2883"/>
                      <a:pt x="6276" y="2884"/>
                      <a:pt x="6286" y="2884"/>
                    </a:cubicBezTo>
                    <a:cubicBezTo>
                      <a:pt x="6301" y="2884"/>
                      <a:pt x="6315" y="2881"/>
                      <a:pt x="6328" y="2877"/>
                    </a:cubicBezTo>
                    <a:cubicBezTo>
                      <a:pt x="6340" y="2873"/>
                      <a:pt x="6351" y="2868"/>
                      <a:pt x="6360" y="2861"/>
                    </a:cubicBezTo>
                    <a:cubicBezTo>
                      <a:pt x="6368" y="2853"/>
                      <a:pt x="6375" y="2844"/>
                      <a:pt x="6379" y="2833"/>
                    </a:cubicBezTo>
                    <a:cubicBezTo>
                      <a:pt x="6384" y="2823"/>
                      <a:pt x="6386" y="2811"/>
                      <a:pt x="6386" y="2798"/>
                    </a:cubicBezTo>
                    <a:cubicBezTo>
                      <a:pt x="6386" y="2789"/>
                      <a:pt x="6384" y="2780"/>
                      <a:pt x="6381" y="2772"/>
                    </a:cubicBezTo>
                    <a:cubicBezTo>
                      <a:pt x="6378" y="2765"/>
                      <a:pt x="6374" y="2758"/>
                      <a:pt x="6368" y="2752"/>
                    </a:cubicBezTo>
                    <a:cubicBezTo>
                      <a:pt x="6362" y="2746"/>
                      <a:pt x="6355" y="2741"/>
                      <a:pt x="6346" y="2737"/>
                    </a:cubicBezTo>
                    <a:cubicBezTo>
                      <a:pt x="6338" y="2733"/>
                      <a:pt x="6329" y="2731"/>
                      <a:pt x="6319" y="2730"/>
                    </a:cubicBezTo>
                    <a:cubicBezTo>
                      <a:pt x="6328" y="2728"/>
                      <a:pt x="6335" y="2725"/>
                      <a:pt x="6342" y="2721"/>
                    </a:cubicBezTo>
                    <a:cubicBezTo>
                      <a:pt x="6349" y="2717"/>
                      <a:pt x="6354" y="2711"/>
                      <a:pt x="6359" y="2705"/>
                    </a:cubicBezTo>
                    <a:cubicBezTo>
                      <a:pt x="6363" y="2699"/>
                      <a:pt x="6367" y="2693"/>
                      <a:pt x="6369" y="2685"/>
                    </a:cubicBezTo>
                    <a:cubicBezTo>
                      <a:pt x="6372" y="2677"/>
                      <a:pt x="6373" y="2669"/>
                      <a:pt x="6373" y="2660"/>
                    </a:cubicBezTo>
                    <a:cubicBezTo>
                      <a:pt x="6373" y="2650"/>
                      <a:pt x="6371" y="2640"/>
                      <a:pt x="6368" y="2631"/>
                    </a:cubicBezTo>
                    <a:cubicBezTo>
                      <a:pt x="6364" y="2623"/>
                      <a:pt x="6359" y="2615"/>
                      <a:pt x="6353" y="2609"/>
                    </a:cubicBezTo>
                    <a:cubicBezTo>
                      <a:pt x="6346" y="2603"/>
                      <a:pt x="6338" y="2599"/>
                      <a:pt x="6328" y="2595"/>
                    </a:cubicBezTo>
                    <a:cubicBezTo>
                      <a:pt x="6318" y="2592"/>
                      <a:pt x="6306" y="2590"/>
                      <a:pt x="6293" y="2590"/>
                    </a:cubicBezTo>
                    <a:close/>
                    <a:moveTo>
                      <a:pt x="6531" y="2590"/>
                    </a:moveTo>
                    <a:cubicBezTo>
                      <a:pt x="6512" y="2590"/>
                      <a:pt x="6496" y="2593"/>
                      <a:pt x="6483" y="2600"/>
                    </a:cubicBezTo>
                    <a:cubicBezTo>
                      <a:pt x="6470" y="2608"/>
                      <a:pt x="6460" y="2618"/>
                      <a:pt x="6452" y="2631"/>
                    </a:cubicBezTo>
                    <a:cubicBezTo>
                      <a:pt x="6444" y="2644"/>
                      <a:pt x="6438" y="2660"/>
                      <a:pt x="6435" y="2678"/>
                    </a:cubicBezTo>
                    <a:cubicBezTo>
                      <a:pt x="6431" y="2696"/>
                      <a:pt x="6429" y="2716"/>
                      <a:pt x="6429" y="2738"/>
                    </a:cubicBezTo>
                    <a:cubicBezTo>
                      <a:pt x="6429" y="2762"/>
                      <a:pt x="6432" y="2782"/>
                      <a:pt x="6435" y="2800"/>
                    </a:cubicBezTo>
                    <a:cubicBezTo>
                      <a:pt x="6438" y="2818"/>
                      <a:pt x="6443" y="2833"/>
                      <a:pt x="6451" y="2846"/>
                    </a:cubicBezTo>
                    <a:cubicBezTo>
                      <a:pt x="6458" y="2858"/>
                      <a:pt x="6467" y="2867"/>
                      <a:pt x="6480" y="2874"/>
                    </a:cubicBezTo>
                    <a:cubicBezTo>
                      <a:pt x="6492" y="2880"/>
                      <a:pt x="6508" y="2884"/>
                      <a:pt x="6526" y="2884"/>
                    </a:cubicBezTo>
                    <a:cubicBezTo>
                      <a:pt x="6544" y="2884"/>
                      <a:pt x="6560" y="2880"/>
                      <a:pt x="6573" y="2873"/>
                    </a:cubicBezTo>
                    <a:cubicBezTo>
                      <a:pt x="6586" y="2866"/>
                      <a:pt x="6597" y="2856"/>
                      <a:pt x="6605" y="2843"/>
                    </a:cubicBezTo>
                    <a:cubicBezTo>
                      <a:pt x="6613" y="2830"/>
                      <a:pt x="6618" y="2814"/>
                      <a:pt x="6622" y="2796"/>
                    </a:cubicBezTo>
                    <a:cubicBezTo>
                      <a:pt x="6625" y="2778"/>
                      <a:pt x="6627" y="2758"/>
                      <a:pt x="6627" y="2736"/>
                    </a:cubicBezTo>
                    <a:cubicBezTo>
                      <a:pt x="6627" y="2713"/>
                      <a:pt x="6626" y="2692"/>
                      <a:pt x="6623" y="2674"/>
                    </a:cubicBezTo>
                    <a:cubicBezTo>
                      <a:pt x="6619" y="2656"/>
                      <a:pt x="6614" y="2640"/>
                      <a:pt x="6607" y="2628"/>
                    </a:cubicBezTo>
                    <a:cubicBezTo>
                      <a:pt x="6599" y="2615"/>
                      <a:pt x="6589" y="2606"/>
                      <a:pt x="6577" y="2600"/>
                    </a:cubicBezTo>
                    <a:cubicBezTo>
                      <a:pt x="6564" y="2593"/>
                      <a:pt x="6549" y="2590"/>
                      <a:pt x="6531" y="2590"/>
                    </a:cubicBezTo>
                    <a:close/>
                    <a:moveTo>
                      <a:pt x="2417" y="2591"/>
                    </a:moveTo>
                    <a:cubicBezTo>
                      <a:pt x="2401" y="2591"/>
                      <a:pt x="2387" y="2593"/>
                      <a:pt x="2375" y="2597"/>
                    </a:cubicBezTo>
                    <a:cubicBezTo>
                      <a:pt x="2363" y="2601"/>
                      <a:pt x="2353" y="2607"/>
                      <a:pt x="2344" y="2615"/>
                    </a:cubicBezTo>
                    <a:cubicBezTo>
                      <a:pt x="2335" y="2622"/>
                      <a:pt x="2328" y="2632"/>
                      <a:pt x="2322" y="2642"/>
                    </a:cubicBezTo>
                    <a:cubicBezTo>
                      <a:pt x="2316" y="2652"/>
                      <a:pt x="2311" y="2663"/>
                      <a:pt x="2308" y="2675"/>
                    </a:cubicBezTo>
                    <a:cubicBezTo>
                      <a:pt x="2305" y="2686"/>
                      <a:pt x="2302" y="2698"/>
                      <a:pt x="2301" y="2711"/>
                    </a:cubicBezTo>
                    <a:cubicBezTo>
                      <a:pt x="2300" y="2723"/>
                      <a:pt x="2299" y="2736"/>
                      <a:pt x="2299" y="2748"/>
                    </a:cubicBezTo>
                    <a:cubicBezTo>
                      <a:pt x="2299" y="2762"/>
                      <a:pt x="2300" y="2775"/>
                      <a:pt x="2301" y="2787"/>
                    </a:cubicBezTo>
                    <a:cubicBezTo>
                      <a:pt x="2302" y="2799"/>
                      <a:pt x="2304" y="2810"/>
                      <a:pt x="2307" y="2820"/>
                    </a:cubicBezTo>
                    <a:cubicBezTo>
                      <a:pt x="2310" y="2830"/>
                      <a:pt x="2313" y="2839"/>
                      <a:pt x="2318" y="2847"/>
                    </a:cubicBezTo>
                    <a:cubicBezTo>
                      <a:pt x="2322" y="2854"/>
                      <a:pt x="2328" y="2861"/>
                      <a:pt x="2335" y="2867"/>
                    </a:cubicBezTo>
                    <a:cubicBezTo>
                      <a:pt x="2341" y="2872"/>
                      <a:pt x="2349" y="2876"/>
                      <a:pt x="2358" y="2879"/>
                    </a:cubicBezTo>
                    <a:cubicBezTo>
                      <a:pt x="2367" y="2882"/>
                      <a:pt x="2378" y="2884"/>
                      <a:pt x="2390" y="2884"/>
                    </a:cubicBezTo>
                    <a:cubicBezTo>
                      <a:pt x="2407" y="2884"/>
                      <a:pt x="2421" y="2881"/>
                      <a:pt x="2433" y="2876"/>
                    </a:cubicBezTo>
                    <a:cubicBezTo>
                      <a:pt x="2445" y="2870"/>
                      <a:pt x="2455" y="2863"/>
                      <a:pt x="2463" y="2854"/>
                    </a:cubicBezTo>
                    <a:cubicBezTo>
                      <a:pt x="2471" y="2846"/>
                      <a:pt x="2477" y="2835"/>
                      <a:pt x="2481" y="2824"/>
                    </a:cubicBezTo>
                    <a:cubicBezTo>
                      <a:pt x="2485" y="2812"/>
                      <a:pt x="2486" y="2800"/>
                      <a:pt x="2486" y="2787"/>
                    </a:cubicBezTo>
                    <a:cubicBezTo>
                      <a:pt x="2486" y="2776"/>
                      <a:pt x="2485" y="2765"/>
                      <a:pt x="2483" y="2755"/>
                    </a:cubicBezTo>
                    <a:cubicBezTo>
                      <a:pt x="2480" y="2745"/>
                      <a:pt x="2475" y="2736"/>
                      <a:pt x="2469" y="2728"/>
                    </a:cubicBezTo>
                    <a:cubicBezTo>
                      <a:pt x="2462" y="2721"/>
                      <a:pt x="2454" y="2715"/>
                      <a:pt x="2443" y="2711"/>
                    </a:cubicBezTo>
                    <a:cubicBezTo>
                      <a:pt x="2432" y="2707"/>
                      <a:pt x="2419" y="2705"/>
                      <a:pt x="2403" y="2705"/>
                    </a:cubicBezTo>
                    <a:cubicBezTo>
                      <a:pt x="2396" y="2705"/>
                      <a:pt x="2389" y="2705"/>
                      <a:pt x="2383" y="2706"/>
                    </a:cubicBezTo>
                    <a:cubicBezTo>
                      <a:pt x="2377" y="2707"/>
                      <a:pt x="2371" y="2709"/>
                      <a:pt x="2365" y="2711"/>
                    </a:cubicBezTo>
                    <a:cubicBezTo>
                      <a:pt x="2360" y="2712"/>
                      <a:pt x="2354" y="2715"/>
                      <a:pt x="2350" y="2717"/>
                    </a:cubicBezTo>
                    <a:cubicBezTo>
                      <a:pt x="2345" y="2719"/>
                      <a:pt x="2341" y="2721"/>
                      <a:pt x="2337" y="2723"/>
                    </a:cubicBezTo>
                    <a:cubicBezTo>
                      <a:pt x="2338" y="2710"/>
                      <a:pt x="2339" y="2697"/>
                      <a:pt x="2342" y="2684"/>
                    </a:cubicBezTo>
                    <a:cubicBezTo>
                      <a:pt x="2345" y="2672"/>
                      <a:pt x="2349" y="2661"/>
                      <a:pt x="2356" y="2652"/>
                    </a:cubicBezTo>
                    <a:cubicBezTo>
                      <a:pt x="2362" y="2642"/>
                      <a:pt x="2371" y="2634"/>
                      <a:pt x="2380" y="2629"/>
                    </a:cubicBezTo>
                    <a:cubicBezTo>
                      <a:pt x="2390" y="2623"/>
                      <a:pt x="2402" y="2621"/>
                      <a:pt x="2416" y="2621"/>
                    </a:cubicBezTo>
                    <a:cubicBezTo>
                      <a:pt x="2423" y="2621"/>
                      <a:pt x="2429" y="2621"/>
                      <a:pt x="2435" y="2623"/>
                    </a:cubicBezTo>
                    <a:cubicBezTo>
                      <a:pt x="2441" y="2624"/>
                      <a:pt x="2445" y="2624"/>
                      <a:pt x="2449" y="2625"/>
                    </a:cubicBezTo>
                    <a:cubicBezTo>
                      <a:pt x="2453" y="2626"/>
                      <a:pt x="2457" y="2628"/>
                      <a:pt x="2460" y="2629"/>
                    </a:cubicBezTo>
                    <a:cubicBezTo>
                      <a:pt x="2463" y="2630"/>
                      <a:pt x="2464" y="2630"/>
                      <a:pt x="2466" y="2630"/>
                    </a:cubicBezTo>
                    <a:cubicBezTo>
                      <a:pt x="2467" y="2630"/>
                      <a:pt x="2469" y="2630"/>
                      <a:pt x="2469" y="2630"/>
                    </a:cubicBezTo>
                    <a:cubicBezTo>
                      <a:pt x="2470" y="2629"/>
                      <a:pt x="2471" y="2628"/>
                      <a:pt x="2471" y="2627"/>
                    </a:cubicBezTo>
                    <a:cubicBezTo>
                      <a:pt x="2472" y="2626"/>
                      <a:pt x="2472" y="2624"/>
                      <a:pt x="2472" y="2623"/>
                    </a:cubicBezTo>
                    <a:cubicBezTo>
                      <a:pt x="2472" y="2621"/>
                      <a:pt x="2472" y="2618"/>
                      <a:pt x="2472" y="2615"/>
                    </a:cubicBezTo>
                    <a:cubicBezTo>
                      <a:pt x="2472" y="2613"/>
                      <a:pt x="2472" y="2612"/>
                      <a:pt x="2472" y="2610"/>
                    </a:cubicBezTo>
                    <a:cubicBezTo>
                      <a:pt x="2472" y="2609"/>
                      <a:pt x="2472" y="2608"/>
                      <a:pt x="2471" y="2607"/>
                    </a:cubicBezTo>
                    <a:cubicBezTo>
                      <a:pt x="2471" y="2606"/>
                      <a:pt x="2471" y="2604"/>
                      <a:pt x="2470" y="2603"/>
                    </a:cubicBezTo>
                    <a:cubicBezTo>
                      <a:pt x="2470" y="2602"/>
                      <a:pt x="2469" y="2601"/>
                      <a:pt x="2468" y="2600"/>
                    </a:cubicBezTo>
                    <a:cubicBezTo>
                      <a:pt x="2467" y="2600"/>
                      <a:pt x="2465" y="2599"/>
                      <a:pt x="2462" y="2598"/>
                    </a:cubicBezTo>
                    <a:cubicBezTo>
                      <a:pt x="2458" y="2596"/>
                      <a:pt x="2455" y="2595"/>
                      <a:pt x="2450" y="2594"/>
                    </a:cubicBezTo>
                    <a:cubicBezTo>
                      <a:pt x="2445" y="2593"/>
                      <a:pt x="2440" y="2592"/>
                      <a:pt x="2434" y="2592"/>
                    </a:cubicBezTo>
                    <a:cubicBezTo>
                      <a:pt x="2429" y="2591"/>
                      <a:pt x="2423" y="2591"/>
                      <a:pt x="2417" y="2591"/>
                    </a:cubicBezTo>
                    <a:close/>
                    <a:moveTo>
                      <a:pt x="83" y="2592"/>
                    </a:moveTo>
                    <a:cubicBezTo>
                      <a:pt x="74" y="2592"/>
                      <a:pt x="66" y="2593"/>
                      <a:pt x="58" y="2594"/>
                    </a:cubicBezTo>
                    <a:cubicBezTo>
                      <a:pt x="50" y="2596"/>
                      <a:pt x="44" y="2598"/>
                      <a:pt x="37" y="2600"/>
                    </a:cubicBezTo>
                    <a:cubicBezTo>
                      <a:pt x="31" y="2603"/>
                      <a:pt x="25" y="2606"/>
                      <a:pt x="20" y="2608"/>
                    </a:cubicBezTo>
                    <a:cubicBezTo>
                      <a:pt x="16" y="2611"/>
                      <a:pt x="13" y="2613"/>
                      <a:pt x="11" y="2615"/>
                    </a:cubicBezTo>
                    <a:cubicBezTo>
                      <a:pt x="10" y="2616"/>
                      <a:pt x="9" y="2618"/>
                      <a:pt x="8" y="2619"/>
                    </a:cubicBezTo>
                    <a:cubicBezTo>
                      <a:pt x="7" y="2620"/>
                      <a:pt x="7" y="2620"/>
                      <a:pt x="6" y="2622"/>
                    </a:cubicBezTo>
                    <a:cubicBezTo>
                      <a:pt x="6" y="2623"/>
                      <a:pt x="5" y="2624"/>
                      <a:pt x="5" y="2626"/>
                    </a:cubicBezTo>
                    <a:cubicBezTo>
                      <a:pt x="5" y="2628"/>
                      <a:pt x="5" y="2630"/>
                      <a:pt x="5" y="2632"/>
                    </a:cubicBezTo>
                    <a:cubicBezTo>
                      <a:pt x="5" y="2635"/>
                      <a:pt x="5" y="2638"/>
                      <a:pt x="5" y="2640"/>
                    </a:cubicBezTo>
                    <a:cubicBezTo>
                      <a:pt x="6" y="2642"/>
                      <a:pt x="7" y="2644"/>
                      <a:pt x="7" y="2645"/>
                    </a:cubicBezTo>
                    <a:cubicBezTo>
                      <a:pt x="8" y="2647"/>
                      <a:pt x="8" y="2648"/>
                      <a:pt x="9" y="2648"/>
                    </a:cubicBezTo>
                    <a:cubicBezTo>
                      <a:pt x="10" y="2649"/>
                      <a:pt x="10" y="2649"/>
                      <a:pt x="11" y="2649"/>
                    </a:cubicBezTo>
                    <a:cubicBezTo>
                      <a:pt x="13" y="2649"/>
                      <a:pt x="16" y="2648"/>
                      <a:pt x="19" y="2645"/>
                    </a:cubicBezTo>
                    <a:cubicBezTo>
                      <a:pt x="23" y="2643"/>
                      <a:pt x="28" y="2640"/>
                      <a:pt x="34" y="2637"/>
                    </a:cubicBezTo>
                    <a:cubicBezTo>
                      <a:pt x="39" y="2634"/>
                      <a:pt x="45" y="2631"/>
                      <a:pt x="52" y="2629"/>
                    </a:cubicBezTo>
                    <a:cubicBezTo>
                      <a:pt x="59" y="2626"/>
                      <a:pt x="67" y="2625"/>
                      <a:pt x="76" y="2625"/>
                    </a:cubicBezTo>
                    <a:cubicBezTo>
                      <a:pt x="83" y="2625"/>
                      <a:pt x="90" y="2626"/>
                      <a:pt x="96" y="2629"/>
                    </a:cubicBezTo>
                    <a:cubicBezTo>
                      <a:pt x="102" y="2631"/>
                      <a:pt x="107" y="2635"/>
                      <a:pt x="111" y="2639"/>
                    </a:cubicBezTo>
                    <a:cubicBezTo>
                      <a:pt x="115" y="2644"/>
                      <a:pt x="118" y="2649"/>
                      <a:pt x="120" y="2654"/>
                    </a:cubicBezTo>
                    <a:cubicBezTo>
                      <a:pt x="122" y="2660"/>
                      <a:pt x="123" y="2666"/>
                      <a:pt x="123" y="2672"/>
                    </a:cubicBezTo>
                    <a:cubicBezTo>
                      <a:pt x="123" y="2678"/>
                      <a:pt x="122" y="2685"/>
                      <a:pt x="121" y="2692"/>
                    </a:cubicBezTo>
                    <a:cubicBezTo>
                      <a:pt x="120" y="2699"/>
                      <a:pt x="117" y="2707"/>
                      <a:pt x="113" y="2716"/>
                    </a:cubicBezTo>
                    <a:cubicBezTo>
                      <a:pt x="109" y="2725"/>
                      <a:pt x="103" y="2734"/>
                      <a:pt x="95" y="2745"/>
                    </a:cubicBezTo>
                    <a:cubicBezTo>
                      <a:pt x="88" y="2756"/>
                      <a:pt x="77" y="2769"/>
                      <a:pt x="64" y="2782"/>
                    </a:cubicBezTo>
                    <a:lnTo>
                      <a:pt x="9" y="2840"/>
                    </a:lnTo>
                    <a:cubicBezTo>
                      <a:pt x="7" y="2842"/>
                      <a:pt x="6" y="2844"/>
                      <a:pt x="4" y="2846"/>
                    </a:cubicBezTo>
                    <a:cubicBezTo>
                      <a:pt x="3" y="2847"/>
                      <a:pt x="2" y="2849"/>
                      <a:pt x="2" y="2851"/>
                    </a:cubicBezTo>
                    <a:cubicBezTo>
                      <a:pt x="1" y="2853"/>
                      <a:pt x="0" y="2855"/>
                      <a:pt x="0" y="2857"/>
                    </a:cubicBezTo>
                    <a:cubicBezTo>
                      <a:pt x="0" y="2859"/>
                      <a:pt x="0" y="2861"/>
                      <a:pt x="0" y="2864"/>
                    </a:cubicBezTo>
                    <a:cubicBezTo>
                      <a:pt x="0" y="2867"/>
                      <a:pt x="0" y="2871"/>
                      <a:pt x="1" y="2873"/>
                    </a:cubicBezTo>
                    <a:cubicBezTo>
                      <a:pt x="1" y="2875"/>
                      <a:pt x="2" y="2876"/>
                      <a:pt x="4" y="2877"/>
                    </a:cubicBezTo>
                    <a:cubicBezTo>
                      <a:pt x="5" y="2879"/>
                      <a:pt x="6" y="2880"/>
                      <a:pt x="7" y="2880"/>
                    </a:cubicBezTo>
                    <a:cubicBezTo>
                      <a:pt x="9" y="2881"/>
                      <a:pt x="10" y="2881"/>
                      <a:pt x="12" y="2881"/>
                    </a:cubicBezTo>
                    <a:lnTo>
                      <a:pt x="170" y="2881"/>
                    </a:lnTo>
                    <a:cubicBezTo>
                      <a:pt x="172" y="2881"/>
                      <a:pt x="173" y="2881"/>
                      <a:pt x="174" y="2880"/>
                    </a:cubicBezTo>
                    <a:cubicBezTo>
                      <a:pt x="175" y="2879"/>
                      <a:pt x="176" y="2879"/>
                      <a:pt x="176" y="2877"/>
                    </a:cubicBezTo>
                    <a:cubicBezTo>
                      <a:pt x="177" y="2876"/>
                      <a:pt x="178" y="2874"/>
                      <a:pt x="178" y="2872"/>
                    </a:cubicBezTo>
                    <a:cubicBezTo>
                      <a:pt x="179" y="2870"/>
                      <a:pt x="178" y="2868"/>
                      <a:pt x="178" y="2865"/>
                    </a:cubicBezTo>
                    <a:cubicBezTo>
                      <a:pt x="178" y="2862"/>
                      <a:pt x="179" y="2860"/>
                      <a:pt x="178" y="2858"/>
                    </a:cubicBezTo>
                    <a:cubicBezTo>
                      <a:pt x="178" y="2856"/>
                      <a:pt x="177" y="2854"/>
                      <a:pt x="176" y="2853"/>
                    </a:cubicBezTo>
                    <a:cubicBezTo>
                      <a:pt x="176" y="2851"/>
                      <a:pt x="175" y="2851"/>
                      <a:pt x="174" y="2850"/>
                    </a:cubicBezTo>
                    <a:cubicBezTo>
                      <a:pt x="173" y="2849"/>
                      <a:pt x="171" y="2849"/>
                      <a:pt x="170" y="2849"/>
                    </a:cubicBezTo>
                    <a:lnTo>
                      <a:pt x="46" y="2849"/>
                    </a:lnTo>
                    <a:lnTo>
                      <a:pt x="91" y="2802"/>
                    </a:lnTo>
                    <a:cubicBezTo>
                      <a:pt x="107" y="2785"/>
                      <a:pt x="121" y="2770"/>
                      <a:pt x="131" y="2757"/>
                    </a:cubicBezTo>
                    <a:cubicBezTo>
                      <a:pt x="140" y="2745"/>
                      <a:pt x="147" y="2733"/>
                      <a:pt x="153" y="2722"/>
                    </a:cubicBezTo>
                    <a:cubicBezTo>
                      <a:pt x="158" y="2712"/>
                      <a:pt x="162" y="2702"/>
                      <a:pt x="163" y="2693"/>
                    </a:cubicBezTo>
                    <a:cubicBezTo>
                      <a:pt x="165" y="2684"/>
                      <a:pt x="166" y="2675"/>
                      <a:pt x="166" y="2666"/>
                    </a:cubicBezTo>
                    <a:cubicBezTo>
                      <a:pt x="166" y="2656"/>
                      <a:pt x="164" y="2646"/>
                      <a:pt x="161" y="2637"/>
                    </a:cubicBezTo>
                    <a:cubicBezTo>
                      <a:pt x="157" y="2628"/>
                      <a:pt x="152" y="2620"/>
                      <a:pt x="146" y="2614"/>
                    </a:cubicBezTo>
                    <a:cubicBezTo>
                      <a:pt x="139" y="2607"/>
                      <a:pt x="129" y="2602"/>
                      <a:pt x="119" y="2598"/>
                    </a:cubicBezTo>
                    <a:cubicBezTo>
                      <a:pt x="109" y="2594"/>
                      <a:pt x="97" y="2592"/>
                      <a:pt x="83" y="2592"/>
                    </a:cubicBezTo>
                    <a:close/>
                    <a:moveTo>
                      <a:pt x="3191" y="2592"/>
                    </a:moveTo>
                    <a:cubicBezTo>
                      <a:pt x="3182" y="2592"/>
                      <a:pt x="3174" y="2593"/>
                      <a:pt x="3166" y="2594"/>
                    </a:cubicBezTo>
                    <a:cubicBezTo>
                      <a:pt x="3158" y="2596"/>
                      <a:pt x="3151" y="2598"/>
                      <a:pt x="3144" y="2600"/>
                    </a:cubicBezTo>
                    <a:cubicBezTo>
                      <a:pt x="3138" y="2603"/>
                      <a:pt x="3133" y="2606"/>
                      <a:pt x="3128" y="2608"/>
                    </a:cubicBezTo>
                    <a:cubicBezTo>
                      <a:pt x="3124" y="2611"/>
                      <a:pt x="3120" y="2613"/>
                      <a:pt x="3119" y="2615"/>
                    </a:cubicBezTo>
                    <a:cubicBezTo>
                      <a:pt x="3117" y="2616"/>
                      <a:pt x="3116" y="2618"/>
                      <a:pt x="3115" y="2619"/>
                    </a:cubicBezTo>
                    <a:cubicBezTo>
                      <a:pt x="3114" y="2620"/>
                      <a:pt x="3115" y="2620"/>
                      <a:pt x="3114" y="2622"/>
                    </a:cubicBezTo>
                    <a:cubicBezTo>
                      <a:pt x="3114" y="2623"/>
                      <a:pt x="3113" y="2624"/>
                      <a:pt x="3113" y="2626"/>
                    </a:cubicBezTo>
                    <a:cubicBezTo>
                      <a:pt x="3113" y="2628"/>
                      <a:pt x="3112" y="2630"/>
                      <a:pt x="3112" y="2632"/>
                    </a:cubicBezTo>
                    <a:cubicBezTo>
                      <a:pt x="3112" y="2635"/>
                      <a:pt x="3113" y="2638"/>
                      <a:pt x="3113" y="2640"/>
                    </a:cubicBezTo>
                    <a:cubicBezTo>
                      <a:pt x="3114" y="2642"/>
                      <a:pt x="3114" y="2644"/>
                      <a:pt x="3114" y="2645"/>
                    </a:cubicBezTo>
                    <a:cubicBezTo>
                      <a:pt x="3115" y="2647"/>
                      <a:pt x="3116" y="2648"/>
                      <a:pt x="3117" y="2648"/>
                    </a:cubicBezTo>
                    <a:cubicBezTo>
                      <a:pt x="3118" y="2649"/>
                      <a:pt x="3118" y="2649"/>
                      <a:pt x="3119" y="2649"/>
                    </a:cubicBezTo>
                    <a:cubicBezTo>
                      <a:pt x="3121" y="2649"/>
                      <a:pt x="3124" y="2648"/>
                      <a:pt x="3127" y="2645"/>
                    </a:cubicBezTo>
                    <a:cubicBezTo>
                      <a:pt x="3131" y="2643"/>
                      <a:pt x="3135" y="2640"/>
                      <a:pt x="3141" y="2637"/>
                    </a:cubicBezTo>
                    <a:cubicBezTo>
                      <a:pt x="3146" y="2634"/>
                      <a:pt x="3152" y="2631"/>
                      <a:pt x="3159" y="2629"/>
                    </a:cubicBezTo>
                    <a:cubicBezTo>
                      <a:pt x="3166" y="2626"/>
                      <a:pt x="3175" y="2625"/>
                      <a:pt x="3184" y="2625"/>
                    </a:cubicBezTo>
                    <a:cubicBezTo>
                      <a:pt x="3191" y="2625"/>
                      <a:pt x="3198" y="2626"/>
                      <a:pt x="3204" y="2629"/>
                    </a:cubicBezTo>
                    <a:cubicBezTo>
                      <a:pt x="3210" y="2631"/>
                      <a:pt x="3214" y="2635"/>
                      <a:pt x="3218" y="2639"/>
                    </a:cubicBezTo>
                    <a:cubicBezTo>
                      <a:pt x="3222" y="2644"/>
                      <a:pt x="3225" y="2649"/>
                      <a:pt x="3227" y="2654"/>
                    </a:cubicBezTo>
                    <a:cubicBezTo>
                      <a:pt x="3229" y="2660"/>
                      <a:pt x="3231" y="2666"/>
                      <a:pt x="3231" y="2672"/>
                    </a:cubicBezTo>
                    <a:cubicBezTo>
                      <a:pt x="3231" y="2678"/>
                      <a:pt x="3230" y="2685"/>
                      <a:pt x="3229" y="2692"/>
                    </a:cubicBezTo>
                    <a:cubicBezTo>
                      <a:pt x="3227" y="2699"/>
                      <a:pt x="3224" y="2707"/>
                      <a:pt x="3220" y="2716"/>
                    </a:cubicBezTo>
                    <a:cubicBezTo>
                      <a:pt x="3216" y="2725"/>
                      <a:pt x="3210" y="2734"/>
                      <a:pt x="3202" y="2745"/>
                    </a:cubicBezTo>
                    <a:cubicBezTo>
                      <a:pt x="3195" y="2756"/>
                      <a:pt x="3184" y="2769"/>
                      <a:pt x="3171" y="2782"/>
                    </a:cubicBezTo>
                    <a:lnTo>
                      <a:pt x="3116" y="2840"/>
                    </a:lnTo>
                    <a:cubicBezTo>
                      <a:pt x="3114" y="2842"/>
                      <a:pt x="3113" y="2844"/>
                      <a:pt x="3112" y="2846"/>
                    </a:cubicBezTo>
                    <a:cubicBezTo>
                      <a:pt x="3111" y="2847"/>
                      <a:pt x="3110" y="2849"/>
                      <a:pt x="3109" y="2851"/>
                    </a:cubicBezTo>
                    <a:cubicBezTo>
                      <a:pt x="3108" y="2853"/>
                      <a:pt x="3108" y="2855"/>
                      <a:pt x="3108" y="2857"/>
                    </a:cubicBezTo>
                    <a:cubicBezTo>
                      <a:pt x="3108" y="2859"/>
                      <a:pt x="3107" y="2861"/>
                      <a:pt x="3107" y="2864"/>
                    </a:cubicBezTo>
                    <a:cubicBezTo>
                      <a:pt x="3107" y="2867"/>
                      <a:pt x="3107" y="2871"/>
                      <a:pt x="3108" y="2873"/>
                    </a:cubicBezTo>
                    <a:cubicBezTo>
                      <a:pt x="3108" y="2875"/>
                      <a:pt x="3110" y="2876"/>
                      <a:pt x="3111" y="2877"/>
                    </a:cubicBezTo>
                    <a:cubicBezTo>
                      <a:pt x="3112" y="2879"/>
                      <a:pt x="3113" y="2880"/>
                      <a:pt x="3115" y="2880"/>
                    </a:cubicBezTo>
                    <a:cubicBezTo>
                      <a:pt x="3117" y="2881"/>
                      <a:pt x="3118" y="2881"/>
                      <a:pt x="3120" y="2881"/>
                    </a:cubicBezTo>
                    <a:lnTo>
                      <a:pt x="3277" y="2881"/>
                    </a:lnTo>
                    <a:cubicBezTo>
                      <a:pt x="3279" y="2881"/>
                      <a:pt x="3281" y="2881"/>
                      <a:pt x="3282" y="2880"/>
                    </a:cubicBezTo>
                    <a:cubicBezTo>
                      <a:pt x="3283" y="2879"/>
                      <a:pt x="3284" y="2879"/>
                      <a:pt x="3284" y="2877"/>
                    </a:cubicBezTo>
                    <a:cubicBezTo>
                      <a:pt x="3285" y="2876"/>
                      <a:pt x="3285" y="2874"/>
                      <a:pt x="3285" y="2872"/>
                    </a:cubicBezTo>
                    <a:cubicBezTo>
                      <a:pt x="3286" y="2870"/>
                      <a:pt x="3286" y="2868"/>
                      <a:pt x="3286" y="2865"/>
                    </a:cubicBezTo>
                    <a:cubicBezTo>
                      <a:pt x="3286" y="2862"/>
                      <a:pt x="3286" y="2860"/>
                      <a:pt x="3285" y="2858"/>
                    </a:cubicBezTo>
                    <a:cubicBezTo>
                      <a:pt x="3285" y="2856"/>
                      <a:pt x="3284" y="2854"/>
                      <a:pt x="3283" y="2853"/>
                    </a:cubicBezTo>
                    <a:cubicBezTo>
                      <a:pt x="3283" y="2851"/>
                      <a:pt x="3282" y="2851"/>
                      <a:pt x="3281" y="2850"/>
                    </a:cubicBezTo>
                    <a:cubicBezTo>
                      <a:pt x="3280" y="2849"/>
                      <a:pt x="3278" y="2849"/>
                      <a:pt x="3277" y="2849"/>
                    </a:cubicBezTo>
                    <a:lnTo>
                      <a:pt x="3153" y="2849"/>
                    </a:lnTo>
                    <a:lnTo>
                      <a:pt x="3199" y="2802"/>
                    </a:lnTo>
                    <a:cubicBezTo>
                      <a:pt x="3215" y="2785"/>
                      <a:pt x="3228" y="2770"/>
                      <a:pt x="3238" y="2757"/>
                    </a:cubicBezTo>
                    <a:cubicBezTo>
                      <a:pt x="3247" y="2745"/>
                      <a:pt x="3255" y="2733"/>
                      <a:pt x="3261" y="2722"/>
                    </a:cubicBezTo>
                    <a:cubicBezTo>
                      <a:pt x="3266" y="2712"/>
                      <a:pt x="3269" y="2702"/>
                      <a:pt x="3270" y="2693"/>
                    </a:cubicBezTo>
                    <a:cubicBezTo>
                      <a:pt x="3272" y="2684"/>
                      <a:pt x="3273" y="2675"/>
                      <a:pt x="3273" y="2666"/>
                    </a:cubicBezTo>
                    <a:cubicBezTo>
                      <a:pt x="3273" y="2656"/>
                      <a:pt x="3271" y="2646"/>
                      <a:pt x="3268" y="2637"/>
                    </a:cubicBezTo>
                    <a:cubicBezTo>
                      <a:pt x="3264" y="2628"/>
                      <a:pt x="3259" y="2620"/>
                      <a:pt x="3253" y="2614"/>
                    </a:cubicBezTo>
                    <a:cubicBezTo>
                      <a:pt x="3246" y="2607"/>
                      <a:pt x="3237" y="2602"/>
                      <a:pt x="3227" y="2598"/>
                    </a:cubicBezTo>
                    <a:cubicBezTo>
                      <a:pt x="3217" y="2594"/>
                      <a:pt x="3205" y="2592"/>
                      <a:pt x="3191" y="2592"/>
                    </a:cubicBezTo>
                    <a:close/>
                    <a:moveTo>
                      <a:pt x="351" y="2594"/>
                    </a:moveTo>
                    <a:cubicBezTo>
                      <a:pt x="347" y="2594"/>
                      <a:pt x="343" y="2595"/>
                      <a:pt x="340" y="2595"/>
                    </a:cubicBezTo>
                    <a:cubicBezTo>
                      <a:pt x="336" y="2595"/>
                      <a:pt x="334" y="2595"/>
                      <a:pt x="332" y="2596"/>
                    </a:cubicBezTo>
                    <a:cubicBezTo>
                      <a:pt x="329" y="2597"/>
                      <a:pt x="328" y="2597"/>
                      <a:pt x="326" y="2598"/>
                    </a:cubicBezTo>
                    <a:cubicBezTo>
                      <a:pt x="325" y="2599"/>
                      <a:pt x="324" y="2600"/>
                      <a:pt x="323" y="2601"/>
                    </a:cubicBezTo>
                    <a:lnTo>
                      <a:pt x="220" y="2774"/>
                    </a:lnTo>
                    <a:cubicBezTo>
                      <a:pt x="219" y="2776"/>
                      <a:pt x="219" y="2779"/>
                      <a:pt x="218" y="2780"/>
                    </a:cubicBezTo>
                    <a:cubicBezTo>
                      <a:pt x="217" y="2782"/>
                      <a:pt x="217" y="2784"/>
                      <a:pt x="216" y="2786"/>
                    </a:cubicBezTo>
                    <a:cubicBezTo>
                      <a:pt x="216" y="2788"/>
                      <a:pt x="215" y="2789"/>
                      <a:pt x="215" y="2791"/>
                    </a:cubicBezTo>
                    <a:cubicBezTo>
                      <a:pt x="215" y="2793"/>
                      <a:pt x="215" y="2796"/>
                      <a:pt x="215" y="2799"/>
                    </a:cubicBezTo>
                    <a:cubicBezTo>
                      <a:pt x="215" y="2802"/>
                      <a:pt x="215" y="2806"/>
                      <a:pt x="215" y="2808"/>
                    </a:cubicBezTo>
                    <a:cubicBezTo>
                      <a:pt x="216" y="2810"/>
                      <a:pt x="216" y="2811"/>
                      <a:pt x="217" y="2812"/>
                    </a:cubicBezTo>
                    <a:cubicBezTo>
                      <a:pt x="218" y="2813"/>
                      <a:pt x="219" y="2814"/>
                      <a:pt x="220" y="2815"/>
                    </a:cubicBezTo>
                    <a:cubicBezTo>
                      <a:pt x="222" y="2815"/>
                      <a:pt x="223" y="2816"/>
                      <a:pt x="225" y="2816"/>
                    </a:cubicBezTo>
                    <a:lnTo>
                      <a:pt x="342" y="2816"/>
                    </a:lnTo>
                    <a:lnTo>
                      <a:pt x="342" y="2876"/>
                    </a:lnTo>
                    <a:cubicBezTo>
                      <a:pt x="342" y="2877"/>
                      <a:pt x="343" y="2877"/>
                      <a:pt x="343" y="2878"/>
                    </a:cubicBezTo>
                    <a:cubicBezTo>
                      <a:pt x="344" y="2879"/>
                      <a:pt x="345" y="2880"/>
                      <a:pt x="347" y="2881"/>
                    </a:cubicBezTo>
                    <a:cubicBezTo>
                      <a:pt x="348" y="2882"/>
                      <a:pt x="350" y="2882"/>
                      <a:pt x="352" y="2882"/>
                    </a:cubicBezTo>
                    <a:cubicBezTo>
                      <a:pt x="354" y="2882"/>
                      <a:pt x="357" y="2883"/>
                      <a:pt x="361" y="2883"/>
                    </a:cubicBezTo>
                    <a:cubicBezTo>
                      <a:pt x="364" y="2883"/>
                      <a:pt x="367" y="2882"/>
                      <a:pt x="370" y="2882"/>
                    </a:cubicBezTo>
                    <a:cubicBezTo>
                      <a:pt x="372" y="2882"/>
                      <a:pt x="374" y="2882"/>
                      <a:pt x="376" y="2881"/>
                    </a:cubicBezTo>
                    <a:cubicBezTo>
                      <a:pt x="377" y="2880"/>
                      <a:pt x="378" y="2879"/>
                      <a:pt x="378" y="2878"/>
                    </a:cubicBezTo>
                    <a:cubicBezTo>
                      <a:pt x="379" y="2877"/>
                      <a:pt x="379" y="2877"/>
                      <a:pt x="379" y="2876"/>
                    </a:cubicBezTo>
                    <a:lnTo>
                      <a:pt x="379" y="2816"/>
                    </a:lnTo>
                    <a:lnTo>
                      <a:pt x="412" y="2816"/>
                    </a:lnTo>
                    <a:cubicBezTo>
                      <a:pt x="415" y="2816"/>
                      <a:pt x="417" y="2814"/>
                      <a:pt x="418" y="2811"/>
                    </a:cubicBezTo>
                    <a:cubicBezTo>
                      <a:pt x="420" y="2808"/>
                      <a:pt x="420" y="2805"/>
                      <a:pt x="420" y="2800"/>
                    </a:cubicBezTo>
                    <a:cubicBezTo>
                      <a:pt x="420" y="2794"/>
                      <a:pt x="420" y="2791"/>
                      <a:pt x="418" y="2788"/>
                    </a:cubicBezTo>
                    <a:cubicBezTo>
                      <a:pt x="416" y="2786"/>
                      <a:pt x="414" y="2784"/>
                      <a:pt x="412" y="2784"/>
                    </a:cubicBezTo>
                    <a:lnTo>
                      <a:pt x="379" y="2784"/>
                    </a:lnTo>
                    <a:lnTo>
                      <a:pt x="379" y="2602"/>
                    </a:lnTo>
                    <a:cubicBezTo>
                      <a:pt x="379" y="2601"/>
                      <a:pt x="379" y="2600"/>
                      <a:pt x="377" y="2599"/>
                    </a:cubicBezTo>
                    <a:cubicBezTo>
                      <a:pt x="376" y="2598"/>
                      <a:pt x="374" y="2597"/>
                      <a:pt x="372" y="2596"/>
                    </a:cubicBezTo>
                    <a:cubicBezTo>
                      <a:pt x="370" y="2595"/>
                      <a:pt x="368" y="2596"/>
                      <a:pt x="364" y="2595"/>
                    </a:cubicBezTo>
                    <a:cubicBezTo>
                      <a:pt x="361" y="2595"/>
                      <a:pt x="356" y="2594"/>
                      <a:pt x="351" y="2594"/>
                    </a:cubicBezTo>
                    <a:close/>
                    <a:moveTo>
                      <a:pt x="1296" y="2594"/>
                    </a:moveTo>
                    <a:cubicBezTo>
                      <a:pt x="1291" y="2594"/>
                      <a:pt x="1288" y="2595"/>
                      <a:pt x="1286" y="2598"/>
                    </a:cubicBezTo>
                    <a:cubicBezTo>
                      <a:pt x="1284" y="2600"/>
                      <a:pt x="1282" y="2604"/>
                      <a:pt x="1282" y="2608"/>
                    </a:cubicBezTo>
                    <a:lnTo>
                      <a:pt x="1282" y="2725"/>
                    </a:lnTo>
                    <a:cubicBezTo>
                      <a:pt x="1282" y="2730"/>
                      <a:pt x="1283" y="2734"/>
                      <a:pt x="1285" y="2736"/>
                    </a:cubicBezTo>
                    <a:cubicBezTo>
                      <a:pt x="1287" y="2738"/>
                      <a:pt x="1290" y="2739"/>
                      <a:pt x="1294" y="2739"/>
                    </a:cubicBezTo>
                    <a:cubicBezTo>
                      <a:pt x="1299" y="2739"/>
                      <a:pt x="1305" y="2738"/>
                      <a:pt x="1311" y="2737"/>
                    </a:cubicBezTo>
                    <a:cubicBezTo>
                      <a:pt x="1318" y="2736"/>
                      <a:pt x="1326" y="2736"/>
                      <a:pt x="1335" y="2736"/>
                    </a:cubicBezTo>
                    <a:cubicBezTo>
                      <a:pt x="1348" y="2736"/>
                      <a:pt x="1359" y="2738"/>
                      <a:pt x="1368" y="2740"/>
                    </a:cubicBezTo>
                    <a:cubicBezTo>
                      <a:pt x="1377" y="2742"/>
                      <a:pt x="1384" y="2745"/>
                      <a:pt x="1390" y="2750"/>
                    </a:cubicBezTo>
                    <a:cubicBezTo>
                      <a:pt x="1396" y="2754"/>
                      <a:pt x="1400" y="2760"/>
                      <a:pt x="1403" y="2767"/>
                    </a:cubicBezTo>
                    <a:cubicBezTo>
                      <a:pt x="1406" y="2774"/>
                      <a:pt x="1408" y="2783"/>
                      <a:pt x="1408" y="2792"/>
                    </a:cubicBezTo>
                    <a:cubicBezTo>
                      <a:pt x="1408" y="2803"/>
                      <a:pt x="1406" y="2812"/>
                      <a:pt x="1402" y="2819"/>
                    </a:cubicBezTo>
                    <a:cubicBezTo>
                      <a:pt x="1399" y="2827"/>
                      <a:pt x="1394" y="2833"/>
                      <a:pt x="1388" y="2838"/>
                    </a:cubicBezTo>
                    <a:cubicBezTo>
                      <a:pt x="1382" y="2843"/>
                      <a:pt x="1375" y="2847"/>
                      <a:pt x="1367" y="2849"/>
                    </a:cubicBezTo>
                    <a:cubicBezTo>
                      <a:pt x="1359" y="2852"/>
                      <a:pt x="1350" y="2853"/>
                      <a:pt x="1341" y="2853"/>
                    </a:cubicBezTo>
                    <a:cubicBezTo>
                      <a:pt x="1330" y="2853"/>
                      <a:pt x="1320" y="2852"/>
                      <a:pt x="1312" y="2850"/>
                    </a:cubicBezTo>
                    <a:cubicBezTo>
                      <a:pt x="1305" y="2848"/>
                      <a:pt x="1298" y="2846"/>
                      <a:pt x="1293" y="2844"/>
                    </a:cubicBezTo>
                    <a:cubicBezTo>
                      <a:pt x="1288" y="2842"/>
                      <a:pt x="1284" y="2840"/>
                      <a:pt x="1281" y="2838"/>
                    </a:cubicBezTo>
                    <a:cubicBezTo>
                      <a:pt x="1277" y="2836"/>
                      <a:pt x="1276" y="2835"/>
                      <a:pt x="1274" y="2835"/>
                    </a:cubicBezTo>
                    <a:cubicBezTo>
                      <a:pt x="1273" y="2835"/>
                      <a:pt x="1272" y="2835"/>
                      <a:pt x="1271" y="2836"/>
                    </a:cubicBezTo>
                    <a:cubicBezTo>
                      <a:pt x="1270" y="2837"/>
                      <a:pt x="1270" y="2837"/>
                      <a:pt x="1269" y="2839"/>
                    </a:cubicBezTo>
                    <a:cubicBezTo>
                      <a:pt x="1269" y="2840"/>
                      <a:pt x="1268" y="2841"/>
                      <a:pt x="1268" y="2843"/>
                    </a:cubicBezTo>
                    <a:cubicBezTo>
                      <a:pt x="1268" y="2845"/>
                      <a:pt x="1267" y="2848"/>
                      <a:pt x="1267" y="2850"/>
                    </a:cubicBezTo>
                    <a:cubicBezTo>
                      <a:pt x="1267" y="2853"/>
                      <a:pt x="1268" y="2855"/>
                      <a:pt x="1268" y="2857"/>
                    </a:cubicBezTo>
                    <a:cubicBezTo>
                      <a:pt x="1268" y="2859"/>
                      <a:pt x="1268" y="2860"/>
                      <a:pt x="1268" y="2862"/>
                    </a:cubicBezTo>
                    <a:cubicBezTo>
                      <a:pt x="1269" y="2863"/>
                      <a:pt x="1270" y="2864"/>
                      <a:pt x="1270" y="2865"/>
                    </a:cubicBezTo>
                    <a:cubicBezTo>
                      <a:pt x="1270" y="2866"/>
                      <a:pt x="1271" y="2867"/>
                      <a:pt x="1272" y="2868"/>
                    </a:cubicBezTo>
                    <a:cubicBezTo>
                      <a:pt x="1273" y="2869"/>
                      <a:pt x="1276" y="2870"/>
                      <a:pt x="1280" y="2872"/>
                    </a:cubicBezTo>
                    <a:cubicBezTo>
                      <a:pt x="1284" y="2874"/>
                      <a:pt x="1289" y="2876"/>
                      <a:pt x="1295" y="2877"/>
                    </a:cubicBezTo>
                    <a:cubicBezTo>
                      <a:pt x="1301" y="2879"/>
                      <a:pt x="1308" y="2881"/>
                      <a:pt x="1316" y="2882"/>
                    </a:cubicBezTo>
                    <a:cubicBezTo>
                      <a:pt x="1324" y="2883"/>
                      <a:pt x="1333" y="2884"/>
                      <a:pt x="1341" y="2884"/>
                    </a:cubicBezTo>
                    <a:cubicBezTo>
                      <a:pt x="1357" y="2884"/>
                      <a:pt x="1372" y="2882"/>
                      <a:pt x="1385" y="2877"/>
                    </a:cubicBezTo>
                    <a:cubicBezTo>
                      <a:pt x="1398" y="2873"/>
                      <a:pt x="1409" y="2867"/>
                      <a:pt x="1418" y="2859"/>
                    </a:cubicBezTo>
                    <a:cubicBezTo>
                      <a:pt x="1428" y="2851"/>
                      <a:pt x="1435" y="2841"/>
                      <a:pt x="1440" y="2829"/>
                    </a:cubicBezTo>
                    <a:cubicBezTo>
                      <a:pt x="1445" y="2817"/>
                      <a:pt x="1448" y="2804"/>
                      <a:pt x="1448" y="2788"/>
                    </a:cubicBezTo>
                    <a:cubicBezTo>
                      <a:pt x="1448" y="2776"/>
                      <a:pt x="1445" y="2764"/>
                      <a:pt x="1441" y="2754"/>
                    </a:cubicBezTo>
                    <a:cubicBezTo>
                      <a:pt x="1437" y="2744"/>
                      <a:pt x="1431" y="2735"/>
                      <a:pt x="1423" y="2728"/>
                    </a:cubicBezTo>
                    <a:cubicBezTo>
                      <a:pt x="1414" y="2721"/>
                      <a:pt x="1405" y="2715"/>
                      <a:pt x="1393" y="2712"/>
                    </a:cubicBezTo>
                    <a:cubicBezTo>
                      <a:pt x="1380" y="2708"/>
                      <a:pt x="1366" y="2706"/>
                      <a:pt x="1349" y="2706"/>
                    </a:cubicBezTo>
                    <a:cubicBezTo>
                      <a:pt x="1342" y="2706"/>
                      <a:pt x="1336" y="2706"/>
                      <a:pt x="1331" y="2706"/>
                    </a:cubicBezTo>
                    <a:cubicBezTo>
                      <a:pt x="1325" y="2706"/>
                      <a:pt x="1320" y="2706"/>
                      <a:pt x="1315" y="2707"/>
                    </a:cubicBezTo>
                    <a:lnTo>
                      <a:pt x="1315" y="2628"/>
                    </a:lnTo>
                    <a:lnTo>
                      <a:pt x="1422" y="2628"/>
                    </a:lnTo>
                    <a:cubicBezTo>
                      <a:pt x="1424" y="2628"/>
                      <a:pt x="1426" y="2626"/>
                      <a:pt x="1428" y="2623"/>
                    </a:cubicBezTo>
                    <a:cubicBezTo>
                      <a:pt x="1429" y="2620"/>
                      <a:pt x="1431" y="2616"/>
                      <a:pt x="1431" y="2611"/>
                    </a:cubicBezTo>
                    <a:cubicBezTo>
                      <a:pt x="1431" y="2608"/>
                      <a:pt x="1430" y="2605"/>
                      <a:pt x="1430" y="2603"/>
                    </a:cubicBezTo>
                    <a:cubicBezTo>
                      <a:pt x="1429" y="2601"/>
                      <a:pt x="1429" y="2600"/>
                      <a:pt x="1428" y="2599"/>
                    </a:cubicBezTo>
                    <a:cubicBezTo>
                      <a:pt x="1427" y="2597"/>
                      <a:pt x="1426" y="2596"/>
                      <a:pt x="1425" y="2595"/>
                    </a:cubicBezTo>
                    <a:cubicBezTo>
                      <a:pt x="1424" y="2595"/>
                      <a:pt x="1423" y="2594"/>
                      <a:pt x="1422" y="2594"/>
                    </a:cubicBezTo>
                    <a:lnTo>
                      <a:pt x="1296" y="2594"/>
                    </a:lnTo>
                    <a:close/>
                    <a:moveTo>
                      <a:pt x="3342" y="2596"/>
                    </a:moveTo>
                    <a:cubicBezTo>
                      <a:pt x="3340" y="2596"/>
                      <a:pt x="3339" y="2596"/>
                      <a:pt x="3338" y="2597"/>
                    </a:cubicBezTo>
                    <a:cubicBezTo>
                      <a:pt x="3337" y="2598"/>
                      <a:pt x="3336" y="2598"/>
                      <a:pt x="3336" y="2600"/>
                    </a:cubicBezTo>
                    <a:cubicBezTo>
                      <a:pt x="3335" y="2601"/>
                      <a:pt x="3334" y="2603"/>
                      <a:pt x="3334" y="2605"/>
                    </a:cubicBezTo>
                    <a:cubicBezTo>
                      <a:pt x="3333" y="2607"/>
                      <a:pt x="3334" y="2609"/>
                      <a:pt x="3334" y="2612"/>
                    </a:cubicBezTo>
                    <a:cubicBezTo>
                      <a:pt x="3334" y="2617"/>
                      <a:pt x="3334" y="2621"/>
                      <a:pt x="3336" y="2624"/>
                    </a:cubicBezTo>
                    <a:cubicBezTo>
                      <a:pt x="3337" y="2627"/>
                      <a:pt x="3339" y="2629"/>
                      <a:pt x="3342" y="2629"/>
                    </a:cubicBezTo>
                    <a:lnTo>
                      <a:pt x="3478" y="2629"/>
                    </a:lnTo>
                    <a:lnTo>
                      <a:pt x="3371" y="2871"/>
                    </a:lnTo>
                    <a:cubicBezTo>
                      <a:pt x="3370" y="2873"/>
                      <a:pt x="3369" y="2875"/>
                      <a:pt x="3369" y="2877"/>
                    </a:cubicBezTo>
                    <a:cubicBezTo>
                      <a:pt x="3369" y="2878"/>
                      <a:pt x="3370" y="2879"/>
                      <a:pt x="3371" y="2880"/>
                    </a:cubicBezTo>
                    <a:cubicBezTo>
                      <a:pt x="3372" y="2881"/>
                      <a:pt x="3374" y="2881"/>
                      <a:pt x="3377" y="2882"/>
                    </a:cubicBezTo>
                    <a:cubicBezTo>
                      <a:pt x="3380" y="2882"/>
                      <a:pt x="3383" y="2883"/>
                      <a:pt x="3388" y="2883"/>
                    </a:cubicBezTo>
                    <a:cubicBezTo>
                      <a:pt x="3392" y="2883"/>
                      <a:pt x="3395" y="2882"/>
                      <a:pt x="3398" y="2882"/>
                    </a:cubicBezTo>
                    <a:cubicBezTo>
                      <a:pt x="3401" y="2882"/>
                      <a:pt x="3403" y="2882"/>
                      <a:pt x="3405" y="2881"/>
                    </a:cubicBezTo>
                    <a:cubicBezTo>
                      <a:pt x="3407" y="2880"/>
                      <a:pt x="3408" y="2879"/>
                      <a:pt x="3409" y="2878"/>
                    </a:cubicBezTo>
                    <a:cubicBezTo>
                      <a:pt x="3410" y="2877"/>
                      <a:pt x="3411" y="2876"/>
                      <a:pt x="3411" y="2874"/>
                    </a:cubicBezTo>
                    <a:lnTo>
                      <a:pt x="3515" y="2637"/>
                    </a:lnTo>
                    <a:cubicBezTo>
                      <a:pt x="3515" y="2635"/>
                      <a:pt x="3517" y="2633"/>
                      <a:pt x="3517" y="2631"/>
                    </a:cubicBezTo>
                    <a:cubicBezTo>
                      <a:pt x="3518" y="2629"/>
                      <a:pt x="3518" y="2627"/>
                      <a:pt x="3518" y="2625"/>
                    </a:cubicBezTo>
                    <a:cubicBezTo>
                      <a:pt x="3518" y="2623"/>
                      <a:pt x="3519" y="2621"/>
                      <a:pt x="3519" y="2619"/>
                    </a:cubicBezTo>
                    <a:cubicBezTo>
                      <a:pt x="3519" y="2617"/>
                      <a:pt x="3520" y="2615"/>
                      <a:pt x="3520" y="2612"/>
                    </a:cubicBezTo>
                    <a:cubicBezTo>
                      <a:pt x="3520" y="2609"/>
                      <a:pt x="3519" y="2606"/>
                      <a:pt x="3519" y="2604"/>
                    </a:cubicBezTo>
                    <a:cubicBezTo>
                      <a:pt x="3519" y="2602"/>
                      <a:pt x="3518" y="2600"/>
                      <a:pt x="3517" y="2599"/>
                    </a:cubicBezTo>
                    <a:cubicBezTo>
                      <a:pt x="3516" y="2597"/>
                      <a:pt x="3515" y="2596"/>
                      <a:pt x="3514" y="2596"/>
                    </a:cubicBezTo>
                    <a:cubicBezTo>
                      <a:pt x="3512" y="2596"/>
                      <a:pt x="3510" y="2596"/>
                      <a:pt x="3508" y="2596"/>
                    </a:cubicBezTo>
                    <a:lnTo>
                      <a:pt x="3342" y="2596"/>
                    </a:lnTo>
                    <a:close/>
                    <a:moveTo>
                      <a:pt x="4459" y="2620"/>
                    </a:moveTo>
                    <a:cubicBezTo>
                      <a:pt x="4467" y="2620"/>
                      <a:pt x="4473" y="2621"/>
                      <a:pt x="4479" y="2623"/>
                    </a:cubicBezTo>
                    <a:cubicBezTo>
                      <a:pt x="4485" y="2624"/>
                      <a:pt x="4491" y="2627"/>
                      <a:pt x="4495" y="2630"/>
                    </a:cubicBezTo>
                    <a:cubicBezTo>
                      <a:pt x="4499" y="2634"/>
                      <a:pt x="4502" y="2639"/>
                      <a:pt x="4504" y="2644"/>
                    </a:cubicBezTo>
                    <a:cubicBezTo>
                      <a:pt x="4506" y="2649"/>
                      <a:pt x="4508" y="2654"/>
                      <a:pt x="4508" y="2660"/>
                    </a:cubicBezTo>
                    <a:cubicBezTo>
                      <a:pt x="4508" y="2672"/>
                      <a:pt x="4504" y="2681"/>
                      <a:pt x="4496" y="2690"/>
                    </a:cubicBezTo>
                    <a:cubicBezTo>
                      <a:pt x="4488" y="2700"/>
                      <a:pt x="4477" y="2708"/>
                      <a:pt x="4462" y="2716"/>
                    </a:cubicBezTo>
                    <a:cubicBezTo>
                      <a:pt x="4453" y="2711"/>
                      <a:pt x="4445" y="2707"/>
                      <a:pt x="4439" y="2703"/>
                    </a:cubicBezTo>
                    <a:cubicBezTo>
                      <a:pt x="4432" y="2699"/>
                      <a:pt x="4427" y="2695"/>
                      <a:pt x="4423" y="2690"/>
                    </a:cubicBezTo>
                    <a:cubicBezTo>
                      <a:pt x="4419" y="2686"/>
                      <a:pt x="4415" y="2681"/>
                      <a:pt x="4413" y="2676"/>
                    </a:cubicBezTo>
                    <a:cubicBezTo>
                      <a:pt x="4411" y="2671"/>
                      <a:pt x="4411" y="2666"/>
                      <a:pt x="4411" y="2660"/>
                    </a:cubicBezTo>
                    <a:cubicBezTo>
                      <a:pt x="4411" y="2648"/>
                      <a:pt x="4415" y="2638"/>
                      <a:pt x="4423" y="2630"/>
                    </a:cubicBezTo>
                    <a:cubicBezTo>
                      <a:pt x="4431" y="2623"/>
                      <a:pt x="4443" y="2620"/>
                      <a:pt x="4459" y="2620"/>
                    </a:cubicBezTo>
                    <a:close/>
                    <a:moveTo>
                      <a:pt x="5492" y="2621"/>
                    </a:moveTo>
                    <a:cubicBezTo>
                      <a:pt x="5501" y="2621"/>
                      <a:pt x="5510" y="2623"/>
                      <a:pt x="5517" y="2626"/>
                    </a:cubicBezTo>
                    <a:cubicBezTo>
                      <a:pt x="5524" y="2630"/>
                      <a:pt x="5529" y="2635"/>
                      <a:pt x="5534" y="2643"/>
                    </a:cubicBezTo>
                    <a:cubicBezTo>
                      <a:pt x="5539" y="2651"/>
                      <a:pt x="5543" y="2661"/>
                      <a:pt x="5546" y="2674"/>
                    </a:cubicBezTo>
                    <a:cubicBezTo>
                      <a:pt x="5548" y="2687"/>
                      <a:pt x="5549" y="2702"/>
                      <a:pt x="5549" y="2721"/>
                    </a:cubicBezTo>
                    <a:cubicBezTo>
                      <a:pt x="5542" y="2727"/>
                      <a:pt x="5533" y="2731"/>
                      <a:pt x="5523" y="2735"/>
                    </a:cubicBezTo>
                    <a:cubicBezTo>
                      <a:pt x="5512" y="2738"/>
                      <a:pt x="5501" y="2740"/>
                      <a:pt x="5490" y="2740"/>
                    </a:cubicBezTo>
                    <a:cubicBezTo>
                      <a:pt x="5480" y="2740"/>
                      <a:pt x="5473" y="2738"/>
                      <a:pt x="5466" y="2735"/>
                    </a:cubicBezTo>
                    <a:cubicBezTo>
                      <a:pt x="5460" y="2733"/>
                      <a:pt x="5454" y="2729"/>
                      <a:pt x="5450" y="2724"/>
                    </a:cubicBezTo>
                    <a:cubicBezTo>
                      <a:pt x="5445" y="2719"/>
                      <a:pt x="5443" y="2713"/>
                      <a:pt x="5441" y="2705"/>
                    </a:cubicBezTo>
                    <a:cubicBezTo>
                      <a:pt x="5439" y="2698"/>
                      <a:pt x="5438" y="2690"/>
                      <a:pt x="5438" y="2682"/>
                    </a:cubicBezTo>
                    <a:cubicBezTo>
                      <a:pt x="5438" y="2674"/>
                      <a:pt x="5440" y="2667"/>
                      <a:pt x="5442" y="2660"/>
                    </a:cubicBezTo>
                    <a:cubicBezTo>
                      <a:pt x="5444" y="2652"/>
                      <a:pt x="5446" y="2645"/>
                      <a:pt x="5450" y="2639"/>
                    </a:cubicBezTo>
                    <a:cubicBezTo>
                      <a:pt x="5455" y="2633"/>
                      <a:pt x="5460" y="2629"/>
                      <a:pt x="5467" y="2625"/>
                    </a:cubicBezTo>
                    <a:cubicBezTo>
                      <a:pt x="5474" y="2622"/>
                      <a:pt x="5482" y="2621"/>
                      <a:pt x="5492" y="2621"/>
                    </a:cubicBezTo>
                    <a:close/>
                    <a:moveTo>
                      <a:pt x="6529" y="2622"/>
                    </a:moveTo>
                    <a:cubicBezTo>
                      <a:pt x="6536" y="2622"/>
                      <a:pt x="6542" y="2622"/>
                      <a:pt x="6548" y="2624"/>
                    </a:cubicBezTo>
                    <a:cubicBezTo>
                      <a:pt x="6553" y="2626"/>
                      <a:pt x="6559" y="2629"/>
                      <a:pt x="6563" y="2633"/>
                    </a:cubicBezTo>
                    <a:cubicBezTo>
                      <a:pt x="6568" y="2637"/>
                      <a:pt x="6571" y="2642"/>
                      <a:pt x="6574" y="2648"/>
                    </a:cubicBezTo>
                    <a:cubicBezTo>
                      <a:pt x="6577" y="2654"/>
                      <a:pt x="6580" y="2662"/>
                      <a:pt x="6582" y="2671"/>
                    </a:cubicBezTo>
                    <a:cubicBezTo>
                      <a:pt x="6584" y="2680"/>
                      <a:pt x="6585" y="2690"/>
                      <a:pt x="6586" y="2701"/>
                    </a:cubicBezTo>
                    <a:cubicBezTo>
                      <a:pt x="6587" y="2712"/>
                      <a:pt x="6588" y="2725"/>
                      <a:pt x="6588" y="2739"/>
                    </a:cubicBezTo>
                    <a:cubicBezTo>
                      <a:pt x="6588" y="2750"/>
                      <a:pt x="6588" y="2760"/>
                      <a:pt x="6587" y="2770"/>
                    </a:cubicBezTo>
                    <a:cubicBezTo>
                      <a:pt x="6587" y="2780"/>
                      <a:pt x="6585" y="2789"/>
                      <a:pt x="6584" y="2797"/>
                    </a:cubicBezTo>
                    <a:cubicBezTo>
                      <a:pt x="6582" y="2806"/>
                      <a:pt x="6580" y="2813"/>
                      <a:pt x="6577" y="2820"/>
                    </a:cubicBezTo>
                    <a:cubicBezTo>
                      <a:pt x="6574" y="2827"/>
                      <a:pt x="6570" y="2833"/>
                      <a:pt x="6565" y="2838"/>
                    </a:cubicBezTo>
                    <a:cubicBezTo>
                      <a:pt x="6561" y="2843"/>
                      <a:pt x="6556" y="2847"/>
                      <a:pt x="6549" y="2849"/>
                    </a:cubicBezTo>
                    <a:cubicBezTo>
                      <a:pt x="6543" y="2852"/>
                      <a:pt x="6536" y="2853"/>
                      <a:pt x="6527" y="2853"/>
                    </a:cubicBezTo>
                    <a:cubicBezTo>
                      <a:pt x="6517" y="2853"/>
                      <a:pt x="6508" y="2851"/>
                      <a:pt x="6501" y="2847"/>
                    </a:cubicBezTo>
                    <a:cubicBezTo>
                      <a:pt x="6493" y="2842"/>
                      <a:pt x="6487" y="2836"/>
                      <a:pt x="6482" y="2826"/>
                    </a:cubicBezTo>
                    <a:cubicBezTo>
                      <a:pt x="6478" y="2817"/>
                      <a:pt x="6474" y="2804"/>
                      <a:pt x="6472" y="2789"/>
                    </a:cubicBezTo>
                    <a:cubicBezTo>
                      <a:pt x="6470" y="2774"/>
                      <a:pt x="6468" y="2757"/>
                      <a:pt x="6468" y="2735"/>
                    </a:cubicBezTo>
                    <a:cubicBezTo>
                      <a:pt x="6468" y="2720"/>
                      <a:pt x="6469" y="2704"/>
                      <a:pt x="6471" y="2690"/>
                    </a:cubicBezTo>
                    <a:cubicBezTo>
                      <a:pt x="6472" y="2677"/>
                      <a:pt x="6475" y="2665"/>
                      <a:pt x="6480" y="2654"/>
                    </a:cubicBezTo>
                    <a:cubicBezTo>
                      <a:pt x="6484" y="2644"/>
                      <a:pt x="6490" y="2636"/>
                      <a:pt x="6498" y="2630"/>
                    </a:cubicBezTo>
                    <a:cubicBezTo>
                      <a:pt x="6506" y="2625"/>
                      <a:pt x="6517" y="2622"/>
                      <a:pt x="6529" y="2622"/>
                    </a:cubicBezTo>
                    <a:close/>
                    <a:moveTo>
                      <a:pt x="342" y="2628"/>
                    </a:moveTo>
                    <a:lnTo>
                      <a:pt x="342" y="2784"/>
                    </a:lnTo>
                    <a:lnTo>
                      <a:pt x="250" y="2784"/>
                    </a:lnTo>
                    <a:lnTo>
                      <a:pt x="342" y="2628"/>
                    </a:lnTo>
                    <a:close/>
                    <a:moveTo>
                      <a:pt x="2397" y="2735"/>
                    </a:moveTo>
                    <a:cubicBezTo>
                      <a:pt x="2407" y="2735"/>
                      <a:pt x="2414" y="2736"/>
                      <a:pt x="2421" y="2739"/>
                    </a:cubicBezTo>
                    <a:cubicBezTo>
                      <a:pt x="2428" y="2742"/>
                      <a:pt x="2433" y="2745"/>
                      <a:pt x="2437" y="2750"/>
                    </a:cubicBezTo>
                    <a:cubicBezTo>
                      <a:pt x="2441" y="2754"/>
                      <a:pt x="2444" y="2760"/>
                      <a:pt x="2446" y="2767"/>
                    </a:cubicBezTo>
                    <a:cubicBezTo>
                      <a:pt x="2447" y="2774"/>
                      <a:pt x="2448" y="2782"/>
                      <a:pt x="2448" y="2791"/>
                    </a:cubicBezTo>
                    <a:cubicBezTo>
                      <a:pt x="2448" y="2799"/>
                      <a:pt x="2447" y="2806"/>
                      <a:pt x="2445" y="2814"/>
                    </a:cubicBezTo>
                    <a:cubicBezTo>
                      <a:pt x="2443" y="2821"/>
                      <a:pt x="2440" y="2827"/>
                      <a:pt x="2435" y="2833"/>
                    </a:cubicBezTo>
                    <a:cubicBezTo>
                      <a:pt x="2430" y="2839"/>
                      <a:pt x="2424" y="2845"/>
                      <a:pt x="2417" y="2848"/>
                    </a:cubicBezTo>
                    <a:cubicBezTo>
                      <a:pt x="2411" y="2852"/>
                      <a:pt x="2403" y="2854"/>
                      <a:pt x="2394" y="2854"/>
                    </a:cubicBezTo>
                    <a:cubicBezTo>
                      <a:pt x="2384" y="2854"/>
                      <a:pt x="2376" y="2852"/>
                      <a:pt x="2369" y="2848"/>
                    </a:cubicBezTo>
                    <a:cubicBezTo>
                      <a:pt x="2362" y="2845"/>
                      <a:pt x="2357" y="2839"/>
                      <a:pt x="2352" y="2832"/>
                    </a:cubicBezTo>
                    <a:cubicBezTo>
                      <a:pt x="2348" y="2824"/>
                      <a:pt x="2344" y="2813"/>
                      <a:pt x="2342" y="2801"/>
                    </a:cubicBezTo>
                    <a:cubicBezTo>
                      <a:pt x="2339" y="2788"/>
                      <a:pt x="2337" y="2772"/>
                      <a:pt x="2337" y="2753"/>
                    </a:cubicBezTo>
                    <a:cubicBezTo>
                      <a:pt x="2341" y="2750"/>
                      <a:pt x="2346" y="2748"/>
                      <a:pt x="2350" y="2746"/>
                    </a:cubicBezTo>
                    <a:cubicBezTo>
                      <a:pt x="2355" y="2744"/>
                      <a:pt x="2359" y="2742"/>
                      <a:pt x="2364" y="2740"/>
                    </a:cubicBezTo>
                    <a:cubicBezTo>
                      <a:pt x="2370" y="2738"/>
                      <a:pt x="2375" y="2737"/>
                      <a:pt x="2380" y="2736"/>
                    </a:cubicBezTo>
                    <a:cubicBezTo>
                      <a:pt x="2386" y="2735"/>
                      <a:pt x="2392" y="2735"/>
                      <a:pt x="2397" y="2735"/>
                    </a:cubicBezTo>
                    <a:close/>
                    <a:moveTo>
                      <a:pt x="4456" y="2749"/>
                    </a:moveTo>
                    <a:cubicBezTo>
                      <a:pt x="4466" y="2753"/>
                      <a:pt x="4475" y="2758"/>
                      <a:pt x="4483" y="2763"/>
                    </a:cubicBezTo>
                    <a:cubicBezTo>
                      <a:pt x="4490" y="2767"/>
                      <a:pt x="4496" y="2772"/>
                      <a:pt x="4501" y="2777"/>
                    </a:cubicBezTo>
                    <a:cubicBezTo>
                      <a:pt x="4507" y="2782"/>
                      <a:pt x="4510" y="2786"/>
                      <a:pt x="4513" y="2792"/>
                    </a:cubicBezTo>
                    <a:cubicBezTo>
                      <a:pt x="4515" y="2797"/>
                      <a:pt x="4517" y="2804"/>
                      <a:pt x="4517" y="2810"/>
                    </a:cubicBezTo>
                    <a:cubicBezTo>
                      <a:pt x="4517" y="2824"/>
                      <a:pt x="4512" y="2834"/>
                      <a:pt x="4502" y="2842"/>
                    </a:cubicBezTo>
                    <a:cubicBezTo>
                      <a:pt x="4493" y="2850"/>
                      <a:pt x="4479" y="2854"/>
                      <a:pt x="4460" y="2854"/>
                    </a:cubicBezTo>
                    <a:cubicBezTo>
                      <a:pt x="4441" y="2854"/>
                      <a:pt x="4426" y="2851"/>
                      <a:pt x="4416" y="2843"/>
                    </a:cubicBezTo>
                    <a:cubicBezTo>
                      <a:pt x="4406" y="2835"/>
                      <a:pt x="4402" y="2824"/>
                      <a:pt x="4402" y="2809"/>
                    </a:cubicBezTo>
                    <a:cubicBezTo>
                      <a:pt x="4402" y="2803"/>
                      <a:pt x="4402" y="2797"/>
                      <a:pt x="4404" y="2792"/>
                    </a:cubicBezTo>
                    <a:cubicBezTo>
                      <a:pt x="4407" y="2786"/>
                      <a:pt x="4411" y="2782"/>
                      <a:pt x="4415" y="2777"/>
                    </a:cubicBezTo>
                    <a:cubicBezTo>
                      <a:pt x="4419" y="2772"/>
                      <a:pt x="4425" y="2767"/>
                      <a:pt x="4432" y="2763"/>
                    </a:cubicBezTo>
                    <a:cubicBezTo>
                      <a:pt x="4439" y="2758"/>
                      <a:pt x="4447" y="2753"/>
                      <a:pt x="4456" y="2749"/>
                    </a:cubicBezTo>
                    <a:close/>
                    <a:moveTo>
                      <a:pt x="90" y="3238"/>
                    </a:moveTo>
                    <a:cubicBezTo>
                      <a:pt x="81" y="3238"/>
                      <a:pt x="73" y="3239"/>
                      <a:pt x="64" y="3241"/>
                    </a:cubicBezTo>
                    <a:cubicBezTo>
                      <a:pt x="56" y="3243"/>
                      <a:pt x="49" y="3245"/>
                      <a:pt x="42" y="3248"/>
                    </a:cubicBezTo>
                    <a:cubicBezTo>
                      <a:pt x="36" y="3250"/>
                      <a:pt x="31" y="3252"/>
                      <a:pt x="26" y="3255"/>
                    </a:cubicBezTo>
                    <a:cubicBezTo>
                      <a:pt x="22" y="3258"/>
                      <a:pt x="20" y="3260"/>
                      <a:pt x="19" y="3261"/>
                    </a:cubicBezTo>
                    <a:cubicBezTo>
                      <a:pt x="17" y="3262"/>
                      <a:pt x="16" y="3264"/>
                      <a:pt x="15" y="3265"/>
                    </a:cubicBezTo>
                    <a:cubicBezTo>
                      <a:pt x="14" y="3266"/>
                      <a:pt x="14" y="3267"/>
                      <a:pt x="13" y="3268"/>
                    </a:cubicBezTo>
                    <a:cubicBezTo>
                      <a:pt x="13" y="3269"/>
                      <a:pt x="12" y="3271"/>
                      <a:pt x="12" y="3273"/>
                    </a:cubicBezTo>
                    <a:cubicBezTo>
                      <a:pt x="12" y="3274"/>
                      <a:pt x="12" y="3276"/>
                      <a:pt x="12" y="3279"/>
                    </a:cubicBezTo>
                    <a:cubicBezTo>
                      <a:pt x="12" y="3282"/>
                      <a:pt x="13" y="3285"/>
                      <a:pt x="13" y="3287"/>
                    </a:cubicBezTo>
                    <a:cubicBezTo>
                      <a:pt x="13" y="3289"/>
                      <a:pt x="14" y="3290"/>
                      <a:pt x="14" y="3291"/>
                    </a:cubicBezTo>
                    <a:cubicBezTo>
                      <a:pt x="15" y="3292"/>
                      <a:pt x="15" y="3293"/>
                      <a:pt x="16" y="3294"/>
                    </a:cubicBezTo>
                    <a:cubicBezTo>
                      <a:pt x="17" y="3294"/>
                      <a:pt x="17" y="3294"/>
                      <a:pt x="19" y="3294"/>
                    </a:cubicBezTo>
                    <a:cubicBezTo>
                      <a:pt x="20" y="3294"/>
                      <a:pt x="23" y="3293"/>
                      <a:pt x="26" y="3290"/>
                    </a:cubicBezTo>
                    <a:cubicBezTo>
                      <a:pt x="30" y="3288"/>
                      <a:pt x="35" y="3284"/>
                      <a:pt x="41" y="3281"/>
                    </a:cubicBezTo>
                    <a:cubicBezTo>
                      <a:pt x="46" y="3278"/>
                      <a:pt x="52" y="3276"/>
                      <a:pt x="59" y="3273"/>
                    </a:cubicBezTo>
                    <a:cubicBezTo>
                      <a:pt x="66" y="3271"/>
                      <a:pt x="74" y="3270"/>
                      <a:pt x="83" y="3270"/>
                    </a:cubicBezTo>
                    <a:cubicBezTo>
                      <a:pt x="91" y="3270"/>
                      <a:pt x="97" y="3271"/>
                      <a:pt x="103" y="3273"/>
                    </a:cubicBezTo>
                    <a:cubicBezTo>
                      <a:pt x="109" y="3276"/>
                      <a:pt x="114" y="3278"/>
                      <a:pt x="118" y="3282"/>
                    </a:cubicBezTo>
                    <a:cubicBezTo>
                      <a:pt x="122" y="3286"/>
                      <a:pt x="125" y="3291"/>
                      <a:pt x="127" y="3296"/>
                    </a:cubicBezTo>
                    <a:cubicBezTo>
                      <a:pt x="129" y="3302"/>
                      <a:pt x="130" y="3307"/>
                      <a:pt x="130" y="3313"/>
                    </a:cubicBezTo>
                    <a:cubicBezTo>
                      <a:pt x="130" y="3321"/>
                      <a:pt x="128" y="3329"/>
                      <a:pt x="125" y="3335"/>
                    </a:cubicBezTo>
                    <a:cubicBezTo>
                      <a:pt x="122" y="3342"/>
                      <a:pt x="118" y="3347"/>
                      <a:pt x="113" y="3352"/>
                    </a:cubicBezTo>
                    <a:cubicBezTo>
                      <a:pt x="108" y="3357"/>
                      <a:pt x="101" y="3360"/>
                      <a:pt x="93" y="3362"/>
                    </a:cubicBezTo>
                    <a:cubicBezTo>
                      <a:pt x="86" y="3365"/>
                      <a:pt x="77" y="3367"/>
                      <a:pt x="67" y="3367"/>
                    </a:cubicBezTo>
                    <a:lnTo>
                      <a:pt x="42" y="3367"/>
                    </a:lnTo>
                    <a:cubicBezTo>
                      <a:pt x="41" y="3367"/>
                      <a:pt x="40" y="3367"/>
                      <a:pt x="39" y="3368"/>
                    </a:cubicBezTo>
                    <a:cubicBezTo>
                      <a:pt x="38" y="3368"/>
                      <a:pt x="37" y="3368"/>
                      <a:pt x="36" y="3370"/>
                    </a:cubicBezTo>
                    <a:cubicBezTo>
                      <a:pt x="35" y="3371"/>
                      <a:pt x="35" y="3372"/>
                      <a:pt x="34" y="3374"/>
                    </a:cubicBezTo>
                    <a:cubicBezTo>
                      <a:pt x="34" y="3376"/>
                      <a:pt x="34" y="3378"/>
                      <a:pt x="34" y="3381"/>
                    </a:cubicBezTo>
                    <a:cubicBezTo>
                      <a:pt x="34" y="3384"/>
                      <a:pt x="34" y="3387"/>
                      <a:pt x="34" y="3389"/>
                    </a:cubicBezTo>
                    <a:cubicBezTo>
                      <a:pt x="35" y="3391"/>
                      <a:pt x="35" y="3392"/>
                      <a:pt x="36" y="3393"/>
                    </a:cubicBezTo>
                    <a:cubicBezTo>
                      <a:pt x="37" y="3395"/>
                      <a:pt x="38" y="3395"/>
                      <a:pt x="39" y="3396"/>
                    </a:cubicBezTo>
                    <a:cubicBezTo>
                      <a:pt x="40" y="3396"/>
                      <a:pt x="41" y="3397"/>
                      <a:pt x="42" y="3397"/>
                    </a:cubicBezTo>
                    <a:lnTo>
                      <a:pt x="70" y="3397"/>
                    </a:lnTo>
                    <a:cubicBezTo>
                      <a:pt x="81" y="3397"/>
                      <a:pt x="91" y="3398"/>
                      <a:pt x="100" y="3400"/>
                    </a:cubicBezTo>
                    <a:cubicBezTo>
                      <a:pt x="109" y="3403"/>
                      <a:pt x="116" y="3406"/>
                      <a:pt x="123" y="3411"/>
                    </a:cubicBezTo>
                    <a:cubicBezTo>
                      <a:pt x="129" y="3416"/>
                      <a:pt x="133" y="3421"/>
                      <a:pt x="136" y="3428"/>
                    </a:cubicBezTo>
                    <a:cubicBezTo>
                      <a:pt x="139" y="3434"/>
                      <a:pt x="141" y="3442"/>
                      <a:pt x="141" y="3450"/>
                    </a:cubicBezTo>
                    <a:cubicBezTo>
                      <a:pt x="141" y="3457"/>
                      <a:pt x="140" y="3464"/>
                      <a:pt x="138" y="3470"/>
                    </a:cubicBezTo>
                    <a:cubicBezTo>
                      <a:pt x="135" y="3476"/>
                      <a:pt x="131" y="3481"/>
                      <a:pt x="126" y="3486"/>
                    </a:cubicBezTo>
                    <a:cubicBezTo>
                      <a:pt x="121" y="3490"/>
                      <a:pt x="115" y="3494"/>
                      <a:pt x="108" y="3497"/>
                    </a:cubicBezTo>
                    <a:cubicBezTo>
                      <a:pt x="100" y="3499"/>
                      <a:pt x="92" y="3501"/>
                      <a:pt x="82" y="3501"/>
                    </a:cubicBezTo>
                    <a:cubicBezTo>
                      <a:pt x="72" y="3501"/>
                      <a:pt x="63" y="3500"/>
                      <a:pt x="55" y="3497"/>
                    </a:cubicBezTo>
                    <a:cubicBezTo>
                      <a:pt x="47" y="3495"/>
                      <a:pt x="40" y="3492"/>
                      <a:pt x="34" y="3489"/>
                    </a:cubicBezTo>
                    <a:cubicBezTo>
                      <a:pt x="27" y="3487"/>
                      <a:pt x="22" y="3484"/>
                      <a:pt x="19" y="3482"/>
                    </a:cubicBezTo>
                    <a:cubicBezTo>
                      <a:pt x="15" y="3479"/>
                      <a:pt x="12" y="3478"/>
                      <a:pt x="11" y="3478"/>
                    </a:cubicBezTo>
                    <a:cubicBezTo>
                      <a:pt x="9" y="3478"/>
                      <a:pt x="7" y="3479"/>
                      <a:pt x="6" y="3482"/>
                    </a:cubicBezTo>
                    <a:cubicBezTo>
                      <a:pt x="5" y="3484"/>
                      <a:pt x="4" y="3487"/>
                      <a:pt x="4" y="3492"/>
                    </a:cubicBezTo>
                    <a:cubicBezTo>
                      <a:pt x="4" y="3495"/>
                      <a:pt x="4" y="3498"/>
                      <a:pt x="4" y="3500"/>
                    </a:cubicBezTo>
                    <a:cubicBezTo>
                      <a:pt x="5" y="3502"/>
                      <a:pt x="6" y="3504"/>
                      <a:pt x="6" y="3505"/>
                    </a:cubicBezTo>
                    <a:cubicBezTo>
                      <a:pt x="7" y="3507"/>
                      <a:pt x="6" y="3509"/>
                      <a:pt x="7" y="3510"/>
                    </a:cubicBezTo>
                    <a:cubicBezTo>
                      <a:pt x="8" y="3511"/>
                      <a:pt x="9" y="3511"/>
                      <a:pt x="10" y="3512"/>
                    </a:cubicBezTo>
                    <a:cubicBezTo>
                      <a:pt x="11" y="3513"/>
                      <a:pt x="13" y="3515"/>
                      <a:pt x="18" y="3518"/>
                    </a:cubicBezTo>
                    <a:cubicBezTo>
                      <a:pt x="22" y="3520"/>
                      <a:pt x="28" y="3522"/>
                      <a:pt x="34" y="3524"/>
                    </a:cubicBezTo>
                    <a:cubicBezTo>
                      <a:pt x="41" y="3526"/>
                      <a:pt x="48" y="3528"/>
                      <a:pt x="56" y="3530"/>
                    </a:cubicBezTo>
                    <a:cubicBezTo>
                      <a:pt x="65" y="3532"/>
                      <a:pt x="73" y="3532"/>
                      <a:pt x="83" y="3532"/>
                    </a:cubicBezTo>
                    <a:cubicBezTo>
                      <a:pt x="99" y="3532"/>
                      <a:pt x="113" y="3530"/>
                      <a:pt x="125" y="3526"/>
                    </a:cubicBezTo>
                    <a:cubicBezTo>
                      <a:pt x="138" y="3522"/>
                      <a:pt x="148" y="3516"/>
                      <a:pt x="157" y="3509"/>
                    </a:cubicBezTo>
                    <a:cubicBezTo>
                      <a:pt x="166" y="3501"/>
                      <a:pt x="172" y="3492"/>
                      <a:pt x="176" y="3482"/>
                    </a:cubicBezTo>
                    <a:cubicBezTo>
                      <a:pt x="181" y="3471"/>
                      <a:pt x="183" y="3459"/>
                      <a:pt x="183" y="3446"/>
                    </a:cubicBezTo>
                    <a:cubicBezTo>
                      <a:pt x="183" y="3437"/>
                      <a:pt x="181" y="3429"/>
                      <a:pt x="178" y="3421"/>
                    </a:cubicBezTo>
                    <a:cubicBezTo>
                      <a:pt x="175" y="3413"/>
                      <a:pt x="171" y="3406"/>
                      <a:pt x="165" y="3400"/>
                    </a:cubicBezTo>
                    <a:cubicBezTo>
                      <a:pt x="159" y="3395"/>
                      <a:pt x="152" y="3389"/>
                      <a:pt x="144" y="3385"/>
                    </a:cubicBezTo>
                    <a:cubicBezTo>
                      <a:pt x="136" y="3381"/>
                      <a:pt x="126" y="3379"/>
                      <a:pt x="116" y="3378"/>
                    </a:cubicBezTo>
                    <a:lnTo>
                      <a:pt x="116" y="3377"/>
                    </a:lnTo>
                    <a:cubicBezTo>
                      <a:pt x="125" y="3376"/>
                      <a:pt x="133" y="3374"/>
                      <a:pt x="139" y="3370"/>
                    </a:cubicBezTo>
                    <a:cubicBezTo>
                      <a:pt x="146" y="3365"/>
                      <a:pt x="152" y="3360"/>
                      <a:pt x="156" y="3354"/>
                    </a:cubicBezTo>
                    <a:cubicBezTo>
                      <a:pt x="161" y="3348"/>
                      <a:pt x="164" y="3341"/>
                      <a:pt x="167" y="3333"/>
                    </a:cubicBezTo>
                    <a:cubicBezTo>
                      <a:pt x="169" y="3326"/>
                      <a:pt x="170" y="3318"/>
                      <a:pt x="170" y="3309"/>
                    </a:cubicBezTo>
                    <a:cubicBezTo>
                      <a:pt x="170" y="3298"/>
                      <a:pt x="168" y="3288"/>
                      <a:pt x="165" y="3280"/>
                    </a:cubicBezTo>
                    <a:cubicBezTo>
                      <a:pt x="162" y="3271"/>
                      <a:pt x="157" y="3264"/>
                      <a:pt x="150" y="3258"/>
                    </a:cubicBezTo>
                    <a:cubicBezTo>
                      <a:pt x="143" y="3251"/>
                      <a:pt x="135" y="3247"/>
                      <a:pt x="125" y="3243"/>
                    </a:cubicBezTo>
                    <a:cubicBezTo>
                      <a:pt x="115" y="3240"/>
                      <a:pt x="103" y="3238"/>
                      <a:pt x="90" y="3238"/>
                    </a:cubicBezTo>
                    <a:close/>
                    <a:moveTo>
                      <a:pt x="327" y="3241"/>
                    </a:moveTo>
                    <a:cubicBezTo>
                      <a:pt x="326" y="3241"/>
                      <a:pt x="325" y="3241"/>
                      <a:pt x="324" y="3242"/>
                    </a:cubicBezTo>
                    <a:cubicBezTo>
                      <a:pt x="323" y="3242"/>
                      <a:pt x="322" y="3243"/>
                      <a:pt x="322" y="3243"/>
                    </a:cubicBezTo>
                    <a:lnTo>
                      <a:pt x="256" y="3285"/>
                    </a:lnTo>
                    <a:cubicBezTo>
                      <a:pt x="254" y="3286"/>
                      <a:pt x="254" y="3287"/>
                      <a:pt x="253" y="3287"/>
                    </a:cubicBezTo>
                    <a:cubicBezTo>
                      <a:pt x="252" y="3288"/>
                      <a:pt x="251" y="3290"/>
                      <a:pt x="250" y="3291"/>
                    </a:cubicBezTo>
                    <a:cubicBezTo>
                      <a:pt x="250" y="3292"/>
                      <a:pt x="250" y="3294"/>
                      <a:pt x="250" y="3295"/>
                    </a:cubicBezTo>
                    <a:cubicBezTo>
                      <a:pt x="249" y="3297"/>
                      <a:pt x="250" y="3299"/>
                      <a:pt x="250" y="3302"/>
                    </a:cubicBezTo>
                    <a:cubicBezTo>
                      <a:pt x="250" y="3305"/>
                      <a:pt x="250" y="3308"/>
                      <a:pt x="250" y="3310"/>
                    </a:cubicBezTo>
                    <a:cubicBezTo>
                      <a:pt x="251" y="3313"/>
                      <a:pt x="251" y="3314"/>
                      <a:pt x="252" y="3315"/>
                    </a:cubicBezTo>
                    <a:cubicBezTo>
                      <a:pt x="253" y="3316"/>
                      <a:pt x="255" y="3316"/>
                      <a:pt x="257" y="3316"/>
                    </a:cubicBezTo>
                    <a:cubicBezTo>
                      <a:pt x="258" y="3315"/>
                      <a:pt x="260" y="3315"/>
                      <a:pt x="263" y="3313"/>
                    </a:cubicBezTo>
                    <a:lnTo>
                      <a:pt x="318" y="3280"/>
                    </a:lnTo>
                    <a:lnTo>
                      <a:pt x="318" y="3497"/>
                    </a:lnTo>
                    <a:lnTo>
                      <a:pt x="258" y="3497"/>
                    </a:lnTo>
                    <a:cubicBezTo>
                      <a:pt x="257" y="3497"/>
                      <a:pt x="257" y="3498"/>
                      <a:pt x="256" y="3498"/>
                    </a:cubicBezTo>
                    <a:cubicBezTo>
                      <a:pt x="255" y="3499"/>
                      <a:pt x="254" y="3500"/>
                      <a:pt x="253" y="3501"/>
                    </a:cubicBezTo>
                    <a:cubicBezTo>
                      <a:pt x="252" y="3502"/>
                      <a:pt x="252" y="3504"/>
                      <a:pt x="251" y="3506"/>
                    </a:cubicBezTo>
                    <a:cubicBezTo>
                      <a:pt x="251" y="3508"/>
                      <a:pt x="250" y="3510"/>
                      <a:pt x="250" y="3512"/>
                    </a:cubicBezTo>
                    <a:cubicBezTo>
                      <a:pt x="250" y="3515"/>
                      <a:pt x="251" y="3518"/>
                      <a:pt x="251" y="3519"/>
                    </a:cubicBezTo>
                    <a:cubicBezTo>
                      <a:pt x="252" y="3521"/>
                      <a:pt x="252" y="3524"/>
                      <a:pt x="253" y="3525"/>
                    </a:cubicBezTo>
                    <a:cubicBezTo>
                      <a:pt x="254" y="3526"/>
                      <a:pt x="255" y="3527"/>
                      <a:pt x="256" y="3527"/>
                    </a:cubicBezTo>
                    <a:cubicBezTo>
                      <a:pt x="257" y="3528"/>
                      <a:pt x="257" y="3527"/>
                      <a:pt x="258" y="3527"/>
                    </a:cubicBezTo>
                    <a:lnTo>
                      <a:pt x="407" y="3527"/>
                    </a:lnTo>
                    <a:cubicBezTo>
                      <a:pt x="408" y="3527"/>
                      <a:pt x="410" y="3528"/>
                      <a:pt x="411" y="3527"/>
                    </a:cubicBezTo>
                    <a:cubicBezTo>
                      <a:pt x="412" y="3527"/>
                      <a:pt x="412" y="3526"/>
                      <a:pt x="413" y="3525"/>
                    </a:cubicBezTo>
                    <a:cubicBezTo>
                      <a:pt x="413" y="3524"/>
                      <a:pt x="414" y="3521"/>
                      <a:pt x="415" y="3519"/>
                    </a:cubicBezTo>
                    <a:cubicBezTo>
                      <a:pt x="415" y="3518"/>
                      <a:pt x="415" y="3515"/>
                      <a:pt x="415" y="3512"/>
                    </a:cubicBezTo>
                    <a:cubicBezTo>
                      <a:pt x="415" y="3510"/>
                      <a:pt x="416" y="3508"/>
                      <a:pt x="415" y="3506"/>
                    </a:cubicBezTo>
                    <a:cubicBezTo>
                      <a:pt x="415" y="3504"/>
                      <a:pt x="414" y="3502"/>
                      <a:pt x="414" y="3501"/>
                    </a:cubicBezTo>
                    <a:cubicBezTo>
                      <a:pt x="413" y="3500"/>
                      <a:pt x="412" y="3499"/>
                      <a:pt x="411" y="3498"/>
                    </a:cubicBezTo>
                    <a:cubicBezTo>
                      <a:pt x="410" y="3498"/>
                      <a:pt x="409" y="3497"/>
                      <a:pt x="407" y="3497"/>
                    </a:cubicBezTo>
                    <a:lnTo>
                      <a:pt x="356" y="3497"/>
                    </a:lnTo>
                    <a:lnTo>
                      <a:pt x="356" y="3247"/>
                    </a:lnTo>
                    <a:cubicBezTo>
                      <a:pt x="356" y="3246"/>
                      <a:pt x="356" y="3245"/>
                      <a:pt x="355" y="3244"/>
                    </a:cubicBezTo>
                    <a:cubicBezTo>
                      <a:pt x="355" y="3243"/>
                      <a:pt x="354" y="3243"/>
                      <a:pt x="353" y="3243"/>
                    </a:cubicBezTo>
                    <a:cubicBezTo>
                      <a:pt x="351" y="3242"/>
                      <a:pt x="350" y="3241"/>
                      <a:pt x="347" y="3241"/>
                    </a:cubicBezTo>
                    <a:cubicBezTo>
                      <a:pt x="345" y="3240"/>
                      <a:pt x="342" y="3241"/>
                      <a:pt x="339" y="3241"/>
                    </a:cubicBezTo>
                    <a:cubicBezTo>
                      <a:pt x="336" y="3241"/>
                      <a:pt x="333" y="3241"/>
                      <a:pt x="332" y="3241"/>
                    </a:cubicBezTo>
                    <a:cubicBezTo>
                      <a:pt x="330" y="3241"/>
                      <a:pt x="329" y="3240"/>
                      <a:pt x="327" y="3241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9" name="Today Background">
                <a:extLst>
                  <a:ext uri="{FF2B5EF4-FFF2-40B4-BE49-F238E27FC236}">
                    <a16:creationId xmlns:a16="http://schemas.microsoft.com/office/drawing/2014/main" id="{12667A3A-A6D8-4E21-7738-CC3A60296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051" y="2174876"/>
                <a:ext cx="222250" cy="138113"/>
              </a:xfrm>
              <a:prstGeom prst="rect">
                <a:avLst/>
              </a:prstGeom>
              <a:noFill/>
              <a:ln w="0">
                <a:noFill/>
                <a:prstDash val="solid"/>
                <a:miter lim="800000"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0" name="Today">
                <a:extLst>
                  <a:ext uri="{FF2B5EF4-FFF2-40B4-BE49-F238E27FC236}">
                    <a16:creationId xmlns:a16="http://schemas.microsoft.com/office/drawing/2014/main" id="{E041C410-CC81-6A56-3440-3F71E031DD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1726" y="2212976"/>
                <a:ext cx="85725" cy="63500"/>
              </a:xfrm>
              <a:custGeom>
                <a:avLst/>
                <a:gdLst>
                  <a:gd name="T0" fmla="*/ 275 w 396"/>
                  <a:gd name="T1" fmla="*/ 3 h 289"/>
                  <a:gd name="T2" fmla="*/ 237 w 396"/>
                  <a:gd name="T3" fmla="*/ 17 h 289"/>
                  <a:gd name="T4" fmla="*/ 224 w 396"/>
                  <a:gd name="T5" fmla="*/ 27 h 289"/>
                  <a:gd name="T6" fmla="*/ 223 w 396"/>
                  <a:gd name="T7" fmla="*/ 34 h 289"/>
                  <a:gd name="T8" fmla="*/ 223 w 396"/>
                  <a:gd name="T9" fmla="*/ 49 h 289"/>
                  <a:gd name="T10" fmla="*/ 225 w 396"/>
                  <a:gd name="T11" fmla="*/ 57 h 289"/>
                  <a:gd name="T12" fmla="*/ 237 w 396"/>
                  <a:gd name="T13" fmla="*/ 54 h 289"/>
                  <a:gd name="T14" fmla="*/ 269 w 396"/>
                  <a:gd name="T15" fmla="*/ 37 h 289"/>
                  <a:gd name="T16" fmla="*/ 313 w 396"/>
                  <a:gd name="T17" fmla="*/ 37 h 289"/>
                  <a:gd name="T18" fmla="*/ 336 w 396"/>
                  <a:gd name="T19" fmla="*/ 63 h 289"/>
                  <a:gd name="T20" fmla="*/ 338 w 396"/>
                  <a:gd name="T21" fmla="*/ 101 h 289"/>
                  <a:gd name="T22" fmla="*/ 312 w 396"/>
                  <a:gd name="T23" fmla="*/ 154 h 289"/>
                  <a:gd name="T24" fmla="*/ 225 w 396"/>
                  <a:gd name="T25" fmla="*/ 249 h 289"/>
                  <a:gd name="T26" fmla="*/ 218 w 396"/>
                  <a:gd name="T27" fmla="*/ 259 h 289"/>
                  <a:gd name="T28" fmla="*/ 216 w 396"/>
                  <a:gd name="T29" fmla="*/ 273 h 289"/>
                  <a:gd name="T30" fmla="*/ 220 w 396"/>
                  <a:gd name="T31" fmla="*/ 286 h 289"/>
                  <a:gd name="T32" fmla="*/ 230 w 396"/>
                  <a:gd name="T33" fmla="*/ 289 h 289"/>
                  <a:gd name="T34" fmla="*/ 390 w 396"/>
                  <a:gd name="T35" fmla="*/ 288 h 289"/>
                  <a:gd name="T36" fmla="*/ 395 w 396"/>
                  <a:gd name="T37" fmla="*/ 281 h 289"/>
                  <a:gd name="T38" fmla="*/ 395 w 396"/>
                  <a:gd name="T39" fmla="*/ 266 h 289"/>
                  <a:gd name="T40" fmla="*/ 390 w 396"/>
                  <a:gd name="T41" fmla="*/ 258 h 289"/>
                  <a:gd name="T42" fmla="*/ 262 w 396"/>
                  <a:gd name="T43" fmla="*/ 258 h 289"/>
                  <a:gd name="T44" fmla="*/ 347 w 396"/>
                  <a:gd name="T45" fmla="*/ 166 h 289"/>
                  <a:gd name="T46" fmla="*/ 380 w 396"/>
                  <a:gd name="T47" fmla="*/ 101 h 289"/>
                  <a:gd name="T48" fmla="*/ 377 w 396"/>
                  <a:gd name="T49" fmla="*/ 45 h 289"/>
                  <a:gd name="T50" fmla="*/ 336 w 396"/>
                  <a:gd name="T51" fmla="*/ 6 h 289"/>
                  <a:gd name="T52" fmla="*/ 89 w 396"/>
                  <a:gd name="T53" fmla="*/ 2 h 289"/>
                  <a:gd name="T54" fmla="*/ 78 w 396"/>
                  <a:gd name="T55" fmla="*/ 3 h 289"/>
                  <a:gd name="T56" fmla="*/ 73 w 396"/>
                  <a:gd name="T57" fmla="*/ 4 h 289"/>
                  <a:gd name="T58" fmla="*/ 4 w 396"/>
                  <a:gd name="T59" fmla="*/ 49 h 289"/>
                  <a:gd name="T60" fmla="*/ 1 w 396"/>
                  <a:gd name="T61" fmla="*/ 57 h 289"/>
                  <a:gd name="T62" fmla="*/ 1 w 396"/>
                  <a:gd name="T63" fmla="*/ 72 h 289"/>
                  <a:gd name="T64" fmla="*/ 7 w 396"/>
                  <a:gd name="T65" fmla="*/ 78 h 289"/>
                  <a:gd name="T66" fmla="*/ 69 w 396"/>
                  <a:gd name="T67" fmla="*/ 42 h 289"/>
                  <a:gd name="T68" fmla="*/ 10 w 396"/>
                  <a:gd name="T69" fmla="*/ 259 h 289"/>
                  <a:gd name="T70" fmla="*/ 4 w 396"/>
                  <a:gd name="T71" fmla="*/ 263 h 289"/>
                  <a:gd name="T72" fmla="*/ 2 w 396"/>
                  <a:gd name="T73" fmla="*/ 274 h 289"/>
                  <a:gd name="T74" fmla="*/ 4 w 396"/>
                  <a:gd name="T75" fmla="*/ 286 h 289"/>
                  <a:gd name="T76" fmla="*/ 10 w 396"/>
                  <a:gd name="T77" fmla="*/ 289 h 289"/>
                  <a:gd name="T78" fmla="*/ 162 w 396"/>
                  <a:gd name="T79" fmla="*/ 288 h 289"/>
                  <a:gd name="T80" fmla="*/ 166 w 396"/>
                  <a:gd name="T81" fmla="*/ 281 h 289"/>
                  <a:gd name="T82" fmla="*/ 166 w 396"/>
                  <a:gd name="T83" fmla="*/ 267 h 289"/>
                  <a:gd name="T84" fmla="*/ 162 w 396"/>
                  <a:gd name="T85" fmla="*/ 260 h 289"/>
                  <a:gd name="T86" fmla="*/ 107 w 396"/>
                  <a:gd name="T87" fmla="*/ 259 h 289"/>
                  <a:gd name="T88" fmla="*/ 106 w 396"/>
                  <a:gd name="T89" fmla="*/ 6 h 289"/>
                  <a:gd name="T90" fmla="*/ 98 w 396"/>
                  <a:gd name="T91" fmla="*/ 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96" h="289">
                    <a:moveTo>
                      <a:pt x="300" y="0"/>
                    </a:moveTo>
                    <a:cubicBezTo>
                      <a:pt x="292" y="0"/>
                      <a:pt x="283" y="1"/>
                      <a:pt x="275" y="3"/>
                    </a:cubicBezTo>
                    <a:cubicBezTo>
                      <a:pt x="267" y="4"/>
                      <a:pt x="260" y="6"/>
                      <a:pt x="254" y="9"/>
                    </a:cubicBezTo>
                    <a:cubicBezTo>
                      <a:pt x="247" y="11"/>
                      <a:pt x="241" y="14"/>
                      <a:pt x="237" y="17"/>
                    </a:cubicBezTo>
                    <a:cubicBezTo>
                      <a:pt x="232" y="19"/>
                      <a:pt x="230" y="21"/>
                      <a:pt x="228" y="23"/>
                    </a:cubicBezTo>
                    <a:cubicBezTo>
                      <a:pt x="226" y="25"/>
                      <a:pt x="225" y="26"/>
                      <a:pt x="224" y="27"/>
                    </a:cubicBezTo>
                    <a:cubicBezTo>
                      <a:pt x="224" y="28"/>
                      <a:pt x="223" y="29"/>
                      <a:pt x="223" y="30"/>
                    </a:cubicBezTo>
                    <a:cubicBezTo>
                      <a:pt x="222" y="31"/>
                      <a:pt x="223" y="33"/>
                      <a:pt x="223" y="34"/>
                    </a:cubicBezTo>
                    <a:cubicBezTo>
                      <a:pt x="222" y="36"/>
                      <a:pt x="222" y="38"/>
                      <a:pt x="222" y="41"/>
                    </a:cubicBezTo>
                    <a:cubicBezTo>
                      <a:pt x="222" y="44"/>
                      <a:pt x="222" y="46"/>
                      <a:pt x="223" y="49"/>
                    </a:cubicBezTo>
                    <a:cubicBezTo>
                      <a:pt x="223" y="51"/>
                      <a:pt x="223" y="53"/>
                      <a:pt x="224" y="54"/>
                    </a:cubicBezTo>
                    <a:cubicBezTo>
                      <a:pt x="224" y="55"/>
                      <a:pt x="224" y="56"/>
                      <a:pt x="225" y="57"/>
                    </a:cubicBezTo>
                    <a:cubicBezTo>
                      <a:pt x="226" y="57"/>
                      <a:pt x="228" y="57"/>
                      <a:pt x="229" y="57"/>
                    </a:cubicBezTo>
                    <a:cubicBezTo>
                      <a:pt x="231" y="57"/>
                      <a:pt x="233" y="56"/>
                      <a:pt x="237" y="54"/>
                    </a:cubicBezTo>
                    <a:cubicBezTo>
                      <a:pt x="240" y="51"/>
                      <a:pt x="245" y="48"/>
                      <a:pt x="250" y="45"/>
                    </a:cubicBezTo>
                    <a:cubicBezTo>
                      <a:pt x="255" y="42"/>
                      <a:pt x="261" y="40"/>
                      <a:pt x="269" y="37"/>
                    </a:cubicBezTo>
                    <a:cubicBezTo>
                      <a:pt x="276" y="35"/>
                      <a:pt x="284" y="34"/>
                      <a:pt x="293" y="34"/>
                    </a:cubicBezTo>
                    <a:cubicBezTo>
                      <a:pt x="301" y="34"/>
                      <a:pt x="308" y="35"/>
                      <a:pt x="313" y="37"/>
                    </a:cubicBezTo>
                    <a:cubicBezTo>
                      <a:pt x="319" y="40"/>
                      <a:pt x="324" y="43"/>
                      <a:pt x="328" y="48"/>
                    </a:cubicBezTo>
                    <a:cubicBezTo>
                      <a:pt x="331" y="52"/>
                      <a:pt x="334" y="57"/>
                      <a:pt x="336" y="63"/>
                    </a:cubicBezTo>
                    <a:cubicBezTo>
                      <a:pt x="338" y="68"/>
                      <a:pt x="340" y="74"/>
                      <a:pt x="340" y="80"/>
                    </a:cubicBezTo>
                    <a:cubicBezTo>
                      <a:pt x="340" y="87"/>
                      <a:pt x="339" y="93"/>
                      <a:pt x="338" y="101"/>
                    </a:cubicBezTo>
                    <a:cubicBezTo>
                      <a:pt x="337" y="108"/>
                      <a:pt x="334" y="116"/>
                      <a:pt x="329" y="124"/>
                    </a:cubicBezTo>
                    <a:cubicBezTo>
                      <a:pt x="325" y="133"/>
                      <a:pt x="319" y="143"/>
                      <a:pt x="312" y="154"/>
                    </a:cubicBezTo>
                    <a:cubicBezTo>
                      <a:pt x="304" y="164"/>
                      <a:pt x="294" y="177"/>
                      <a:pt x="281" y="191"/>
                    </a:cubicBezTo>
                    <a:lnTo>
                      <a:pt x="225" y="249"/>
                    </a:lnTo>
                    <a:cubicBezTo>
                      <a:pt x="224" y="251"/>
                      <a:pt x="222" y="252"/>
                      <a:pt x="221" y="254"/>
                    </a:cubicBezTo>
                    <a:cubicBezTo>
                      <a:pt x="220" y="256"/>
                      <a:pt x="219" y="258"/>
                      <a:pt x="218" y="259"/>
                    </a:cubicBezTo>
                    <a:cubicBezTo>
                      <a:pt x="217" y="261"/>
                      <a:pt x="218" y="263"/>
                      <a:pt x="217" y="266"/>
                    </a:cubicBezTo>
                    <a:cubicBezTo>
                      <a:pt x="217" y="268"/>
                      <a:pt x="216" y="270"/>
                      <a:pt x="216" y="273"/>
                    </a:cubicBezTo>
                    <a:cubicBezTo>
                      <a:pt x="216" y="276"/>
                      <a:pt x="217" y="279"/>
                      <a:pt x="217" y="281"/>
                    </a:cubicBezTo>
                    <a:cubicBezTo>
                      <a:pt x="218" y="284"/>
                      <a:pt x="219" y="285"/>
                      <a:pt x="220" y="286"/>
                    </a:cubicBezTo>
                    <a:cubicBezTo>
                      <a:pt x="221" y="287"/>
                      <a:pt x="222" y="288"/>
                      <a:pt x="224" y="288"/>
                    </a:cubicBezTo>
                    <a:cubicBezTo>
                      <a:pt x="225" y="289"/>
                      <a:pt x="228" y="289"/>
                      <a:pt x="230" y="289"/>
                    </a:cubicBezTo>
                    <a:lnTo>
                      <a:pt x="387" y="289"/>
                    </a:lnTo>
                    <a:cubicBezTo>
                      <a:pt x="388" y="289"/>
                      <a:pt x="389" y="289"/>
                      <a:pt x="390" y="288"/>
                    </a:cubicBezTo>
                    <a:cubicBezTo>
                      <a:pt x="391" y="288"/>
                      <a:pt x="392" y="287"/>
                      <a:pt x="393" y="286"/>
                    </a:cubicBezTo>
                    <a:cubicBezTo>
                      <a:pt x="394" y="284"/>
                      <a:pt x="394" y="283"/>
                      <a:pt x="395" y="281"/>
                    </a:cubicBezTo>
                    <a:cubicBezTo>
                      <a:pt x="395" y="278"/>
                      <a:pt x="395" y="276"/>
                      <a:pt x="396" y="273"/>
                    </a:cubicBezTo>
                    <a:cubicBezTo>
                      <a:pt x="396" y="271"/>
                      <a:pt x="395" y="268"/>
                      <a:pt x="395" y="266"/>
                    </a:cubicBezTo>
                    <a:cubicBezTo>
                      <a:pt x="394" y="264"/>
                      <a:pt x="394" y="262"/>
                      <a:pt x="393" y="261"/>
                    </a:cubicBezTo>
                    <a:cubicBezTo>
                      <a:pt x="392" y="260"/>
                      <a:pt x="391" y="259"/>
                      <a:pt x="390" y="258"/>
                    </a:cubicBezTo>
                    <a:cubicBezTo>
                      <a:pt x="389" y="258"/>
                      <a:pt x="388" y="258"/>
                      <a:pt x="387" y="258"/>
                    </a:cubicBezTo>
                    <a:lnTo>
                      <a:pt x="262" y="258"/>
                    </a:lnTo>
                    <a:lnTo>
                      <a:pt x="308" y="210"/>
                    </a:lnTo>
                    <a:cubicBezTo>
                      <a:pt x="325" y="193"/>
                      <a:pt x="337" y="179"/>
                      <a:pt x="347" y="166"/>
                    </a:cubicBezTo>
                    <a:cubicBezTo>
                      <a:pt x="357" y="153"/>
                      <a:pt x="365" y="141"/>
                      <a:pt x="370" y="131"/>
                    </a:cubicBezTo>
                    <a:cubicBezTo>
                      <a:pt x="375" y="120"/>
                      <a:pt x="378" y="111"/>
                      <a:pt x="380" y="101"/>
                    </a:cubicBezTo>
                    <a:cubicBezTo>
                      <a:pt x="381" y="92"/>
                      <a:pt x="382" y="83"/>
                      <a:pt x="382" y="74"/>
                    </a:cubicBezTo>
                    <a:cubicBezTo>
                      <a:pt x="382" y="64"/>
                      <a:pt x="380" y="54"/>
                      <a:pt x="377" y="45"/>
                    </a:cubicBezTo>
                    <a:cubicBezTo>
                      <a:pt x="374" y="36"/>
                      <a:pt x="369" y="29"/>
                      <a:pt x="362" y="22"/>
                    </a:cubicBezTo>
                    <a:cubicBezTo>
                      <a:pt x="355" y="15"/>
                      <a:pt x="347" y="10"/>
                      <a:pt x="336" y="6"/>
                    </a:cubicBezTo>
                    <a:cubicBezTo>
                      <a:pt x="326" y="2"/>
                      <a:pt x="314" y="0"/>
                      <a:pt x="300" y="0"/>
                    </a:cubicBezTo>
                    <a:close/>
                    <a:moveTo>
                      <a:pt x="89" y="2"/>
                    </a:moveTo>
                    <a:cubicBezTo>
                      <a:pt x="87" y="2"/>
                      <a:pt x="85" y="3"/>
                      <a:pt x="83" y="3"/>
                    </a:cubicBezTo>
                    <a:cubicBezTo>
                      <a:pt x="82" y="3"/>
                      <a:pt x="79" y="2"/>
                      <a:pt x="78" y="3"/>
                    </a:cubicBezTo>
                    <a:cubicBezTo>
                      <a:pt x="77" y="3"/>
                      <a:pt x="76" y="3"/>
                      <a:pt x="75" y="4"/>
                    </a:cubicBezTo>
                    <a:cubicBezTo>
                      <a:pt x="74" y="4"/>
                      <a:pt x="73" y="4"/>
                      <a:pt x="73" y="4"/>
                    </a:cubicBezTo>
                    <a:lnTo>
                      <a:pt x="7" y="47"/>
                    </a:lnTo>
                    <a:cubicBezTo>
                      <a:pt x="6" y="48"/>
                      <a:pt x="5" y="49"/>
                      <a:pt x="4" y="49"/>
                    </a:cubicBezTo>
                    <a:cubicBezTo>
                      <a:pt x="3" y="50"/>
                      <a:pt x="3" y="52"/>
                      <a:pt x="2" y="53"/>
                    </a:cubicBezTo>
                    <a:cubicBezTo>
                      <a:pt x="2" y="54"/>
                      <a:pt x="1" y="56"/>
                      <a:pt x="1" y="57"/>
                    </a:cubicBezTo>
                    <a:cubicBezTo>
                      <a:pt x="1" y="59"/>
                      <a:pt x="0" y="61"/>
                      <a:pt x="0" y="64"/>
                    </a:cubicBezTo>
                    <a:cubicBezTo>
                      <a:pt x="0" y="67"/>
                      <a:pt x="1" y="69"/>
                      <a:pt x="1" y="72"/>
                    </a:cubicBezTo>
                    <a:cubicBezTo>
                      <a:pt x="2" y="74"/>
                      <a:pt x="2" y="76"/>
                      <a:pt x="3" y="77"/>
                    </a:cubicBezTo>
                    <a:cubicBezTo>
                      <a:pt x="4" y="78"/>
                      <a:pt x="6" y="78"/>
                      <a:pt x="7" y="78"/>
                    </a:cubicBezTo>
                    <a:cubicBezTo>
                      <a:pt x="9" y="77"/>
                      <a:pt x="12" y="77"/>
                      <a:pt x="15" y="75"/>
                    </a:cubicBezTo>
                    <a:lnTo>
                      <a:pt x="69" y="42"/>
                    </a:lnTo>
                    <a:lnTo>
                      <a:pt x="69" y="259"/>
                    </a:lnTo>
                    <a:lnTo>
                      <a:pt x="10" y="259"/>
                    </a:lnTo>
                    <a:cubicBezTo>
                      <a:pt x="9" y="259"/>
                      <a:pt x="8" y="260"/>
                      <a:pt x="7" y="260"/>
                    </a:cubicBezTo>
                    <a:cubicBezTo>
                      <a:pt x="6" y="261"/>
                      <a:pt x="5" y="262"/>
                      <a:pt x="4" y="263"/>
                    </a:cubicBezTo>
                    <a:cubicBezTo>
                      <a:pt x="3" y="264"/>
                      <a:pt x="3" y="265"/>
                      <a:pt x="2" y="267"/>
                    </a:cubicBezTo>
                    <a:cubicBezTo>
                      <a:pt x="2" y="269"/>
                      <a:pt x="2" y="272"/>
                      <a:pt x="2" y="274"/>
                    </a:cubicBezTo>
                    <a:cubicBezTo>
                      <a:pt x="2" y="277"/>
                      <a:pt x="2" y="279"/>
                      <a:pt x="2" y="281"/>
                    </a:cubicBezTo>
                    <a:cubicBezTo>
                      <a:pt x="3" y="283"/>
                      <a:pt x="3" y="285"/>
                      <a:pt x="4" y="286"/>
                    </a:cubicBezTo>
                    <a:cubicBezTo>
                      <a:pt x="5" y="287"/>
                      <a:pt x="6" y="288"/>
                      <a:pt x="7" y="288"/>
                    </a:cubicBezTo>
                    <a:cubicBezTo>
                      <a:pt x="7" y="289"/>
                      <a:pt x="9" y="289"/>
                      <a:pt x="10" y="289"/>
                    </a:cubicBezTo>
                    <a:lnTo>
                      <a:pt x="159" y="289"/>
                    </a:lnTo>
                    <a:cubicBezTo>
                      <a:pt x="160" y="289"/>
                      <a:pt x="161" y="289"/>
                      <a:pt x="162" y="288"/>
                    </a:cubicBezTo>
                    <a:cubicBezTo>
                      <a:pt x="163" y="288"/>
                      <a:pt x="164" y="287"/>
                      <a:pt x="164" y="286"/>
                    </a:cubicBezTo>
                    <a:cubicBezTo>
                      <a:pt x="165" y="285"/>
                      <a:pt x="166" y="283"/>
                      <a:pt x="166" y="281"/>
                    </a:cubicBezTo>
                    <a:cubicBezTo>
                      <a:pt x="167" y="279"/>
                      <a:pt x="167" y="277"/>
                      <a:pt x="167" y="274"/>
                    </a:cubicBezTo>
                    <a:cubicBezTo>
                      <a:pt x="167" y="272"/>
                      <a:pt x="167" y="269"/>
                      <a:pt x="166" y="267"/>
                    </a:cubicBezTo>
                    <a:cubicBezTo>
                      <a:pt x="166" y="265"/>
                      <a:pt x="165" y="264"/>
                      <a:pt x="164" y="263"/>
                    </a:cubicBezTo>
                    <a:cubicBezTo>
                      <a:pt x="164" y="262"/>
                      <a:pt x="163" y="261"/>
                      <a:pt x="162" y="260"/>
                    </a:cubicBezTo>
                    <a:cubicBezTo>
                      <a:pt x="161" y="260"/>
                      <a:pt x="160" y="259"/>
                      <a:pt x="159" y="259"/>
                    </a:cubicBezTo>
                    <a:lnTo>
                      <a:pt x="107" y="259"/>
                    </a:lnTo>
                    <a:lnTo>
                      <a:pt x="107" y="8"/>
                    </a:lnTo>
                    <a:cubicBezTo>
                      <a:pt x="107" y="7"/>
                      <a:pt x="107" y="7"/>
                      <a:pt x="106" y="6"/>
                    </a:cubicBezTo>
                    <a:cubicBezTo>
                      <a:pt x="106" y="5"/>
                      <a:pt x="105" y="4"/>
                      <a:pt x="104" y="4"/>
                    </a:cubicBezTo>
                    <a:cubicBezTo>
                      <a:pt x="102" y="3"/>
                      <a:pt x="101" y="3"/>
                      <a:pt x="98" y="3"/>
                    </a:cubicBezTo>
                    <a:cubicBezTo>
                      <a:pt x="96" y="2"/>
                      <a:pt x="93" y="2"/>
                      <a:pt x="89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1" name="Next Month">
                <a:extLst>
                  <a:ext uri="{FF2B5EF4-FFF2-40B4-BE49-F238E27FC236}">
                    <a16:creationId xmlns:a16="http://schemas.microsoft.com/office/drawing/2014/main" id="{B035D6BA-A699-1B89-9624-DCCC63B82A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3288" y="2633663"/>
                <a:ext cx="1155700" cy="63500"/>
              </a:xfrm>
              <a:custGeom>
                <a:avLst/>
                <a:gdLst>
                  <a:gd name="T0" fmla="*/ 2074 w 5350"/>
                  <a:gd name="T1" fmla="*/ 27 h 294"/>
                  <a:gd name="T2" fmla="*/ 2075 w 5350"/>
                  <a:gd name="T3" fmla="*/ 56 h 294"/>
                  <a:gd name="T4" fmla="*/ 2162 w 5350"/>
                  <a:gd name="T5" fmla="*/ 35 h 294"/>
                  <a:gd name="T6" fmla="*/ 2152 w 5350"/>
                  <a:gd name="T7" fmla="*/ 124 h 294"/>
                  <a:gd name="T8" fmla="*/ 2092 w 5350"/>
                  <a:gd name="T9" fmla="*/ 143 h 294"/>
                  <a:gd name="T10" fmla="*/ 2159 w 5350"/>
                  <a:gd name="T11" fmla="*/ 162 h 294"/>
                  <a:gd name="T12" fmla="*/ 2166 w 5350"/>
                  <a:gd name="T13" fmla="*/ 259 h 294"/>
                  <a:gd name="T14" fmla="*/ 2064 w 5350"/>
                  <a:gd name="T15" fmla="*/ 244 h 294"/>
                  <a:gd name="T16" fmla="*/ 2077 w 5350"/>
                  <a:gd name="T17" fmla="*/ 280 h 294"/>
                  <a:gd name="T18" fmla="*/ 2235 w 5350"/>
                  <a:gd name="T19" fmla="*/ 244 h 294"/>
                  <a:gd name="T20" fmla="*/ 2175 w 5350"/>
                  <a:gd name="T21" fmla="*/ 139 h 294"/>
                  <a:gd name="T22" fmla="*/ 2209 w 5350"/>
                  <a:gd name="T23" fmla="*/ 20 h 294"/>
                  <a:gd name="T24" fmla="*/ 5185 w 5350"/>
                  <a:gd name="T25" fmla="*/ 51 h 294"/>
                  <a:gd name="T26" fmla="*/ 5181 w 5350"/>
                  <a:gd name="T27" fmla="*/ 257 h 294"/>
                  <a:gd name="T28" fmla="*/ 5344 w 5350"/>
                  <a:gd name="T29" fmla="*/ 234 h 294"/>
                  <a:gd name="T30" fmla="*/ 5246 w 5350"/>
                  <a:gd name="T31" fmla="*/ 117 h 294"/>
                  <a:gd name="T32" fmla="*/ 5244 w 5350"/>
                  <a:gd name="T33" fmla="*/ 39 h 294"/>
                  <a:gd name="T34" fmla="*/ 5333 w 5350"/>
                  <a:gd name="T35" fmla="*/ 40 h 294"/>
                  <a:gd name="T36" fmla="*/ 5334 w 5350"/>
                  <a:gd name="T37" fmla="*/ 13 h 294"/>
                  <a:gd name="T38" fmla="*/ 1112 w 5350"/>
                  <a:gd name="T39" fmla="*/ 3 h 294"/>
                  <a:gd name="T40" fmla="*/ 1035 w 5350"/>
                  <a:gd name="T41" fmla="*/ 33 h 294"/>
                  <a:gd name="T42" fmla="*/ 1040 w 5350"/>
                  <a:gd name="T43" fmla="*/ 60 h 294"/>
                  <a:gd name="T44" fmla="*/ 1140 w 5350"/>
                  <a:gd name="T45" fmla="*/ 49 h 294"/>
                  <a:gd name="T46" fmla="*/ 1093 w 5350"/>
                  <a:gd name="T47" fmla="*/ 192 h 294"/>
                  <a:gd name="T48" fmla="*/ 1030 w 5350"/>
                  <a:gd name="T49" fmla="*/ 283 h 294"/>
                  <a:gd name="T50" fmla="*/ 1205 w 5350"/>
                  <a:gd name="T51" fmla="*/ 288 h 294"/>
                  <a:gd name="T52" fmla="*/ 1199 w 5350"/>
                  <a:gd name="T53" fmla="*/ 259 h 294"/>
                  <a:gd name="T54" fmla="*/ 1195 w 5350"/>
                  <a:gd name="T55" fmla="*/ 77 h 294"/>
                  <a:gd name="T56" fmla="*/ 3209 w 5350"/>
                  <a:gd name="T57" fmla="*/ 4 h 294"/>
                  <a:gd name="T58" fmla="*/ 3086 w 5350"/>
                  <a:gd name="T59" fmla="*/ 194 h 294"/>
                  <a:gd name="T60" fmla="*/ 3094 w 5350"/>
                  <a:gd name="T61" fmla="*/ 224 h 294"/>
                  <a:gd name="T62" fmla="*/ 3230 w 5350"/>
                  <a:gd name="T63" fmla="*/ 291 h 294"/>
                  <a:gd name="T64" fmla="*/ 3281 w 5350"/>
                  <a:gd name="T65" fmla="*/ 224 h 294"/>
                  <a:gd name="T66" fmla="*/ 3249 w 5350"/>
                  <a:gd name="T67" fmla="*/ 11 h 294"/>
                  <a:gd name="T68" fmla="*/ 4149 w 5350"/>
                  <a:gd name="T69" fmla="*/ 6 h 294"/>
                  <a:gd name="T70" fmla="*/ 4199 w 5350"/>
                  <a:gd name="T71" fmla="*/ 144 h 294"/>
                  <a:gd name="T72" fmla="*/ 4252 w 5350"/>
                  <a:gd name="T73" fmla="*/ 246 h 294"/>
                  <a:gd name="T74" fmla="*/ 4138 w 5350"/>
                  <a:gd name="T75" fmla="*/ 243 h 294"/>
                  <a:gd name="T76" fmla="*/ 4132 w 5350"/>
                  <a:gd name="T77" fmla="*/ 270 h 294"/>
                  <a:gd name="T78" fmla="*/ 4205 w 5350"/>
                  <a:gd name="T79" fmla="*/ 292 h 294"/>
                  <a:gd name="T80" fmla="*/ 4287 w 5350"/>
                  <a:gd name="T81" fmla="*/ 136 h 294"/>
                  <a:gd name="T82" fmla="*/ 4286 w 5350"/>
                  <a:gd name="T83" fmla="*/ 35 h 294"/>
                  <a:gd name="T84" fmla="*/ 4286 w 5350"/>
                  <a:gd name="T85" fmla="*/ 3 h 294"/>
                  <a:gd name="T86" fmla="*/ 7 w 5350"/>
                  <a:gd name="T87" fmla="*/ 49 h 294"/>
                  <a:gd name="T88" fmla="*/ 3 w 5350"/>
                  <a:gd name="T89" fmla="*/ 78 h 294"/>
                  <a:gd name="T90" fmla="*/ 7 w 5350"/>
                  <a:gd name="T91" fmla="*/ 261 h 294"/>
                  <a:gd name="T92" fmla="*/ 7 w 5350"/>
                  <a:gd name="T93" fmla="*/ 290 h 294"/>
                  <a:gd name="T94" fmla="*/ 166 w 5350"/>
                  <a:gd name="T95" fmla="*/ 276 h 294"/>
                  <a:gd name="T96" fmla="*/ 107 w 5350"/>
                  <a:gd name="T97" fmla="*/ 10 h 294"/>
                  <a:gd name="T98" fmla="*/ 3212 w 5350"/>
                  <a:gd name="T99" fmla="*/ 36 h 294"/>
                  <a:gd name="T100" fmla="*/ 5284 w 5350"/>
                  <a:gd name="T101" fmla="*/ 148 h 294"/>
                  <a:gd name="T102" fmla="*/ 5281 w 5350"/>
                  <a:gd name="T103" fmla="*/ 258 h 294"/>
                  <a:gd name="T104" fmla="*/ 5214 w 5350"/>
                  <a:gd name="T105" fmla="*/ 15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350" h="294">
                    <a:moveTo>
                      <a:pt x="2149" y="0"/>
                    </a:moveTo>
                    <a:cubicBezTo>
                      <a:pt x="2140" y="0"/>
                      <a:pt x="2131" y="1"/>
                      <a:pt x="2122" y="3"/>
                    </a:cubicBezTo>
                    <a:cubicBezTo>
                      <a:pt x="2114" y="5"/>
                      <a:pt x="2108" y="7"/>
                      <a:pt x="2101" y="10"/>
                    </a:cubicBezTo>
                    <a:cubicBezTo>
                      <a:pt x="2095" y="12"/>
                      <a:pt x="2090" y="14"/>
                      <a:pt x="2085" y="17"/>
                    </a:cubicBezTo>
                    <a:cubicBezTo>
                      <a:pt x="2081" y="20"/>
                      <a:pt x="2078" y="22"/>
                      <a:pt x="2077" y="23"/>
                    </a:cubicBezTo>
                    <a:cubicBezTo>
                      <a:pt x="2075" y="24"/>
                      <a:pt x="2075" y="26"/>
                      <a:pt x="2074" y="27"/>
                    </a:cubicBezTo>
                    <a:cubicBezTo>
                      <a:pt x="2073" y="28"/>
                      <a:pt x="2073" y="29"/>
                      <a:pt x="2072" y="30"/>
                    </a:cubicBezTo>
                    <a:cubicBezTo>
                      <a:pt x="2072" y="31"/>
                      <a:pt x="2071" y="33"/>
                      <a:pt x="2071" y="35"/>
                    </a:cubicBezTo>
                    <a:cubicBezTo>
                      <a:pt x="2071" y="36"/>
                      <a:pt x="2071" y="38"/>
                      <a:pt x="2071" y="41"/>
                    </a:cubicBezTo>
                    <a:cubicBezTo>
                      <a:pt x="2071" y="44"/>
                      <a:pt x="2071" y="47"/>
                      <a:pt x="2071" y="49"/>
                    </a:cubicBezTo>
                    <a:cubicBezTo>
                      <a:pt x="2072" y="51"/>
                      <a:pt x="2072" y="52"/>
                      <a:pt x="2072" y="53"/>
                    </a:cubicBezTo>
                    <a:cubicBezTo>
                      <a:pt x="2073" y="54"/>
                      <a:pt x="2074" y="55"/>
                      <a:pt x="2075" y="56"/>
                    </a:cubicBezTo>
                    <a:cubicBezTo>
                      <a:pt x="2076" y="56"/>
                      <a:pt x="2076" y="56"/>
                      <a:pt x="2078" y="56"/>
                    </a:cubicBezTo>
                    <a:cubicBezTo>
                      <a:pt x="2079" y="56"/>
                      <a:pt x="2081" y="55"/>
                      <a:pt x="2085" y="52"/>
                    </a:cubicBezTo>
                    <a:cubicBezTo>
                      <a:pt x="2088" y="50"/>
                      <a:pt x="2093" y="46"/>
                      <a:pt x="2099" y="43"/>
                    </a:cubicBezTo>
                    <a:cubicBezTo>
                      <a:pt x="2104" y="40"/>
                      <a:pt x="2111" y="38"/>
                      <a:pt x="2118" y="35"/>
                    </a:cubicBezTo>
                    <a:cubicBezTo>
                      <a:pt x="2125" y="33"/>
                      <a:pt x="2132" y="32"/>
                      <a:pt x="2141" y="32"/>
                    </a:cubicBezTo>
                    <a:cubicBezTo>
                      <a:pt x="2149" y="32"/>
                      <a:pt x="2156" y="33"/>
                      <a:pt x="2162" y="35"/>
                    </a:cubicBezTo>
                    <a:cubicBezTo>
                      <a:pt x="2168" y="38"/>
                      <a:pt x="2172" y="40"/>
                      <a:pt x="2176" y="44"/>
                    </a:cubicBezTo>
                    <a:cubicBezTo>
                      <a:pt x="2180" y="48"/>
                      <a:pt x="2183" y="53"/>
                      <a:pt x="2185" y="58"/>
                    </a:cubicBezTo>
                    <a:cubicBezTo>
                      <a:pt x="2187" y="64"/>
                      <a:pt x="2188" y="69"/>
                      <a:pt x="2188" y="75"/>
                    </a:cubicBezTo>
                    <a:cubicBezTo>
                      <a:pt x="2188" y="83"/>
                      <a:pt x="2187" y="91"/>
                      <a:pt x="2184" y="97"/>
                    </a:cubicBezTo>
                    <a:cubicBezTo>
                      <a:pt x="2181" y="104"/>
                      <a:pt x="2177" y="109"/>
                      <a:pt x="2172" y="114"/>
                    </a:cubicBezTo>
                    <a:cubicBezTo>
                      <a:pt x="2167" y="119"/>
                      <a:pt x="2159" y="122"/>
                      <a:pt x="2152" y="124"/>
                    </a:cubicBezTo>
                    <a:cubicBezTo>
                      <a:pt x="2144" y="127"/>
                      <a:pt x="2136" y="129"/>
                      <a:pt x="2126" y="129"/>
                    </a:cubicBezTo>
                    <a:lnTo>
                      <a:pt x="2100" y="129"/>
                    </a:lnTo>
                    <a:cubicBezTo>
                      <a:pt x="2099" y="129"/>
                      <a:pt x="2098" y="129"/>
                      <a:pt x="2097" y="130"/>
                    </a:cubicBezTo>
                    <a:cubicBezTo>
                      <a:pt x="2096" y="130"/>
                      <a:pt x="2095" y="130"/>
                      <a:pt x="2094" y="132"/>
                    </a:cubicBezTo>
                    <a:cubicBezTo>
                      <a:pt x="2093" y="133"/>
                      <a:pt x="2093" y="134"/>
                      <a:pt x="2092" y="136"/>
                    </a:cubicBezTo>
                    <a:cubicBezTo>
                      <a:pt x="2092" y="138"/>
                      <a:pt x="2092" y="140"/>
                      <a:pt x="2092" y="143"/>
                    </a:cubicBezTo>
                    <a:cubicBezTo>
                      <a:pt x="2092" y="146"/>
                      <a:pt x="2092" y="149"/>
                      <a:pt x="2092" y="151"/>
                    </a:cubicBezTo>
                    <a:cubicBezTo>
                      <a:pt x="2093" y="153"/>
                      <a:pt x="2094" y="154"/>
                      <a:pt x="2095" y="155"/>
                    </a:cubicBezTo>
                    <a:cubicBezTo>
                      <a:pt x="2096" y="157"/>
                      <a:pt x="2097" y="157"/>
                      <a:pt x="2098" y="158"/>
                    </a:cubicBezTo>
                    <a:cubicBezTo>
                      <a:pt x="2099" y="158"/>
                      <a:pt x="2100" y="159"/>
                      <a:pt x="2101" y="159"/>
                    </a:cubicBezTo>
                    <a:lnTo>
                      <a:pt x="2128" y="159"/>
                    </a:lnTo>
                    <a:cubicBezTo>
                      <a:pt x="2139" y="159"/>
                      <a:pt x="2150" y="160"/>
                      <a:pt x="2159" y="162"/>
                    </a:cubicBezTo>
                    <a:cubicBezTo>
                      <a:pt x="2168" y="165"/>
                      <a:pt x="2175" y="168"/>
                      <a:pt x="2181" y="173"/>
                    </a:cubicBezTo>
                    <a:cubicBezTo>
                      <a:pt x="2187" y="178"/>
                      <a:pt x="2192" y="183"/>
                      <a:pt x="2195" y="190"/>
                    </a:cubicBezTo>
                    <a:cubicBezTo>
                      <a:pt x="2198" y="196"/>
                      <a:pt x="2199" y="204"/>
                      <a:pt x="2199" y="212"/>
                    </a:cubicBezTo>
                    <a:cubicBezTo>
                      <a:pt x="2199" y="219"/>
                      <a:pt x="2198" y="226"/>
                      <a:pt x="2196" y="232"/>
                    </a:cubicBezTo>
                    <a:cubicBezTo>
                      <a:pt x="2193" y="238"/>
                      <a:pt x="2189" y="243"/>
                      <a:pt x="2184" y="248"/>
                    </a:cubicBezTo>
                    <a:cubicBezTo>
                      <a:pt x="2179" y="252"/>
                      <a:pt x="2173" y="256"/>
                      <a:pt x="2166" y="259"/>
                    </a:cubicBezTo>
                    <a:cubicBezTo>
                      <a:pt x="2158" y="261"/>
                      <a:pt x="2150" y="263"/>
                      <a:pt x="2140" y="263"/>
                    </a:cubicBezTo>
                    <a:cubicBezTo>
                      <a:pt x="2130" y="263"/>
                      <a:pt x="2122" y="262"/>
                      <a:pt x="2114" y="259"/>
                    </a:cubicBezTo>
                    <a:cubicBezTo>
                      <a:pt x="2106" y="257"/>
                      <a:pt x="2098" y="254"/>
                      <a:pt x="2092" y="251"/>
                    </a:cubicBezTo>
                    <a:cubicBezTo>
                      <a:pt x="2086" y="249"/>
                      <a:pt x="2081" y="246"/>
                      <a:pt x="2077" y="244"/>
                    </a:cubicBezTo>
                    <a:cubicBezTo>
                      <a:pt x="2073" y="241"/>
                      <a:pt x="2070" y="240"/>
                      <a:pt x="2069" y="240"/>
                    </a:cubicBezTo>
                    <a:cubicBezTo>
                      <a:pt x="2067" y="240"/>
                      <a:pt x="2065" y="241"/>
                      <a:pt x="2064" y="244"/>
                    </a:cubicBezTo>
                    <a:cubicBezTo>
                      <a:pt x="2063" y="246"/>
                      <a:pt x="2063" y="249"/>
                      <a:pt x="2063" y="254"/>
                    </a:cubicBezTo>
                    <a:cubicBezTo>
                      <a:pt x="2063" y="257"/>
                      <a:pt x="2063" y="260"/>
                      <a:pt x="2063" y="262"/>
                    </a:cubicBezTo>
                    <a:cubicBezTo>
                      <a:pt x="2064" y="264"/>
                      <a:pt x="2064" y="266"/>
                      <a:pt x="2064" y="267"/>
                    </a:cubicBezTo>
                    <a:cubicBezTo>
                      <a:pt x="2065" y="269"/>
                      <a:pt x="2065" y="271"/>
                      <a:pt x="2066" y="272"/>
                    </a:cubicBezTo>
                    <a:cubicBezTo>
                      <a:pt x="2067" y="273"/>
                      <a:pt x="2068" y="273"/>
                      <a:pt x="2069" y="274"/>
                    </a:cubicBezTo>
                    <a:cubicBezTo>
                      <a:pt x="2070" y="275"/>
                      <a:pt x="2072" y="277"/>
                      <a:pt x="2077" y="280"/>
                    </a:cubicBezTo>
                    <a:cubicBezTo>
                      <a:pt x="2081" y="282"/>
                      <a:pt x="2086" y="284"/>
                      <a:pt x="2092" y="286"/>
                    </a:cubicBezTo>
                    <a:cubicBezTo>
                      <a:pt x="2099" y="288"/>
                      <a:pt x="2106" y="290"/>
                      <a:pt x="2115" y="292"/>
                    </a:cubicBezTo>
                    <a:cubicBezTo>
                      <a:pt x="2123" y="294"/>
                      <a:pt x="2132" y="294"/>
                      <a:pt x="2142" y="294"/>
                    </a:cubicBezTo>
                    <a:cubicBezTo>
                      <a:pt x="2158" y="294"/>
                      <a:pt x="2172" y="292"/>
                      <a:pt x="2184" y="288"/>
                    </a:cubicBezTo>
                    <a:cubicBezTo>
                      <a:pt x="2197" y="284"/>
                      <a:pt x="2207" y="278"/>
                      <a:pt x="2215" y="271"/>
                    </a:cubicBezTo>
                    <a:cubicBezTo>
                      <a:pt x="2224" y="263"/>
                      <a:pt x="2231" y="254"/>
                      <a:pt x="2235" y="244"/>
                    </a:cubicBezTo>
                    <a:cubicBezTo>
                      <a:pt x="2240" y="233"/>
                      <a:pt x="2242" y="221"/>
                      <a:pt x="2242" y="208"/>
                    </a:cubicBezTo>
                    <a:cubicBezTo>
                      <a:pt x="2242" y="199"/>
                      <a:pt x="2240" y="191"/>
                      <a:pt x="2237" y="183"/>
                    </a:cubicBezTo>
                    <a:cubicBezTo>
                      <a:pt x="2234" y="175"/>
                      <a:pt x="2229" y="168"/>
                      <a:pt x="2223" y="162"/>
                    </a:cubicBezTo>
                    <a:cubicBezTo>
                      <a:pt x="2217" y="157"/>
                      <a:pt x="2210" y="151"/>
                      <a:pt x="2202" y="147"/>
                    </a:cubicBezTo>
                    <a:cubicBezTo>
                      <a:pt x="2194" y="143"/>
                      <a:pt x="2185" y="141"/>
                      <a:pt x="2175" y="140"/>
                    </a:cubicBezTo>
                    <a:lnTo>
                      <a:pt x="2175" y="139"/>
                    </a:lnTo>
                    <a:cubicBezTo>
                      <a:pt x="2184" y="138"/>
                      <a:pt x="2192" y="136"/>
                      <a:pt x="2198" y="132"/>
                    </a:cubicBezTo>
                    <a:cubicBezTo>
                      <a:pt x="2205" y="127"/>
                      <a:pt x="2211" y="122"/>
                      <a:pt x="2215" y="116"/>
                    </a:cubicBezTo>
                    <a:cubicBezTo>
                      <a:pt x="2220" y="110"/>
                      <a:pt x="2222" y="103"/>
                      <a:pt x="2225" y="95"/>
                    </a:cubicBezTo>
                    <a:cubicBezTo>
                      <a:pt x="2227" y="88"/>
                      <a:pt x="2228" y="80"/>
                      <a:pt x="2228" y="71"/>
                    </a:cubicBezTo>
                    <a:cubicBezTo>
                      <a:pt x="2228" y="60"/>
                      <a:pt x="2227" y="50"/>
                      <a:pt x="2224" y="42"/>
                    </a:cubicBezTo>
                    <a:cubicBezTo>
                      <a:pt x="2221" y="33"/>
                      <a:pt x="2216" y="26"/>
                      <a:pt x="2209" y="20"/>
                    </a:cubicBezTo>
                    <a:cubicBezTo>
                      <a:pt x="2202" y="13"/>
                      <a:pt x="2193" y="9"/>
                      <a:pt x="2183" y="5"/>
                    </a:cubicBezTo>
                    <a:cubicBezTo>
                      <a:pt x="2173" y="2"/>
                      <a:pt x="2162" y="0"/>
                      <a:pt x="2149" y="0"/>
                    </a:cubicBezTo>
                    <a:close/>
                    <a:moveTo>
                      <a:pt x="5281" y="0"/>
                    </a:moveTo>
                    <a:cubicBezTo>
                      <a:pt x="5265" y="0"/>
                      <a:pt x="5251" y="3"/>
                      <a:pt x="5238" y="7"/>
                    </a:cubicBezTo>
                    <a:cubicBezTo>
                      <a:pt x="5226" y="12"/>
                      <a:pt x="5215" y="17"/>
                      <a:pt x="5207" y="25"/>
                    </a:cubicBezTo>
                    <a:cubicBezTo>
                      <a:pt x="5198" y="32"/>
                      <a:pt x="5191" y="41"/>
                      <a:pt x="5185" y="51"/>
                    </a:cubicBezTo>
                    <a:cubicBezTo>
                      <a:pt x="5180" y="61"/>
                      <a:pt x="5175" y="73"/>
                      <a:pt x="5171" y="85"/>
                    </a:cubicBezTo>
                    <a:cubicBezTo>
                      <a:pt x="5168" y="96"/>
                      <a:pt x="5166" y="108"/>
                      <a:pt x="5164" y="121"/>
                    </a:cubicBezTo>
                    <a:cubicBezTo>
                      <a:pt x="5163" y="133"/>
                      <a:pt x="5163" y="146"/>
                      <a:pt x="5163" y="158"/>
                    </a:cubicBezTo>
                    <a:cubicBezTo>
                      <a:pt x="5163" y="172"/>
                      <a:pt x="5163" y="185"/>
                      <a:pt x="5164" y="197"/>
                    </a:cubicBezTo>
                    <a:cubicBezTo>
                      <a:pt x="5165" y="209"/>
                      <a:pt x="5167" y="219"/>
                      <a:pt x="5170" y="229"/>
                    </a:cubicBezTo>
                    <a:cubicBezTo>
                      <a:pt x="5172" y="240"/>
                      <a:pt x="5177" y="249"/>
                      <a:pt x="5181" y="257"/>
                    </a:cubicBezTo>
                    <a:cubicBezTo>
                      <a:pt x="5186" y="265"/>
                      <a:pt x="5191" y="272"/>
                      <a:pt x="5198" y="277"/>
                    </a:cubicBezTo>
                    <a:cubicBezTo>
                      <a:pt x="5205" y="282"/>
                      <a:pt x="5213" y="286"/>
                      <a:pt x="5222" y="289"/>
                    </a:cubicBezTo>
                    <a:cubicBezTo>
                      <a:pt x="5231" y="292"/>
                      <a:pt x="5241" y="294"/>
                      <a:pt x="5253" y="294"/>
                    </a:cubicBezTo>
                    <a:cubicBezTo>
                      <a:pt x="5270" y="294"/>
                      <a:pt x="5284" y="291"/>
                      <a:pt x="5297" y="286"/>
                    </a:cubicBezTo>
                    <a:cubicBezTo>
                      <a:pt x="5309" y="280"/>
                      <a:pt x="5319" y="274"/>
                      <a:pt x="5327" y="265"/>
                    </a:cubicBezTo>
                    <a:cubicBezTo>
                      <a:pt x="5335" y="256"/>
                      <a:pt x="5340" y="246"/>
                      <a:pt x="5344" y="234"/>
                    </a:cubicBezTo>
                    <a:cubicBezTo>
                      <a:pt x="5348" y="222"/>
                      <a:pt x="5350" y="210"/>
                      <a:pt x="5350" y="198"/>
                    </a:cubicBezTo>
                    <a:cubicBezTo>
                      <a:pt x="5350" y="186"/>
                      <a:pt x="5349" y="174"/>
                      <a:pt x="5346" y="164"/>
                    </a:cubicBezTo>
                    <a:cubicBezTo>
                      <a:pt x="5343" y="154"/>
                      <a:pt x="5338" y="146"/>
                      <a:pt x="5332" y="139"/>
                    </a:cubicBezTo>
                    <a:cubicBezTo>
                      <a:pt x="5325" y="131"/>
                      <a:pt x="5317" y="125"/>
                      <a:pt x="5306" y="121"/>
                    </a:cubicBezTo>
                    <a:cubicBezTo>
                      <a:pt x="5296" y="117"/>
                      <a:pt x="5282" y="115"/>
                      <a:pt x="5267" y="115"/>
                    </a:cubicBezTo>
                    <a:cubicBezTo>
                      <a:pt x="5259" y="115"/>
                      <a:pt x="5253" y="115"/>
                      <a:pt x="5246" y="117"/>
                    </a:cubicBezTo>
                    <a:cubicBezTo>
                      <a:pt x="5240" y="118"/>
                      <a:pt x="5234" y="119"/>
                      <a:pt x="5229" y="121"/>
                    </a:cubicBezTo>
                    <a:cubicBezTo>
                      <a:pt x="5223" y="123"/>
                      <a:pt x="5218" y="124"/>
                      <a:pt x="5213" y="126"/>
                    </a:cubicBezTo>
                    <a:cubicBezTo>
                      <a:pt x="5208" y="128"/>
                      <a:pt x="5204" y="131"/>
                      <a:pt x="5200" y="133"/>
                    </a:cubicBezTo>
                    <a:cubicBezTo>
                      <a:pt x="5201" y="120"/>
                      <a:pt x="5202" y="107"/>
                      <a:pt x="5205" y="94"/>
                    </a:cubicBezTo>
                    <a:cubicBezTo>
                      <a:pt x="5208" y="82"/>
                      <a:pt x="5213" y="71"/>
                      <a:pt x="5219" y="62"/>
                    </a:cubicBezTo>
                    <a:cubicBezTo>
                      <a:pt x="5225" y="52"/>
                      <a:pt x="5234" y="45"/>
                      <a:pt x="5244" y="39"/>
                    </a:cubicBezTo>
                    <a:cubicBezTo>
                      <a:pt x="5254" y="33"/>
                      <a:pt x="5265" y="31"/>
                      <a:pt x="5279" y="31"/>
                    </a:cubicBezTo>
                    <a:cubicBezTo>
                      <a:pt x="5286" y="31"/>
                      <a:pt x="5293" y="31"/>
                      <a:pt x="5298" y="32"/>
                    </a:cubicBezTo>
                    <a:cubicBezTo>
                      <a:pt x="5304" y="33"/>
                      <a:pt x="5309" y="34"/>
                      <a:pt x="5312" y="35"/>
                    </a:cubicBezTo>
                    <a:cubicBezTo>
                      <a:pt x="5316" y="37"/>
                      <a:pt x="5320" y="38"/>
                      <a:pt x="5323" y="39"/>
                    </a:cubicBezTo>
                    <a:cubicBezTo>
                      <a:pt x="5326" y="40"/>
                      <a:pt x="5328" y="41"/>
                      <a:pt x="5329" y="41"/>
                    </a:cubicBezTo>
                    <a:cubicBezTo>
                      <a:pt x="5331" y="41"/>
                      <a:pt x="5332" y="40"/>
                      <a:pt x="5333" y="40"/>
                    </a:cubicBezTo>
                    <a:cubicBezTo>
                      <a:pt x="5334" y="39"/>
                      <a:pt x="5334" y="38"/>
                      <a:pt x="5335" y="37"/>
                    </a:cubicBezTo>
                    <a:cubicBezTo>
                      <a:pt x="5335" y="36"/>
                      <a:pt x="5335" y="35"/>
                      <a:pt x="5335" y="33"/>
                    </a:cubicBezTo>
                    <a:cubicBezTo>
                      <a:pt x="5335" y="31"/>
                      <a:pt x="5335" y="28"/>
                      <a:pt x="5335" y="26"/>
                    </a:cubicBezTo>
                    <a:cubicBezTo>
                      <a:pt x="5335" y="24"/>
                      <a:pt x="5336" y="22"/>
                      <a:pt x="5335" y="20"/>
                    </a:cubicBezTo>
                    <a:cubicBezTo>
                      <a:pt x="5335" y="19"/>
                      <a:pt x="5335" y="18"/>
                      <a:pt x="5335" y="17"/>
                    </a:cubicBezTo>
                    <a:cubicBezTo>
                      <a:pt x="5334" y="16"/>
                      <a:pt x="5334" y="14"/>
                      <a:pt x="5334" y="13"/>
                    </a:cubicBezTo>
                    <a:cubicBezTo>
                      <a:pt x="5333" y="12"/>
                      <a:pt x="5332" y="11"/>
                      <a:pt x="5331" y="11"/>
                    </a:cubicBezTo>
                    <a:cubicBezTo>
                      <a:pt x="5330" y="10"/>
                      <a:pt x="5328" y="9"/>
                      <a:pt x="5325" y="8"/>
                    </a:cubicBezTo>
                    <a:cubicBezTo>
                      <a:pt x="5322" y="7"/>
                      <a:pt x="5318" y="5"/>
                      <a:pt x="5313" y="4"/>
                    </a:cubicBezTo>
                    <a:cubicBezTo>
                      <a:pt x="5309" y="3"/>
                      <a:pt x="5303" y="2"/>
                      <a:pt x="5297" y="1"/>
                    </a:cubicBezTo>
                    <a:cubicBezTo>
                      <a:pt x="5292" y="0"/>
                      <a:pt x="5286" y="0"/>
                      <a:pt x="5281" y="0"/>
                    </a:cubicBezTo>
                    <a:close/>
                    <a:moveTo>
                      <a:pt x="1112" y="3"/>
                    </a:moveTo>
                    <a:cubicBezTo>
                      <a:pt x="1103" y="3"/>
                      <a:pt x="1095" y="4"/>
                      <a:pt x="1087" y="5"/>
                    </a:cubicBezTo>
                    <a:cubicBezTo>
                      <a:pt x="1079" y="7"/>
                      <a:pt x="1072" y="9"/>
                      <a:pt x="1065" y="12"/>
                    </a:cubicBezTo>
                    <a:cubicBezTo>
                      <a:pt x="1058" y="14"/>
                      <a:pt x="1053" y="17"/>
                      <a:pt x="1049" y="20"/>
                    </a:cubicBezTo>
                    <a:cubicBezTo>
                      <a:pt x="1045" y="22"/>
                      <a:pt x="1042" y="24"/>
                      <a:pt x="1040" y="26"/>
                    </a:cubicBezTo>
                    <a:cubicBezTo>
                      <a:pt x="1039" y="27"/>
                      <a:pt x="1037" y="28"/>
                      <a:pt x="1037" y="29"/>
                    </a:cubicBezTo>
                    <a:cubicBezTo>
                      <a:pt x="1036" y="30"/>
                      <a:pt x="1035" y="32"/>
                      <a:pt x="1035" y="33"/>
                    </a:cubicBezTo>
                    <a:cubicBezTo>
                      <a:pt x="1035" y="34"/>
                      <a:pt x="1034" y="36"/>
                      <a:pt x="1034" y="37"/>
                    </a:cubicBezTo>
                    <a:cubicBezTo>
                      <a:pt x="1034" y="39"/>
                      <a:pt x="1034" y="40"/>
                      <a:pt x="1034" y="42"/>
                    </a:cubicBezTo>
                    <a:cubicBezTo>
                      <a:pt x="1034" y="46"/>
                      <a:pt x="1034" y="48"/>
                      <a:pt x="1034" y="50"/>
                    </a:cubicBezTo>
                    <a:cubicBezTo>
                      <a:pt x="1034" y="53"/>
                      <a:pt x="1035" y="54"/>
                      <a:pt x="1036" y="56"/>
                    </a:cubicBezTo>
                    <a:cubicBezTo>
                      <a:pt x="1036" y="57"/>
                      <a:pt x="1037" y="59"/>
                      <a:pt x="1038" y="59"/>
                    </a:cubicBezTo>
                    <a:cubicBezTo>
                      <a:pt x="1038" y="60"/>
                      <a:pt x="1039" y="60"/>
                      <a:pt x="1040" y="60"/>
                    </a:cubicBezTo>
                    <a:cubicBezTo>
                      <a:pt x="1042" y="60"/>
                      <a:pt x="1045" y="58"/>
                      <a:pt x="1048" y="56"/>
                    </a:cubicBezTo>
                    <a:cubicBezTo>
                      <a:pt x="1052" y="53"/>
                      <a:pt x="1056" y="51"/>
                      <a:pt x="1062" y="48"/>
                    </a:cubicBezTo>
                    <a:cubicBezTo>
                      <a:pt x="1067" y="45"/>
                      <a:pt x="1074" y="42"/>
                      <a:pt x="1081" y="40"/>
                    </a:cubicBezTo>
                    <a:cubicBezTo>
                      <a:pt x="1088" y="37"/>
                      <a:pt x="1096" y="36"/>
                      <a:pt x="1105" y="36"/>
                    </a:cubicBezTo>
                    <a:cubicBezTo>
                      <a:pt x="1112" y="36"/>
                      <a:pt x="1119" y="37"/>
                      <a:pt x="1125" y="40"/>
                    </a:cubicBezTo>
                    <a:cubicBezTo>
                      <a:pt x="1131" y="42"/>
                      <a:pt x="1136" y="45"/>
                      <a:pt x="1140" y="49"/>
                    </a:cubicBezTo>
                    <a:cubicBezTo>
                      <a:pt x="1144" y="54"/>
                      <a:pt x="1147" y="59"/>
                      <a:pt x="1149" y="64"/>
                    </a:cubicBezTo>
                    <a:cubicBezTo>
                      <a:pt x="1151" y="70"/>
                      <a:pt x="1151" y="77"/>
                      <a:pt x="1151" y="83"/>
                    </a:cubicBezTo>
                    <a:cubicBezTo>
                      <a:pt x="1151" y="89"/>
                      <a:pt x="1151" y="96"/>
                      <a:pt x="1150" y="103"/>
                    </a:cubicBezTo>
                    <a:cubicBezTo>
                      <a:pt x="1148" y="110"/>
                      <a:pt x="1146" y="118"/>
                      <a:pt x="1142" y="127"/>
                    </a:cubicBezTo>
                    <a:cubicBezTo>
                      <a:pt x="1138" y="136"/>
                      <a:pt x="1131" y="145"/>
                      <a:pt x="1123" y="156"/>
                    </a:cubicBezTo>
                    <a:cubicBezTo>
                      <a:pt x="1116" y="167"/>
                      <a:pt x="1106" y="179"/>
                      <a:pt x="1093" y="192"/>
                    </a:cubicBezTo>
                    <a:lnTo>
                      <a:pt x="1038" y="251"/>
                    </a:lnTo>
                    <a:cubicBezTo>
                      <a:pt x="1036" y="253"/>
                      <a:pt x="1034" y="255"/>
                      <a:pt x="1033" y="257"/>
                    </a:cubicBezTo>
                    <a:cubicBezTo>
                      <a:pt x="1032" y="258"/>
                      <a:pt x="1031" y="260"/>
                      <a:pt x="1031" y="262"/>
                    </a:cubicBezTo>
                    <a:cubicBezTo>
                      <a:pt x="1030" y="264"/>
                      <a:pt x="1029" y="265"/>
                      <a:pt x="1029" y="267"/>
                    </a:cubicBezTo>
                    <a:cubicBezTo>
                      <a:pt x="1029" y="270"/>
                      <a:pt x="1029" y="272"/>
                      <a:pt x="1029" y="275"/>
                    </a:cubicBezTo>
                    <a:cubicBezTo>
                      <a:pt x="1029" y="279"/>
                      <a:pt x="1029" y="281"/>
                      <a:pt x="1030" y="283"/>
                    </a:cubicBezTo>
                    <a:cubicBezTo>
                      <a:pt x="1030" y="285"/>
                      <a:pt x="1030" y="287"/>
                      <a:pt x="1032" y="289"/>
                    </a:cubicBezTo>
                    <a:cubicBezTo>
                      <a:pt x="1033" y="290"/>
                      <a:pt x="1034" y="291"/>
                      <a:pt x="1036" y="291"/>
                    </a:cubicBezTo>
                    <a:cubicBezTo>
                      <a:pt x="1037" y="292"/>
                      <a:pt x="1039" y="292"/>
                      <a:pt x="1041" y="292"/>
                    </a:cubicBezTo>
                    <a:lnTo>
                      <a:pt x="1199" y="292"/>
                    </a:lnTo>
                    <a:cubicBezTo>
                      <a:pt x="1200" y="292"/>
                      <a:pt x="1202" y="292"/>
                      <a:pt x="1203" y="291"/>
                    </a:cubicBezTo>
                    <a:cubicBezTo>
                      <a:pt x="1204" y="290"/>
                      <a:pt x="1205" y="289"/>
                      <a:pt x="1205" y="288"/>
                    </a:cubicBezTo>
                    <a:cubicBezTo>
                      <a:pt x="1206" y="286"/>
                      <a:pt x="1207" y="284"/>
                      <a:pt x="1207" y="282"/>
                    </a:cubicBezTo>
                    <a:cubicBezTo>
                      <a:pt x="1207" y="280"/>
                      <a:pt x="1207" y="278"/>
                      <a:pt x="1207" y="275"/>
                    </a:cubicBezTo>
                    <a:cubicBezTo>
                      <a:pt x="1207" y="273"/>
                      <a:pt x="1207" y="270"/>
                      <a:pt x="1207" y="268"/>
                    </a:cubicBezTo>
                    <a:cubicBezTo>
                      <a:pt x="1207" y="266"/>
                      <a:pt x="1206" y="265"/>
                      <a:pt x="1205" y="264"/>
                    </a:cubicBezTo>
                    <a:cubicBezTo>
                      <a:pt x="1204" y="262"/>
                      <a:pt x="1203" y="261"/>
                      <a:pt x="1202" y="260"/>
                    </a:cubicBezTo>
                    <a:cubicBezTo>
                      <a:pt x="1201" y="260"/>
                      <a:pt x="1200" y="259"/>
                      <a:pt x="1199" y="259"/>
                    </a:cubicBezTo>
                    <a:lnTo>
                      <a:pt x="1075" y="259"/>
                    </a:lnTo>
                    <a:lnTo>
                      <a:pt x="1120" y="213"/>
                    </a:lnTo>
                    <a:cubicBezTo>
                      <a:pt x="1136" y="196"/>
                      <a:pt x="1150" y="181"/>
                      <a:pt x="1159" y="168"/>
                    </a:cubicBezTo>
                    <a:cubicBezTo>
                      <a:pt x="1169" y="155"/>
                      <a:pt x="1176" y="144"/>
                      <a:pt x="1181" y="133"/>
                    </a:cubicBezTo>
                    <a:cubicBezTo>
                      <a:pt x="1187" y="123"/>
                      <a:pt x="1190" y="112"/>
                      <a:pt x="1192" y="103"/>
                    </a:cubicBezTo>
                    <a:cubicBezTo>
                      <a:pt x="1194" y="94"/>
                      <a:pt x="1195" y="86"/>
                      <a:pt x="1195" y="77"/>
                    </a:cubicBezTo>
                    <a:cubicBezTo>
                      <a:pt x="1195" y="67"/>
                      <a:pt x="1193" y="57"/>
                      <a:pt x="1189" y="48"/>
                    </a:cubicBezTo>
                    <a:cubicBezTo>
                      <a:pt x="1186" y="39"/>
                      <a:pt x="1180" y="31"/>
                      <a:pt x="1174" y="24"/>
                    </a:cubicBezTo>
                    <a:cubicBezTo>
                      <a:pt x="1167" y="17"/>
                      <a:pt x="1158" y="12"/>
                      <a:pt x="1148" y="8"/>
                    </a:cubicBezTo>
                    <a:cubicBezTo>
                      <a:pt x="1138" y="4"/>
                      <a:pt x="1126" y="3"/>
                      <a:pt x="1112" y="3"/>
                    </a:cubicBezTo>
                    <a:close/>
                    <a:moveTo>
                      <a:pt x="3221" y="3"/>
                    </a:moveTo>
                    <a:cubicBezTo>
                      <a:pt x="3216" y="3"/>
                      <a:pt x="3212" y="3"/>
                      <a:pt x="3209" y="4"/>
                    </a:cubicBezTo>
                    <a:cubicBezTo>
                      <a:pt x="3206" y="4"/>
                      <a:pt x="3203" y="4"/>
                      <a:pt x="3201" y="5"/>
                    </a:cubicBezTo>
                    <a:cubicBezTo>
                      <a:pt x="3199" y="5"/>
                      <a:pt x="3197" y="6"/>
                      <a:pt x="3196" y="7"/>
                    </a:cubicBezTo>
                    <a:cubicBezTo>
                      <a:pt x="3194" y="8"/>
                      <a:pt x="3193" y="9"/>
                      <a:pt x="3192" y="10"/>
                    </a:cubicBezTo>
                    <a:lnTo>
                      <a:pt x="3090" y="184"/>
                    </a:lnTo>
                    <a:cubicBezTo>
                      <a:pt x="3089" y="185"/>
                      <a:pt x="3088" y="187"/>
                      <a:pt x="3087" y="189"/>
                    </a:cubicBezTo>
                    <a:cubicBezTo>
                      <a:pt x="3087" y="191"/>
                      <a:pt x="3086" y="192"/>
                      <a:pt x="3086" y="194"/>
                    </a:cubicBezTo>
                    <a:cubicBezTo>
                      <a:pt x="3085" y="196"/>
                      <a:pt x="3085" y="198"/>
                      <a:pt x="3085" y="200"/>
                    </a:cubicBezTo>
                    <a:cubicBezTo>
                      <a:pt x="3085" y="203"/>
                      <a:pt x="3085" y="205"/>
                      <a:pt x="3085" y="207"/>
                    </a:cubicBezTo>
                    <a:cubicBezTo>
                      <a:pt x="3085" y="211"/>
                      <a:pt x="3084" y="214"/>
                      <a:pt x="3085" y="216"/>
                    </a:cubicBezTo>
                    <a:cubicBezTo>
                      <a:pt x="3085" y="218"/>
                      <a:pt x="3086" y="220"/>
                      <a:pt x="3087" y="221"/>
                    </a:cubicBezTo>
                    <a:cubicBezTo>
                      <a:pt x="3088" y="223"/>
                      <a:pt x="3089" y="223"/>
                      <a:pt x="3090" y="223"/>
                    </a:cubicBezTo>
                    <a:cubicBezTo>
                      <a:pt x="3091" y="224"/>
                      <a:pt x="3093" y="224"/>
                      <a:pt x="3094" y="224"/>
                    </a:cubicBezTo>
                    <a:lnTo>
                      <a:pt x="3213" y="224"/>
                    </a:lnTo>
                    <a:lnTo>
                      <a:pt x="3213" y="284"/>
                    </a:lnTo>
                    <a:cubicBezTo>
                      <a:pt x="3213" y="285"/>
                      <a:pt x="3213" y="287"/>
                      <a:pt x="3213" y="288"/>
                    </a:cubicBezTo>
                    <a:cubicBezTo>
                      <a:pt x="3214" y="288"/>
                      <a:pt x="3215" y="289"/>
                      <a:pt x="3216" y="289"/>
                    </a:cubicBezTo>
                    <a:cubicBezTo>
                      <a:pt x="3217" y="290"/>
                      <a:pt x="3219" y="290"/>
                      <a:pt x="3221" y="290"/>
                    </a:cubicBezTo>
                    <a:cubicBezTo>
                      <a:pt x="3224" y="291"/>
                      <a:pt x="3227" y="291"/>
                      <a:pt x="3230" y="291"/>
                    </a:cubicBezTo>
                    <a:cubicBezTo>
                      <a:pt x="3234" y="291"/>
                      <a:pt x="3237" y="291"/>
                      <a:pt x="3239" y="290"/>
                    </a:cubicBezTo>
                    <a:cubicBezTo>
                      <a:pt x="3241" y="290"/>
                      <a:pt x="3244" y="290"/>
                      <a:pt x="3245" y="289"/>
                    </a:cubicBezTo>
                    <a:cubicBezTo>
                      <a:pt x="3247" y="289"/>
                      <a:pt x="3247" y="288"/>
                      <a:pt x="3248" y="288"/>
                    </a:cubicBezTo>
                    <a:cubicBezTo>
                      <a:pt x="3248" y="287"/>
                      <a:pt x="3249" y="285"/>
                      <a:pt x="3249" y="284"/>
                    </a:cubicBezTo>
                    <a:lnTo>
                      <a:pt x="3249" y="224"/>
                    </a:lnTo>
                    <a:lnTo>
                      <a:pt x="3281" y="224"/>
                    </a:lnTo>
                    <a:cubicBezTo>
                      <a:pt x="3284" y="224"/>
                      <a:pt x="3286" y="223"/>
                      <a:pt x="3288" y="220"/>
                    </a:cubicBezTo>
                    <a:cubicBezTo>
                      <a:pt x="3289" y="217"/>
                      <a:pt x="3289" y="213"/>
                      <a:pt x="3289" y="208"/>
                    </a:cubicBezTo>
                    <a:cubicBezTo>
                      <a:pt x="3289" y="203"/>
                      <a:pt x="3289" y="199"/>
                      <a:pt x="3288" y="197"/>
                    </a:cubicBezTo>
                    <a:cubicBezTo>
                      <a:pt x="3286" y="194"/>
                      <a:pt x="3284" y="193"/>
                      <a:pt x="3281" y="193"/>
                    </a:cubicBezTo>
                    <a:lnTo>
                      <a:pt x="3249" y="193"/>
                    </a:lnTo>
                    <a:lnTo>
                      <a:pt x="3249" y="11"/>
                    </a:lnTo>
                    <a:cubicBezTo>
                      <a:pt x="3249" y="9"/>
                      <a:pt x="3248" y="8"/>
                      <a:pt x="3247" y="7"/>
                    </a:cubicBezTo>
                    <a:cubicBezTo>
                      <a:pt x="3246" y="6"/>
                      <a:pt x="3245" y="6"/>
                      <a:pt x="3243" y="5"/>
                    </a:cubicBezTo>
                    <a:cubicBezTo>
                      <a:pt x="3240" y="5"/>
                      <a:pt x="3237" y="4"/>
                      <a:pt x="3234" y="4"/>
                    </a:cubicBezTo>
                    <a:cubicBezTo>
                      <a:pt x="3230" y="3"/>
                      <a:pt x="3225" y="3"/>
                      <a:pt x="3221" y="3"/>
                    </a:cubicBezTo>
                    <a:close/>
                    <a:moveTo>
                      <a:pt x="4159" y="3"/>
                    </a:moveTo>
                    <a:cubicBezTo>
                      <a:pt x="4155" y="3"/>
                      <a:pt x="4151" y="4"/>
                      <a:pt x="4149" y="6"/>
                    </a:cubicBezTo>
                    <a:cubicBezTo>
                      <a:pt x="4147" y="9"/>
                      <a:pt x="4146" y="12"/>
                      <a:pt x="4146" y="17"/>
                    </a:cubicBezTo>
                    <a:lnTo>
                      <a:pt x="4146" y="133"/>
                    </a:lnTo>
                    <a:cubicBezTo>
                      <a:pt x="4146" y="139"/>
                      <a:pt x="4147" y="142"/>
                      <a:pt x="4148" y="144"/>
                    </a:cubicBezTo>
                    <a:cubicBezTo>
                      <a:pt x="4150" y="146"/>
                      <a:pt x="4153" y="147"/>
                      <a:pt x="4157" y="147"/>
                    </a:cubicBezTo>
                    <a:cubicBezTo>
                      <a:pt x="4163" y="147"/>
                      <a:pt x="4169" y="147"/>
                      <a:pt x="4176" y="146"/>
                    </a:cubicBezTo>
                    <a:cubicBezTo>
                      <a:pt x="4182" y="145"/>
                      <a:pt x="4190" y="144"/>
                      <a:pt x="4199" y="144"/>
                    </a:cubicBezTo>
                    <a:cubicBezTo>
                      <a:pt x="4211" y="144"/>
                      <a:pt x="4222" y="145"/>
                      <a:pt x="4231" y="147"/>
                    </a:cubicBezTo>
                    <a:cubicBezTo>
                      <a:pt x="4240" y="150"/>
                      <a:pt x="4248" y="153"/>
                      <a:pt x="4254" y="158"/>
                    </a:cubicBezTo>
                    <a:cubicBezTo>
                      <a:pt x="4260" y="163"/>
                      <a:pt x="4265" y="169"/>
                      <a:pt x="4267" y="176"/>
                    </a:cubicBezTo>
                    <a:cubicBezTo>
                      <a:pt x="4270" y="183"/>
                      <a:pt x="4272" y="190"/>
                      <a:pt x="4272" y="199"/>
                    </a:cubicBezTo>
                    <a:cubicBezTo>
                      <a:pt x="4272" y="210"/>
                      <a:pt x="4270" y="219"/>
                      <a:pt x="4266" y="227"/>
                    </a:cubicBezTo>
                    <a:cubicBezTo>
                      <a:pt x="4263" y="234"/>
                      <a:pt x="4258" y="241"/>
                      <a:pt x="4252" y="246"/>
                    </a:cubicBezTo>
                    <a:cubicBezTo>
                      <a:pt x="4246" y="251"/>
                      <a:pt x="4239" y="254"/>
                      <a:pt x="4231" y="257"/>
                    </a:cubicBezTo>
                    <a:cubicBezTo>
                      <a:pt x="4223" y="259"/>
                      <a:pt x="4214" y="260"/>
                      <a:pt x="4204" y="260"/>
                    </a:cubicBezTo>
                    <a:cubicBezTo>
                      <a:pt x="4193" y="260"/>
                      <a:pt x="4184" y="260"/>
                      <a:pt x="4177" y="258"/>
                    </a:cubicBezTo>
                    <a:cubicBezTo>
                      <a:pt x="4169" y="256"/>
                      <a:pt x="4162" y="254"/>
                      <a:pt x="4157" y="251"/>
                    </a:cubicBezTo>
                    <a:cubicBezTo>
                      <a:pt x="4152" y="249"/>
                      <a:pt x="4148" y="247"/>
                      <a:pt x="4145" y="245"/>
                    </a:cubicBezTo>
                    <a:cubicBezTo>
                      <a:pt x="4142" y="243"/>
                      <a:pt x="4139" y="243"/>
                      <a:pt x="4138" y="243"/>
                    </a:cubicBezTo>
                    <a:cubicBezTo>
                      <a:pt x="4137" y="243"/>
                      <a:pt x="4136" y="243"/>
                      <a:pt x="4135" y="244"/>
                    </a:cubicBezTo>
                    <a:cubicBezTo>
                      <a:pt x="4134" y="244"/>
                      <a:pt x="4134" y="245"/>
                      <a:pt x="4133" y="246"/>
                    </a:cubicBezTo>
                    <a:cubicBezTo>
                      <a:pt x="4133" y="247"/>
                      <a:pt x="4132" y="249"/>
                      <a:pt x="4132" y="251"/>
                    </a:cubicBezTo>
                    <a:cubicBezTo>
                      <a:pt x="4131" y="253"/>
                      <a:pt x="4132" y="256"/>
                      <a:pt x="4132" y="259"/>
                    </a:cubicBezTo>
                    <a:cubicBezTo>
                      <a:pt x="4132" y="261"/>
                      <a:pt x="4131" y="263"/>
                      <a:pt x="4132" y="265"/>
                    </a:cubicBezTo>
                    <a:cubicBezTo>
                      <a:pt x="4132" y="267"/>
                      <a:pt x="4132" y="269"/>
                      <a:pt x="4132" y="270"/>
                    </a:cubicBezTo>
                    <a:cubicBezTo>
                      <a:pt x="4133" y="271"/>
                      <a:pt x="4133" y="272"/>
                      <a:pt x="4133" y="273"/>
                    </a:cubicBezTo>
                    <a:cubicBezTo>
                      <a:pt x="4134" y="274"/>
                      <a:pt x="4135" y="275"/>
                      <a:pt x="4136" y="276"/>
                    </a:cubicBezTo>
                    <a:cubicBezTo>
                      <a:pt x="4137" y="277"/>
                      <a:pt x="4140" y="278"/>
                      <a:pt x="4144" y="280"/>
                    </a:cubicBezTo>
                    <a:cubicBezTo>
                      <a:pt x="4148" y="281"/>
                      <a:pt x="4153" y="283"/>
                      <a:pt x="4159" y="285"/>
                    </a:cubicBezTo>
                    <a:cubicBezTo>
                      <a:pt x="4165" y="287"/>
                      <a:pt x="4172" y="289"/>
                      <a:pt x="4180" y="290"/>
                    </a:cubicBezTo>
                    <a:cubicBezTo>
                      <a:pt x="4188" y="292"/>
                      <a:pt x="4196" y="292"/>
                      <a:pt x="4205" y="292"/>
                    </a:cubicBezTo>
                    <a:cubicBezTo>
                      <a:pt x="4221" y="292"/>
                      <a:pt x="4236" y="290"/>
                      <a:pt x="4249" y="286"/>
                    </a:cubicBezTo>
                    <a:cubicBezTo>
                      <a:pt x="4262" y="282"/>
                      <a:pt x="4273" y="275"/>
                      <a:pt x="4282" y="266"/>
                    </a:cubicBezTo>
                    <a:cubicBezTo>
                      <a:pt x="4292" y="258"/>
                      <a:pt x="4298" y="248"/>
                      <a:pt x="4304" y="236"/>
                    </a:cubicBezTo>
                    <a:cubicBezTo>
                      <a:pt x="4309" y="225"/>
                      <a:pt x="4311" y="211"/>
                      <a:pt x="4311" y="196"/>
                    </a:cubicBezTo>
                    <a:cubicBezTo>
                      <a:pt x="4311" y="184"/>
                      <a:pt x="4309" y="173"/>
                      <a:pt x="4305" y="162"/>
                    </a:cubicBezTo>
                    <a:cubicBezTo>
                      <a:pt x="4301" y="152"/>
                      <a:pt x="4295" y="143"/>
                      <a:pt x="4287" y="136"/>
                    </a:cubicBezTo>
                    <a:cubicBezTo>
                      <a:pt x="4279" y="129"/>
                      <a:pt x="4268" y="124"/>
                      <a:pt x="4256" y="120"/>
                    </a:cubicBezTo>
                    <a:cubicBezTo>
                      <a:pt x="4244" y="116"/>
                      <a:pt x="4230" y="114"/>
                      <a:pt x="4214" y="114"/>
                    </a:cubicBezTo>
                    <a:cubicBezTo>
                      <a:pt x="4207" y="114"/>
                      <a:pt x="4200" y="114"/>
                      <a:pt x="4195" y="114"/>
                    </a:cubicBezTo>
                    <a:cubicBezTo>
                      <a:pt x="4190" y="114"/>
                      <a:pt x="4184" y="115"/>
                      <a:pt x="4179" y="116"/>
                    </a:cubicBezTo>
                    <a:lnTo>
                      <a:pt x="4179" y="35"/>
                    </a:lnTo>
                    <a:lnTo>
                      <a:pt x="4286" y="35"/>
                    </a:lnTo>
                    <a:cubicBezTo>
                      <a:pt x="4289" y="35"/>
                      <a:pt x="4291" y="34"/>
                      <a:pt x="4292" y="31"/>
                    </a:cubicBezTo>
                    <a:cubicBezTo>
                      <a:pt x="4294" y="28"/>
                      <a:pt x="4294" y="24"/>
                      <a:pt x="4294" y="19"/>
                    </a:cubicBezTo>
                    <a:cubicBezTo>
                      <a:pt x="4294" y="16"/>
                      <a:pt x="4294" y="14"/>
                      <a:pt x="4294" y="12"/>
                    </a:cubicBezTo>
                    <a:cubicBezTo>
                      <a:pt x="4293" y="10"/>
                      <a:pt x="4293" y="8"/>
                      <a:pt x="4292" y="6"/>
                    </a:cubicBezTo>
                    <a:cubicBezTo>
                      <a:pt x="4291" y="5"/>
                      <a:pt x="4291" y="4"/>
                      <a:pt x="4289" y="4"/>
                    </a:cubicBezTo>
                    <a:cubicBezTo>
                      <a:pt x="4288" y="3"/>
                      <a:pt x="4287" y="3"/>
                      <a:pt x="4286" y="3"/>
                    </a:cubicBezTo>
                    <a:lnTo>
                      <a:pt x="4159" y="3"/>
                    </a:lnTo>
                    <a:close/>
                    <a:moveTo>
                      <a:pt x="83" y="4"/>
                    </a:moveTo>
                    <a:cubicBezTo>
                      <a:pt x="81" y="4"/>
                      <a:pt x="79" y="4"/>
                      <a:pt x="78" y="5"/>
                    </a:cubicBezTo>
                    <a:cubicBezTo>
                      <a:pt x="77" y="5"/>
                      <a:pt x="75" y="5"/>
                      <a:pt x="75" y="5"/>
                    </a:cubicBezTo>
                    <a:cubicBezTo>
                      <a:pt x="74" y="6"/>
                      <a:pt x="73" y="6"/>
                      <a:pt x="73" y="6"/>
                    </a:cubicBezTo>
                    <a:lnTo>
                      <a:pt x="7" y="49"/>
                    </a:lnTo>
                    <a:cubicBezTo>
                      <a:pt x="5" y="49"/>
                      <a:pt x="5" y="50"/>
                      <a:pt x="4" y="51"/>
                    </a:cubicBezTo>
                    <a:cubicBezTo>
                      <a:pt x="3" y="52"/>
                      <a:pt x="2" y="53"/>
                      <a:pt x="1" y="54"/>
                    </a:cubicBezTo>
                    <a:cubicBezTo>
                      <a:pt x="1" y="55"/>
                      <a:pt x="1" y="57"/>
                      <a:pt x="1" y="58"/>
                    </a:cubicBezTo>
                    <a:cubicBezTo>
                      <a:pt x="0" y="60"/>
                      <a:pt x="1" y="62"/>
                      <a:pt x="1" y="64"/>
                    </a:cubicBezTo>
                    <a:cubicBezTo>
                      <a:pt x="1" y="68"/>
                      <a:pt x="1" y="71"/>
                      <a:pt x="1" y="73"/>
                    </a:cubicBezTo>
                    <a:cubicBezTo>
                      <a:pt x="2" y="76"/>
                      <a:pt x="2" y="77"/>
                      <a:pt x="3" y="78"/>
                    </a:cubicBezTo>
                    <a:cubicBezTo>
                      <a:pt x="4" y="79"/>
                      <a:pt x="6" y="79"/>
                      <a:pt x="8" y="79"/>
                    </a:cubicBezTo>
                    <a:cubicBezTo>
                      <a:pt x="9" y="78"/>
                      <a:pt x="11" y="77"/>
                      <a:pt x="14" y="76"/>
                    </a:cubicBezTo>
                    <a:lnTo>
                      <a:pt x="69" y="43"/>
                    </a:lnTo>
                    <a:lnTo>
                      <a:pt x="69" y="260"/>
                    </a:lnTo>
                    <a:lnTo>
                      <a:pt x="9" y="260"/>
                    </a:lnTo>
                    <a:cubicBezTo>
                      <a:pt x="8" y="260"/>
                      <a:pt x="8" y="261"/>
                      <a:pt x="7" y="261"/>
                    </a:cubicBezTo>
                    <a:cubicBezTo>
                      <a:pt x="6" y="262"/>
                      <a:pt x="5" y="263"/>
                      <a:pt x="4" y="264"/>
                    </a:cubicBezTo>
                    <a:cubicBezTo>
                      <a:pt x="3" y="265"/>
                      <a:pt x="3" y="267"/>
                      <a:pt x="2" y="269"/>
                    </a:cubicBezTo>
                    <a:cubicBezTo>
                      <a:pt x="2" y="271"/>
                      <a:pt x="1" y="274"/>
                      <a:pt x="1" y="276"/>
                    </a:cubicBezTo>
                    <a:cubicBezTo>
                      <a:pt x="1" y="279"/>
                      <a:pt x="2" y="281"/>
                      <a:pt x="2" y="283"/>
                    </a:cubicBezTo>
                    <a:cubicBezTo>
                      <a:pt x="3" y="285"/>
                      <a:pt x="3" y="286"/>
                      <a:pt x="4" y="288"/>
                    </a:cubicBezTo>
                    <a:cubicBezTo>
                      <a:pt x="5" y="289"/>
                      <a:pt x="6" y="290"/>
                      <a:pt x="7" y="290"/>
                    </a:cubicBezTo>
                    <a:cubicBezTo>
                      <a:pt x="8" y="291"/>
                      <a:pt x="8" y="291"/>
                      <a:pt x="9" y="291"/>
                    </a:cubicBezTo>
                    <a:lnTo>
                      <a:pt x="158" y="291"/>
                    </a:lnTo>
                    <a:cubicBezTo>
                      <a:pt x="159" y="291"/>
                      <a:pt x="161" y="291"/>
                      <a:pt x="162" y="290"/>
                    </a:cubicBezTo>
                    <a:cubicBezTo>
                      <a:pt x="163" y="290"/>
                      <a:pt x="163" y="289"/>
                      <a:pt x="164" y="288"/>
                    </a:cubicBezTo>
                    <a:cubicBezTo>
                      <a:pt x="164" y="286"/>
                      <a:pt x="165" y="285"/>
                      <a:pt x="165" y="283"/>
                    </a:cubicBezTo>
                    <a:cubicBezTo>
                      <a:pt x="166" y="281"/>
                      <a:pt x="166" y="279"/>
                      <a:pt x="166" y="276"/>
                    </a:cubicBezTo>
                    <a:cubicBezTo>
                      <a:pt x="166" y="274"/>
                      <a:pt x="167" y="271"/>
                      <a:pt x="166" y="269"/>
                    </a:cubicBezTo>
                    <a:cubicBezTo>
                      <a:pt x="166" y="267"/>
                      <a:pt x="165" y="265"/>
                      <a:pt x="165" y="264"/>
                    </a:cubicBezTo>
                    <a:cubicBezTo>
                      <a:pt x="164" y="263"/>
                      <a:pt x="163" y="262"/>
                      <a:pt x="162" y="261"/>
                    </a:cubicBezTo>
                    <a:cubicBezTo>
                      <a:pt x="161" y="261"/>
                      <a:pt x="160" y="260"/>
                      <a:pt x="158" y="260"/>
                    </a:cubicBezTo>
                    <a:lnTo>
                      <a:pt x="107" y="260"/>
                    </a:lnTo>
                    <a:lnTo>
                      <a:pt x="107" y="10"/>
                    </a:lnTo>
                    <a:cubicBezTo>
                      <a:pt x="107" y="9"/>
                      <a:pt x="107" y="8"/>
                      <a:pt x="106" y="7"/>
                    </a:cubicBezTo>
                    <a:cubicBezTo>
                      <a:pt x="106" y="6"/>
                      <a:pt x="105" y="6"/>
                      <a:pt x="104" y="5"/>
                    </a:cubicBezTo>
                    <a:cubicBezTo>
                      <a:pt x="102" y="5"/>
                      <a:pt x="101" y="4"/>
                      <a:pt x="98" y="4"/>
                    </a:cubicBezTo>
                    <a:cubicBezTo>
                      <a:pt x="96" y="3"/>
                      <a:pt x="93" y="4"/>
                      <a:pt x="90" y="4"/>
                    </a:cubicBezTo>
                    <a:cubicBezTo>
                      <a:pt x="87" y="4"/>
                      <a:pt x="84" y="4"/>
                      <a:pt x="83" y="4"/>
                    </a:cubicBezTo>
                    <a:close/>
                    <a:moveTo>
                      <a:pt x="3212" y="36"/>
                    </a:moveTo>
                    <a:lnTo>
                      <a:pt x="3213" y="36"/>
                    </a:lnTo>
                    <a:lnTo>
                      <a:pt x="3213" y="193"/>
                    </a:lnTo>
                    <a:lnTo>
                      <a:pt x="3119" y="193"/>
                    </a:lnTo>
                    <a:lnTo>
                      <a:pt x="3212" y="36"/>
                    </a:lnTo>
                    <a:close/>
                    <a:moveTo>
                      <a:pt x="5260" y="145"/>
                    </a:moveTo>
                    <a:cubicBezTo>
                      <a:pt x="5270" y="145"/>
                      <a:pt x="5278" y="146"/>
                      <a:pt x="5284" y="148"/>
                    </a:cubicBezTo>
                    <a:cubicBezTo>
                      <a:pt x="5291" y="151"/>
                      <a:pt x="5296" y="155"/>
                      <a:pt x="5300" y="160"/>
                    </a:cubicBezTo>
                    <a:cubicBezTo>
                      <a:pt x="5304" y="165"/>
                      <a:pt x="5307" y="170"/>
                      <a:pt x="5309" y="177"/>
                    </a:cubicBezTo>
                    <a:cubicBezTo>
                      <a:pt x="5311" y="184"/>
                      <a:pt x="5312" y="193"/>
                      <a:pt x="5312" y="201"/>
                    </a:cubicBezTo>
                    <a:cubicBezTo>
                      <a:pt x="5312" y="209"/>
                      <a:pt x="5310" y="216"/>
                      <a:pt x="5308" y="223"/>
                    </a:cubicBezTo>
                    <a:cubicBezTo>
                      <a:pt x="5306" y="231"/>
                      <a:pt x="5303" y="238"/>
                      <a:pt x="5298" y="244"/>
                    </a:cubicBezTo>
                    <a:cubicBezTo>
                      <a:pt x="5294" y="249"/>
                      <a:pt x="5288" y="254"/>
                      <a:pt x="5281" y="258"/>
                    </a:cubicBezTo>
                    <a:cubicBezTo>
                      <a:pt x="5274" y="261"/>
                      <a:pt x="5266" y="263"/>
                      <a:pt x="5257" y="263"/>
                    </a:cubicBezTo>
                    <a:cubicBezTo>
                      <a:pt x="5248" y="263"/>
                      <a:pt x="5239" y="262"/>
                      <a:pt x="5232" y="259"/>
                    </a:cubicBezTo>
                    <a:cubicBezTo>
                      <a:pt x="5225" y="255"/>
                      <a:pt x="5219" y="249"/>
                      <a:pt x="5215" y="242"/>
                    </a:cubicBezTo>
                    <a:cubicBezTo>
                      <a:pt x="5210" y="234"/>
                      <a:pt x="5206" y="224"/>
                      <a:pt x="5204" y="211"/>
                    </a:cubicBezTo>
                    <a:cubicBezTo>
                      <a:pt x="5202" y="198"/>
                      <a:pt x="5200" y="182"/>
                      <a:pt x="5200" y="163"/>
                    </a:cubicBezTo>
                    <a:cubicBezTo>
                      <a:pt x="5204" y="161"/>
                      <a:pt x="5209" y="158"/>
                      <a:pt x="5214" y="156"/>
                    </a:cubicBezTo>
                    <a:cubicBezTo>
                      <a:pt x="5218" y="154"/>
                      <a:pt x="5223" y="152"/>
                      <a:pt x="5228" y="150"/>
                    </a:cubicBezTo>
                    <a:cubicBezTo>
                      <a:pt x="5233" y="148"/>
                      <a:pt x="5238" y="147"/>
                      <a:pt x="5244" y="146"/>
                    </a:cubicBezTo>
                    <a:cubicBezTo>
                      <a:pt x="5249" y="145"/>
                      <a:pt x="5255" y="145"/>
                      <a:pt x="5260" y="145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2" name="Previous Button">
                <a:extLst>
                  <a:ext uri="{FF2B5EF4-FFF2-40B4-BE49-F238E27FC236}">
                    <a16:creationId xmlns:a16="http://schemas.microsoft.com/office/drawing/2014/main" id="{D3D02D0B-C74A-4D4F-4404-C83D4D87FD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463" y="1552576"/>
                <a:ext cx="57150" cy="63500"/>
              </a:xfrm>
              <a:custGeom>
                <a:avLst/>
                <a:gdLst>
                  <a:gd name="T0" fmla="*/ 0 w 258"/>
                  <a:gd name="T1" fmla="*/ 148 h 297"/>
                  <a:gd name="T2" fmla="*/ 258 w 258"/>
                  <a:gd name="T3" fmla="*/ 0 h 297"/>
                  <a:gd name="T4" fmla="*/ 258 w 258"/>
                  <a:gd name="T5" fmla="*/ 297 h 297"/>
                  <a:gd name="T6" fmla="*/ 0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0" y="148"/>
                    </a:moveTo>
                    <a:lnTo>
                      <a:pt x="258" y="0"/>
                    </a:lnTo>
                    <a:lnTo>
                      <a:pt x="258" y="297"/>
                    </a:lnTo>
                    <a:lnTo>
                      <a:pt x="0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3" name="Next Button">
                <a:extLst>
                  <a:ext uri="{FF2B5EF4-FFF2-40B4-BE49-F238E27FC236}">
                    <a16:creationId xmlns:a16="http://schemas.microsoft.com/office/drawing/2014/main" id="{736E5229-4F7B-2A20-17F0-FC72A717A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651" y="1552576"/>
                <a:ext cx="55563" cy="63500"/>
              </a:xfrm>
              <a:custGeom>
                <a:avLst/>
                <a:gdLst>
                  <a:gd name="T0" fmla="*/ 258 w 258"/>
                  <a:gd name="T1" fmla="*/ 148 h 297"/>
                  <a:gd name="T2" fmla="*/ 0 w 258"/>
                  <a:gd name="T3" fmla="*/ 297 h 297"/>
                  <a:gd name="T4" fmla="*/ 0 w 258"/>
                  <a:gd name="T5" fmla="*/ 0 h 297"/>
                  <a:gd name="T6" fmla="*/ 258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258" y="148"/>
                    </a:moveTo>
                    <a:lnTo>
                      <a:pt x="0" y="297"/>
                    </a:lnTo>
                    <a:lnTo>
                      <a:pt x="0" y="0"/>
                    </a:lnTo>
                    <a:lnTo>
                      <a:pt x="258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sp>
        <p:nvSpPr>
          <p:cNvPr id="114" name="모서리가 둥근 직사각형 5">
            <a:extLst>
              <a:ext uri="{FF2B5EF4-FFF2-40B4-BE49-F238E27FC236}">
                <a16:creationId xmlns:a16="http://schemas.microsoft.com/office/drawing/2014/main" id="{7CF08F4F-D811-4DD7-B510-4AEC28953491}"/>
              </a:ext>
            </a:extLst>
          </p:cNvPr>
          <p:cNvSpPr/>
          <p:nvPr/>
        </p:nvSpPr>
        <p:spPr>
          <a:xfrm>
            <a:off x="10528862" y="5954463"/>
            <a:ext cx="216024" cy="216024"/>
          </a:xfrm>
          <a:prstGeom prst="roundRect">
            <a:avLst>
              <a:gd name="adj" fmla="val 50000"/>
            </a:avLst>
          </a:prstGeom>
          <a:solidFill>
            <a:srgbClr val="B3B3B3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12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3B9DCE7B-E4F5-60E6-0FD6-297931F3D511}"/>
              </a:ext>
            </a:extLst>
          </p:cNvPr>
          <p:cNvGraphicFramePr>
            <a:graphicFrameLocks noGrp="1"/>
          </p:cNvGraphicFramePr>
          <p:nvPr/>
        </p:nvGraphicFramePr>
        <p:xfrm>
          <a:off x="9867737" y="5396574"/>
          <a:ext cx="2145115" cy="155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53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" name="모서리가 둥근 직사각형 81">
            <a:extLst>
              <a:ext uri="{FF2B5EF4-FFF2-40B4-BE49-F238E27FC236}">
                <a16:creationId xmlns:a16="http://schemas.microsoft.com/office/drawing/2014/main" id="{7D4AF405-4745-2403-F5FF-CB790A686857}"/>
              </a:ext>
            </a:extLst>
          </p:cNvPr>
          <p:cNvSpPr/>
          <p:nvPr/>
        </p:nvSpPr>
        <p:spPr>
          <a:xfrm>
            <a:off x="11109232" y="6324309"/>
            <a:ext cx="216024" cy="21602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28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E1F7FD97-7F72-D242-42FB-93C06D61564C}"/>
              </a:ext>
            </a:extLst>
          </p:cNvPr>
          <p:cNvGrpSpPr/>
          <p:nvPr/>
        </p:nvGrpSpPr>
        <p:grpSpPr>
          <a:xfrm>
            <a:off x="10202377" y="5017597"/>
            <a:ext cx="1313013" cy="324000"/>
            <a:chOff x="3876579" y="1978272"/>
            <a:chExt cx="1313013" cy="324000"/>
          </a:xfrm>
        </p:grpSpPr>
        <p:sp>
          <p:nvSpPr>
            <p:cNvPr id="118" name="모서리가 둥근 직사각형 125">
              <a:extLst>
                <a:ext uri="{FF2B5EF4-FFF2-40B4-BE49-F238E27FC236}">
                  <a16:creationId xmlns:a16="http://schemas.microsoft.com/office/drawing/2014/main" id="{B31EC76D-8909-29EF-DC13-16A32F45EFF7}"/>
                </a:ext>
              </a:extLst>
            </p:cNvPr>
            <p:cNvSpPr/>
            <p:nvPr/>
          </p:nvSpPr>
          <p:spPr>
            <a:xfrm>
              <a:off x="3876579" y="1978272"/>
              <a:ext cx="1313013" cy="324000"/>
            </a:xfrm>
            <a:prstGeom prst="roundRect">
              <a:avLst>
                <a:gd name="adj" fmla="val 5631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년         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01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월</a:t>
              </a:r>
            </a:p>
          </p:txBody>
        </p: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3E7CB17A-DA61-C8CB-090B-AEC23427E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496859" y="2089754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605966C1-1554-84B9-AC66-D70DEF4C9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035339" y="2089755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</p:grpSp>
      <p:sp>
        <p:nvSpPr>
          <p:cNvPr id="121" name="Input">
            <a:extLst>
              <a:ext uri="{FF2B5EF4-FFF2-40B4-BE49-F238E27FC236}">
                <a16:creationId xmlns:a16="http://schemas.microsoft.com/office/drawing/2014/main" id="{B8047A1C-0ECC-6887-7654-4EA9266556CF}"/>
              </a:ext>
            </a:extLst>
          </p:cNvPr>
          <p:cNvSpPr/>
          <p:nvPr/>
        </p:nvSpPr>
        <p:spPr>
          <a:xfrm>
            <a:off x="4646350" y="3910828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2" name="Input">
            <a:extLst>
              <a:ext uri="{FF2B5EF4-FFF2-40B4-BE49-F238E27FC236}">
                <a16:creationId xmlns:a16="http://schemas.microsoft.com/office/drawing/2014/main" id="{9BFD7344-FBDD-28AD-FE62-33C27985100B}"/>
              </a:ext>
            </a:extLst>
          </p:cNvPr>
          <p:cNvSpPr/>
          <p:nvPr/>
        </p:nvSpPr>
        <p:spPr>
          <a:xfrm>
            <a:off x="5405153" y="3913030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AE44A44A-F22B-A31F-B413-E25E9B43C51D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A39FE35-669B-A33E-75DF-DF82D98487EE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624A99BC-B510-25CE-A56A-9A43DB6CD3C1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Input">
            <a:extLst>
              <a:ext uri="{FF2B5EF4-FFF2-40B4-BE49-F238E27FC236}">
                <a16:creationId xmlns:a16="http://schemas.microsoft.com/office/drawing/2014/main" id="{5DF60523-FEC9-38C4-4001-E1A0B751400D}"/>
              </a:ext>
            </a:extLst>
          </p:cNvPr>
          <p:cNvSpPr/>
          <p:nvPr/>
        </p:nvSpPr>
        <p:spPr>
          <a:xfrm>
            <a:off x="3865031" y="2980394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" name="Input">
            <a:extLst>
              <a:ext uri="{FF2B5EF4-FFF2-40B4-BE49-F238E27FC236}">
                <a16:creationId xmlns:a16="http://schemas.microsoft.com/office/drawing/2014/main" id="{98DDA27B-4CF8-5379-2BF5-DDA98BD7FDC3}"/>
              </a:ext>
            </a:extLst>
          </p:cNvPr>
          <p:cNvSpPr/>
          <p:nvPr/>
        </p:nvSpPr>
        <p:spPr>
          <a:xfrm>
            <a:off x="3865031" y="3270143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907C20A-759E-EBE0-FBA8-13F04D2DD009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5849DFC-49FB-8EA5-C479-91DA92EA0798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EFD1D74-FE5B-16B3-A885-0E24782BE947}"/>
              </a:ext>
            </a:extLst>
          </p:cNvPr>
          <p:cNvSpPr/>
          <p:nvPr/>
        </p:nvSpPr>
        <p:spPr>
          <a:xfrm>
            <a:off x="2238009" y="259797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600CF960-52AE-A9B9-841C-E27ACF2FD6E1}"/>
              </a:ext>
            </a:extLst>
          </p:cNvPr>
          <p:cNvSpPr/>
          <p:nvPr/>
        </p:nvSpPr>
        <p:spPr>
          <a:xfrm>
            <a:off x="3338262" y="334865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1010A2A1-AF64-7E0A-06AC-CA9CF2563940}"/>
              </a:ext>
            </a:extLst>
          </p:cNvPr>
          <p:cNvSpPr/>
          <p:nvPr/>
        </p:nvSpPr>
        <p:spPr>
          <a:xfrm>
            <a:off x="2231289" y="39315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59B3755-97D2-20FA-BDA5-C7B5B3067CBC}"/>
              </a:ext>
            </a:extLst>
          </p:cNvPr>
          <p:cNvSpPr/>
          <p:nvPr/>
        </p:nvSpPr>
        <p:spPr>
          <a:xfrm>
            <a:off x="6533491" y="16950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8B3C0A9-AEA4-9C56-68ED-84E375CDE086}"/>
              </a:ext>
            </a:extLst>
          </p:cNvPr>
          <p:cNvSpPr/>
          <p:nvPr/>
        </p:nvSpPr>
        <p:spPr>
          <a:xfrm>
            <a:off x="3635231" y="423795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81" name="Input">
            <a:extLst>
              <a:ext uri="{FF2B5EF4-FFF2-40B4-BE49-F238E27FC236}">
                <a16:creationId xmlns:a16="http://schemas.microsoft.com/office/drawing/2014/main" id="{F9ED286E-425B-56E3-21A5-B9F427BCE771}"/>
              </a:ext>
            </a:extLst>
          </p:cNvPr>
          <p:cNvSpPr/>
          <p:nvPr/>
        </p:nvSpPr>
        <p:spPr>
          <a:xfrm>
            <a:off x="3865032" y="3565286"/>
            <a:ext cx="1063806" cy="240454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투표 항목 추가</a:t>
            </a:r>
          </a:p>
        </p:txBody>
      </p:sp>
      <p:sp>
        <p:nvSpPr>
          <p:cNvPr id="82" name="더하기 기호 81">
            <a:extLst>
              <a:ext uri="{FF2B5EF4-FFF2-40B4-BE49-F238E27FC236}">
                <a16:creationId xmlns:a16="http://schemas.microsoft.com/office/drawing/2014/main" id="{5C2D01C7-7471-6820-69B0-BFF4EFED4475}"/>
              </a:ext>
            </a:extLst>
          </p:cNvPr>
          <p:cNvSpPr/>
          <p:nvPr/>
        </p:nvSpPr>
        <p:spPr>
          <a:xfrm>
            <a:off x="3917174" y="3608812"/>
            <a:ext cx="159283" cy="160148"/>
          </a:xfrm>
          <a:prstGeom prst="mathPlus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45EE8A5-24A1-4969-CA61-F0B262E62087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삭제</a:t>
            </a: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08C97FB4-DC36-1A71-8FBB-DC69FEC9147A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4585791" y="4002359"/>
            <a:ext cx="5201979" cy="1889858"/>
          </a:xfrm>
          <a:prstGeom prst="bentConnector3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23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FA14-8E4D-8177-D4DF-7EB7406B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94B817-B396-7152-4AEC-AFD4AE89B195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1BA109F-FBD2-9929-CC70-47335A0736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903159"/>
              </p:ext>
            </p:extLst>
          </p:nvPr>
        </p:nvGraphicFramePr>
        <p:xfrm>
          <a:off x="9655174" y="276226"/>
          <a:ext cx="2532687" cy="27078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투표참여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입력된 투표의 정보가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투표의 제목과 투표 항목이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투표전에는 모든 버튼이 동일색상으로 유지되고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후에는 선택된 항목의 버튼을 색상유지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선택하지 않은 항목은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 참여 버튼 선택전에는 선택 항목 변경 가능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변경시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선택 버튼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참여하지 않은 상태로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내용을 투표에 참여한 내용으로 반영하고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38514C5-4EFA-48BA-AE5A-FA313190943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6B1C66-62C3-AD9F-8665-399601F92420}"/>
              </a:ext>
            </a:extLst>
          </p:cNvPr>
          <p:cNvSpPr txBox="1"/>
          <p:nvPr/>
        </p:nvSpPr>
        <p:spPr>
          <a:xfrm>
            <a:off x="7208520" y="1814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투표참여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A66BF8-0195-68EB-8E5C-1E4AC58070A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V-HLC-01-011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06A6C2-A245-B850-6E7A-7E3F13B9EBE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28F3C-5AA7-8220-A930-8FEBF8C2AA17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15C94-89B2-7824-4DA8-EC770DC3DAA4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CA095-12F9-A5AF-3BC5-6A38031EDE4C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68CD30D-0A04-E796-F545-6E5D0569BBDE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69B2461C-1110-24B9-6EE8-3C6575F5FD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9D15819-1A9E-A68B-9C1E-57C20C494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E4786601-8400-332D-62D4-6F7C10923C59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B3A810C-ADE5-5807-E5B0-972F2B5A0F6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2F078F1E-654D-52D2-5787-851DE2C8DCD0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11FBCE07-3522-DA0D-6655-74E63C1D2AA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9D186BBB-5523-DA59-9749-DCB4E517A78A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C4599034-1358-6AC4-5D9F-0A38FE1DBAB1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18B8F345-0D92-EE79-6C5A-6AE27DC6ECB9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24063211-DD64-1B15-E843-28C654E801CB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8E6E3A43-039D-46FD-5A88-B956A1C07EF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24363290-EC1B-98A4-9200-6F9331CF9B07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98DF0CE2-13AF-757C-E146-1911DB2D0412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915BB5E5-5F43-2D12-E5E5-F712B32E8DE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850135FD-C966-3637-F086-D8FC99CC365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6CAD3AB6-5B86-D97E-763B-5223A6399497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99F060A5-8E8A-8DF7-14AE-2FDC13C4CCA7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4ED24E9-764E-AE59-42EA-EDE5728C4A53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A87C1DF-EEA3-BF0C-F16E-24AF8558641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31A40920-217F-8C45-F2F1-3362CFDA3BFD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8D333ABD-E7A2-0A43-389C-955F97AD2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DC423F27-EB89-321D-F6C6-AF1612789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B7967AAC-2EAC-2B9D-C14B-8E3EDF6EE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10262FC7-9EB1-D9A6-18EB-833A81B75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73992735-36B8-0F1C-9E66-D9927E458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DC6859B0-13D3-98FB-5685-25BE85A5AD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A4A282A8-9098-5664-4B10-C8E2F6C9F7D6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2D65D7-40F6-1080-433B-7525E1A484B0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97EABCC-1C30-0ABB-5F73-9B6DA91270AB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E289FBE-B513-DD56-9C8B-C49566EB5739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4898A13-B38D-1706-C9B6-7F6D6EFDF591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A81CCCB-D517-BC7F-3EA1-920F254F00A7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0F5F36-AD70-CA76-62EC-FF09CD19D86F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C3C3DBA-8CA2-1B4E-9E58-50736347FCB2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E96831-0455-D299-DCCC-6208367BCCA8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CAF7C55-2B94-A218-A33C-0414A9B2E76D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E54F1B0A-D7B6-4830-7E1A-2C4C824E7C70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D0A354-996D-CF64-981A-21A25B97F692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F7362AA-99D5-7FF0-4E8F-8770775BA05E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23DE8E-D74F-ED4F-F111-151F3A676C54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F3B17BB8-4BA7-D5FF-8D39-2439265E00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6AE4193A-DD2A-52D2-CCA8-191DDC7E63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273F4CB-F3A0-401E-0C60-B9A77449FD78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E86B5B-9D65-1074-367C-7907BC69D24B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C67D8F0-D51B-78A1-C321-A09DDE2DCF36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20EDEF5-94E5-149E-6EAE-EDCD42CC3163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791949A-A370-E63A-CAF8-8E373C4F4E38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BF794EE-9CA7-4F29-0EC8-A2F276ABF5CB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85D5AE-D49C-DF2D-C842-0AD5DA47C3D0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475293-50EA-D966-C0D8-796ECACA76F4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F321DC-6AB6-4516-AFB3-9E8D4A1E74E8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참여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09627E9A-C680-4381-F29B-E8115CBB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507676"/>
              </p:ext>
            </p:extLst>
          </p:nvPr>
        </p:nvGraphicFramePr>
        <p:xfrm>
          <a:off x="2426175" y="2277183"/>
          <a:ext cx="4117058" cy="16103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제목이 출력됩니다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2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</a:tbl>
          </a:graphicData>
        </a:graphic>
      </p:graphicFrame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5DE6C1AF-AFCE-674D-25DC-803366DE9515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참여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6730FF44-8899-510B-2E98-1FBFF70336C1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080D784E-C3F4-A986-58CB-CFCF93E07EFE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0AF58D-8B4D-B0CD-CA98-CCCC38CE7790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D362307C-845C-5A8F-2203-8F59868B5299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BD7811C-37BC-9650-1715-0807B196F4CD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선택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B3C6609-815B-D527-9E1B-793093D633E4}"/>
              </a:ext>
            </a:extLst>
          </p:cNvPr>
          <p:cNvSpPr/>
          <p:nvPr/>
        </p:nvSpPr>
        <p:spPr>
          <a:xfrm>
            <a:off x="6024496" y="3013038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E1FA490-FD09-E998-EC98-FCCF765EC9D0}"/>
              </a:ext>
            </a:extLst>
          </p:cNvPr>
          <p:cNvSpPr/>
          <p:nvPr/>
        </p:nvSpPr>
        <p:spPr>
          <a:xfrm>
            <a:off x="6024496" y="269501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76F93BA-29BF-A72E-F7EA-01A52C205E42}"/>
              </a:ext>
            </a:extLst>
          </p:cNvPr>
          <p:cNvSpPr/>
          <p:nvPr/>
        </p:nvSpPr>
        <p:spPr>
          <a:xfrm>
            <a:off x="6533491" y="29603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75B7D3E-4454-C647-DD66-DD355CE0386D}"/>
              </a:ext>
            </a:extLst>
          </p:cNvPr>
          <p:cNvSpPr/>
          <p:nvPr/>
        </p:nvSpPr>
        <p:spPr>
          <a:xfrm>
            <a:off x="3637023" y="423618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058292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52F7-08EE-1D82-D9E9-E8CE7F6F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8B427-1C03-5791-D6AE-BFF48B6B8605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18893AA-18C2-869E-4179-12B358AC6D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478424"/>
              </p:ext>
            </p:extLst>
          </p:nvPr>
        </p:nvGraphicFramePr>
        <p:xfrm>
          <a:off x="9655174" y="276226"/>
          <a:ext cx="2532687" cy="17629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투표결과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결과를 팝업으로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질문과 항목을 그래프로 표시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각 항목별 투표자를 백분율로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진행중인 투표의 경우에는 현재 시점의 투표 결과를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B305EC7-BE99-1359-1087-8A43D865F6A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0BEE10-E91A-AF11-1C4B-AFEA27D9C9E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투표결과 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E9990E-8312-C5EE-420A-6A35E00B8A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V-HLC-01-012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83B5CD-9A09-34E5-1121-C7B51D6D55E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F8995F-58F9-B840-7A8D-0EFCCE1082F9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BE887-E72C-FEFF-3137-817168277C6C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008E9-07F9-9AD6-AE69-FC94E573380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BD1D766-8392-4B6A-DE65-10DA669EA025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AB59D5B-5FD8-BA65-9A7A-3DF6EA0705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B7D6AE9-523C-26C6-E8B4-073BC2F57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46948274-EEE5-DA0B-4DEA-9CCBEF60B21C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9E9BD0A0-7B6C-B32A-16F7-C857FAAA3B71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41A48B83-0349-E717-6E23-894841041DF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3AFB4347-887D-0620-D131-5F83A8B142F2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736AB2C1-DC08-36FA-5CF6-247D7C15F90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F66C8E9-7B59-7426-3E36-E0AEB1D9BB16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9AB89EC3-6F24-F619-D048-ADB2074D561B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6F7A6924-9BDC-C58F-B0D1-F292BEF72E1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BC8BE7C6-270F-E651-77B4-AF7872A6E1F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11BC1ED2-B9E7-951B-B9A8-572146ECC014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7F14D5D5-40BB-21CA-AA7F-10D363604D74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AFA7F007-96E8-180C-2F64-7273A6BD24C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54A1CC0B-5A13-525C-9583-D38A48A99C4A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BE17266D-54EC-EA29-4F42-CC20DD0A7751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C6E95F71-A3FD-6F32-7AF2-FE8B0CDE75E0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6DEB429-3D13-6AAA-F05A-FF988F09ADFB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49C511E-D387-148A-F471-C04AFA5C6831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8289A2FF-CF20-78CF-0017-6F83AABEE645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9D49724A-DD62-BA21-9BC9-7F8A8F287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BE06AA87-DF32-DE8E-99DF-26BB96DF8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7727DC65-59BF-89CB-BFD2-729639DFA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A28D709E-36E5-70A4-A1E0-C6F2EB3B8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3DEEF1E5-AED4-8BDE-FC94-37822BAA3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483A5AF-2CBF-9A37-2F68-27BFE13B0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605100AB-8D0A-30BF-B373-87B089C5202F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943D400-25A1-68FF-FAD6-5A8BA36BBC66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38CAAB3-9B9A-5BB2-C3B3-BCD09DE8C6F2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F0ADBB9-2F9D-652A-D13E-134DF9E5AC35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D4C455A-964F-C3EC-C9C0-40F14C3DE4F7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46D9341-0CC0-56E5-21A4-3097AD3342D7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10FD03-C564-EA9E-69B2-74C56B38FB65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628A438-3567-7374-3EB1-E767F0FB444A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640D60-16FB-D001-0EF9-7EA54C83B9FC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B1CE095-21CF-E60C-EC7B-5455D856C86E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55FA11A-F911-AD7B-CAB5-454A400B8347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AFE090-E4F0-64C8-8416-F49492067EE8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B1BDC30-0F98-8E66-CDA8-FF405DE389E7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5E1B48-FEB5-D378-19C5-7423FC06E874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B7A0D655-5867-4B2B-DE4A-9A25C20750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D108EF47-910E-D333-5337-BD8B1C9A64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DFB2E94-121C-C174-863D-F8CE44415C54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07A65D-1383-1C7A-F0C7-F973ECA08B8E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153567F9-DDF8-DE02-5874-2878643F4489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86F7EE6-D4C3-63C6-4156-4A7B2AFF9733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F86DC01-9E48-881E-8482-1E9FB38D5FE4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2A4910C-6A95-8C55-A109-59B70A3838C5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C5836E-0BFD-2792-FCF1-E9033D514AC3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B4510B8-B70F-21ED-B699-DABFF7AAF7C1}"/>
              </a:ext>
            </a:extLst>
          </p:cNvPr>
          <p:cNvGrpSpPr/>
          <p:nvPr/>
        </p:nvGrpSpPr>
        <p:grpSpPr>
          <a:xfrm>
            <a:off x="2475002" y="1933687"/>
            <a:ext cx="4517337" cy="2452144"/>
            <a:chOff x="2261355" y="1408764"/>
            <a:chExt cx="4517337" cy="245214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1291C52-8F8A-8F33-6281-9B28A1C549B1}"/>
                </a:ext>
              </a:extLst>
            </p:cNvPr>
            <p:cNvSpPr/>
            <p:nvPr/>
          </p:nvSpPr>
          <p:spPr>
            <a:xfrm>
              <a:off x="2263211" y="1800780"/>
              <a:ext cx="4507530" cy="20601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44000"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57490E70-4CDF-C700-4E48-586E41C64D6B}"/>
                </a:ext>
              </a:extLst>
            </p:cNvPr>
            <p:cNvSpPr/>
            <p:nvPr/>
          </p:nvSpPr>
          <p:spPr>
            <a:xfrm>
              <a:off x="4005248" y="3432855"/>
              <a:ext cx="1070164" cy="241671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FFFFFF"/>
                  </a:solidFill>
                </a:rPr>
                <a:t>확인</a:t>
              </a:r>
            </a:p>
          </p:txBody>
        </p:sp>
        <p:sp>
          <p:nvSpPr>
            <p:cNvPr id="12" name="양쪽 모서리가 둥근 사각형 7">
              <a:extLst>
                <a:ext uri="{FF2B5EF4-FFF2-40B4-BE49-F238E27FC236}">
                  <a16:creationId xmlns:a16="http://schemas.microsoft.com/office/drawing/2014/main" id="{5183EB63-B1C6-77FA-50DC-0568960CAC60}"/>
                </a:ext>
              </a:extLst>
            </p:cNvPr>
            <p:cNvSpPr/>
            <p:nvPr/>
          </p:nvSpPr>
          <p:spPr>
            <a:xfrm>
              <a:off x="2261355" y="1408764"/>
              <a:ext cx="4517337" cy="395428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/>
                <a:t>투표결과 </a:t>
              </a:r>
              <a:r>
                <a:rPr lang="ko-KR" altLang="en-US" dirty="0"/>
                <a:t>                                                        </a:t>
              </a:r>
            </a:p>
          </p:txBody>
        </p:sp>
        <p:sp>
          <p:nvSpPr>
            <p:cNvPr id="129" name="곱하기 기호 128">
              <a:extLst>
                <a:ext uri="{FF2B5EF4-FFF2-40B4-BE49-F238E27FC236}">
                  <a16:creationId xmlns:a16="http://schemas.microsoft.com/office/drawing/2014/main" id="{7E957830-8CB5-36D6-87F6-6EA01FBA0E97}"/>
                </a:ext>
              </a:extLst>
            </p:cNvPr>
            <p:cNvSpPr/>
            <p:nvPr/>
          </p:nvSpPr>
          <p:spPr>
            <a:xfrm>
              <a:off x="6387523" y="1460767"/>
              <a:ext cx="338302" cy="280607"/>
            </a:xfrm>
            <a:prstGeom prst="mathMultiply">
              <a:avLst>
                <a:gd name="adj1" fmla="val 1265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3B43A6F-6157-7A7F-9A97-773CA4E87D3E}"/>
                </a:ext>
              </a:extLst>
            </p:cNvPr>
            <p:cNvGrpSpPr/>
            <p:nvPr/>
          </p:nvGrpSpPr>
          <p:grpSpPr>
            <a:xfrm>
              <a:off x="2403220" y="1893407"/>
              <a:ext cx="4117033" cy="1692771"/>
              <a:chOff x="683568" y="1455033"/>
              <a:chExt cx="5544616" cy="1692771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2F9F9BD-E98F-5EE9-1709-B298D0687FE7}"/>
                  </a:ext>
                </a:extLst>
              </p:cNvPr>
              <p:cNvSpPr txBox="1"/>
              <p:nvPr/>
            </p:nvSpPr>
            <p:spPr>
              <a:xfrm>
                <a:off x="683568" y="1455033"/>
                <a:ext cx="5544616" cy="16927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28600" indent="-228600">
                  <a:buAutoNum type="arabicPeriod"/>
                </a:pPr>
                <a:r>
                  <a:rPr lang="ko-KR" altLang="en-US" sz="800" b="1" dirty="0"/>
                  <a:t>이번 모임에 대한 참여자분들의 의견은 어떻습니까</a:t>
                </a:r>
                <a:r>
                  <a:rPr lang="en-US" altLang="ko-KR" sz="800" b="1" dirty="0"/>
                  <a:t>?</a:t>
                </a:r>
              </a:p>
              <a:p>
                <a:endParaRPr lang="en-US" altLang="ko-KR" sz="800" dirty="0"/>
              </a:p>
              <a:p>
                <a:pPr algn="l"/>
                <a:r>
                  <a:rPr lang="ko-KR" altLang="en-US" sz="800" dirty="0"/>
                  <a:t>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en-US" altLang="ko-KR" sz="800" dirty="0"/>
                  <a:t> 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ko-KR" altLang="en-US" sz="800" dirty="0"/>
                  <a:t>불만족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r>
                  <a:rPr lang="en-US" altLang="ko-KR" sz="800" dirty="0"/>
                  <a:t>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endParaRPr lang="ko-KR" altLang="en-US" sz="800" dirty="0"/>
              </a:p>
            </p:txBody>
          </p:sp>
          <p:sp>
            <p:nvSpPr>
              <p:cNvPr id="65" name="모서리가 둥근 직사각형 10">
                <a:extLst>
                  <a:ext uri="{FF2B5EF4-FFF2-40B4-BE49-F238E27FC236}">
                    <a16:creationId xmlns:a16="http://schemas.microsoft.com/office/drawing/2014/main" id="{4C2D41D8-E20B-866C-EFE4-242EDC5229AA}"/>
                  </a:ext>
                </a:extLst>
              </p:cNvPr>
              <p:cNvSpPr/>
              <p:nvPr/>
            </p:nvSpPr>
            <p:spPr>
              <a:xfrm>
                <a:off x="755576" y="2008143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모서리가 둥근 직사각형 46">
                <a:extLst>
                  <a:ext uri="{FF2B5EF4-FFF2-40B4-BE49-F238E27FC236}">
                    <a16:creationId xmlns:a16="http://schemas.microsoft.com/office/drawing/2014/main" id="{5E11D940-BD24-47F2-5D8A-AB4690B01F20}"/>
                  </a:ext>
                </a:extLst>
              </p:cNvPr>
              <p:cNvSpPr/>
              <p:nvPr/>
            </p:nvSpPr>
            <p:spPr>
              <a:xfrm>
                <a:off x="755576" y="2008143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모서리가 둥근 직사각형 80">
                <a:extLst>
                  <a:ext uri="{FF2B5EF4-FFF2-40B4-BE49-F238E27FC236}">
                    <a16:creationId xmlns:a16="http://schemas.microsoft.com/office/drawing/2014/main" id="{06EF4CB0-07A6-83E8-9103-5476A9361E46}"/>
                  </a:ext>
                </a:extLst>
              </p:cNvPr>
              <p:cNvSpPr/>
              <p:nvPr/>
            </p:nvSpPr>
            <p:spPr>
              <a:xfrm>
                <a:off x="755576" y="2511205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모서리가 둥근 직사각형 81">
                <a:extLst>
                  <a:ext uri="{FF2B5EF4-FFF2-40B4-BE49-F238E27FC236}">
                    <a16:creationId xmlns:a16="http://schemas.microsoft.com/office/drawing/2014/main" id="{BBACD7CC-810E-AD06-829F-B4916D9F25BD}"/>
                  </a:ext>
                </a:extLst>
              </p:cNvPr>
              <p:cNvSpPr/>
              <p:nvPr/>
            </p:nvSpPr>
            <p:spPr>
              <a:xfrm>
                <a:off x="755576" y="2511205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D05F232F-38D2-9C4E-8814-D20DA9116B25}"/>
              </a:ext>
            </a:extLst>
          </p:cNvPr>
          <p:cNvSpPr/>
          <p:nvPr/>
        </p:nvSpPr>
        <p:spPr>
          <a:xfrm>
            <a:off x="2391687" y="18411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5F11256-61AD-7339-5DC3-1F47AA60B7E2}"/>
              </a:ext>
            </a:extLst>
          </p:cNvPr>
          <p:cNvSpPr/>
          <p:nvPr/>
        </p:nvSpPr>
        <p:spPr>
          <a:xfrm>
            <a:off x="2391687" y="238530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EA79CF2-9A9B-402E-3BB7-30C93BE7E014}"/>
              </a:ext>
            </a:extLst>
          </p:cNvPr>
          <p:cNvSpPr/>
          <p:nvPr/>
        </p:nvSpPr>
        <p:spPr>
          <a:xfrm>
            <a:off x="3924904" y="395777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746952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96B15-5485-E0AB-CBF7-EE9D0980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D71B11-59AF-671F-D4F1-7FD8D2B7713E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95910A3-B92F-2CAA-8E79-58245F24AE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850661"/>
              </p:ext>
            </p:extLst>
          </p:nvPr>
        </p:nvGraphicFramePr>
        <p:xfrm>
          <a:off x="9655174" y="276226"/>
          <a:ext cx="2532687" cy="30431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일정등록 팝업 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일정등록 팝업 창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리스트에서 일정추가버튼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(+)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호출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일정 제목 입력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일정 제목 입력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최대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50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 내용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 내용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 설정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등록하는 일정의 시작일시와 종료일시를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시작일은 당일부터 선택 가능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시작시간은 현시간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+1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시간부터 선택 가능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입력내용을 저장하지 않고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 내용으로 일정에 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D7C986D-B1EE-B46B-8AC5-C7FD186D743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일정등록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C7CF94-D75D-81E3-1A45-8DB7F69FA10D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일정 등록 팝업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7881DE-EBF3-0F9E-99FD-D18B952234D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V-HLC-01-013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C77CE0-0910-56F8-A272-63B4FE7037F3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7C280-3C37-9585-7A52-B2EE2C32C1B8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68781-0A5A-949F-4E0A-BDB67BD629F7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EF472-A506-3F7F-213D-DD2EE460E91F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6621943-258C-D445-C0E7-A57EA53FA5F0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8F81C7E-0A85-6E85-E2A3-B4EF5179D4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AAD189F-7C25-4081-709A-070F2E1B6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E47A7872-8E80-657A-06FA-3A52D910BF14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413774BC-1144-AE53-46B4-ABA23CE5D84C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15FB021E-3941-8EEC-AE72-64F5D47DCED0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421D29C9-B2B3-B38E-DA15-B633F164DDA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C1EA336B-59C2-C554-791B-18B612A2C2ED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741C3ED8-094A-FE82-CB37-61EAFD9F70C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52AD7CAF-0BC6-E267-1281-F13128BE786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9F18671-FB2B-7CF6-53B6-BD928CEDDA0C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5341CB9F-7369-6633-A80A-183C00C791E5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72798A36-AD3C-2DB5-C7D9-39224E6F7393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6311FBB4-9F84-99DC-4BE5-11BA761E7DDD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E23E9816-5FC4-5A70-EE17-6777D7FC7865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DA6076CC-3A62-96FF-09A2-FD84CB70D1C2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ACBE28D2-3912-C99E-90C3-A7C62B7AE998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BB6E27BA-8F78-1D49-D7D1-4852FC90093D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7E745AA-FBEC-BEE1-3D9A-FA9770B7C023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EEE6745-D42C-8D0D-57A8-0000F94B13C3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1F197479-EAB6-A1BB-5771-2520636030A8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EE14823-6F0F-2AB8-AEB7-485719806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330A0EFE-0724-D54C-67E4-5A0BCFCB6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A03DA437-ECE1-121D-A3A4-7E4D530A4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E852D519-B6B8-D7BB-A846-9A6EF99B9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C22C02AE-5FFA-384A-FA88-88E993CB2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2D8C6210-E681-D6F5-EC17-81DEA00C2A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FB4C07E9-3516-4A66-7343-50A4288CB2DC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9015A0E-53D2-1891-C1D6-6418300D8C06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4597673-D27B-5D5E-865A-F2E4022EB728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BCDA013-232B-0325-7AAA-1AF5DF44365D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3972551-AEDF-7C68-B6DC-86836DC70DA0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2C91071-1D43-687B-71DC-92227B33E179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8B1E6A-5159-BF81-AE43-325B2163145A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D046831-78B1-500B-2E3D-5424D96E25FF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9ACC74-602B-B861-311A-6B53C152D733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FDB7321C-8FCD-FD93-CEF9-059EDB91824C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8CCA449-ABCF-EB7B-4EF2-3AA4BAD7E26D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3426C0-5339-E90F-E322-D5BC5E09B1CB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42EDEB5-1E09-6DEF-C980-EAF556185864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77FE8E-8850-2A7B-2803-9AA9879C1E9E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EBBE66E4-2DD0-2410-A47A-C47118F0B7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8F2F116C-485C-4BE4-CBC3-0A45BF61E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E1EF979-DED8-22AB-E505-17FF949FF5E4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F1077C-D0ED-CB53-BA93-5ED5A6F6C08F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BB849DF5-E570-C3CC-B7D8-BA3AA5ECE0AA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EF7D49C-D3BB-2C6F-ADD0-DB7234AD48BA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F90662A2-581F-4040-CF3D-F3CE5C70594A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9870B00F-E30D-F09F-B18C-F1D6B904C466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C0425E-B11C-F7FF-A1FB-E730AF201B59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3B28B6-0A08-9BE9-1620-4E6D8C59D9CA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E4C188-FD21-87D2-0E7B-7BA43D13C542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일정 등록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6665112E-D4CC-805C-4DD1-4948FDBD1D65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83082"/>
          <a:ext cx="4117058" cy="19659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내용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시간설정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indent="0" latinLnBrk="1"/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indent="0" latinLnBrk="1"/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indent="0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분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~</a:t>
                      </a:r>
                    </a:p>
                    <a:p>
                      <a:pPr marL="0" indent="0"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분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" name="Input">
            <a:extLst>
              <a:ext uri="{FF2B5EF4-FFF2-40B4-BE49-F238E27FC236}">
                <a16:creationId xmlns:a16="http://schemas.microsoft.com/office/drawing/2014/main" id="{5372DE89-5838-73A2-0B78-BF520C403BFA}"/>
              </a:ext>
            </a:extLst>
          </p:cNvPr>
          <p:cNvSpPr/>
          <p:nvPr/>
        </p:nvSpPr>
        <p:spPr>
          <a:xfrm>
            <a:off x="3583452" y="2330181"/>
            <a:ext cx="293605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일정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Input">
            <a:extLst>
              <a:ext uri="{FF2B5EF4-FFF2-40B4-BE49-F238E27FC236}">
                <a16:creationId xmlns:a16="http://schemas.microsoft.com/office/drawing/2014/main" id="{438DEE4C-977B-9162-1DB5-9A59215BB852}"/>
              </a:ext>
            </a:extLst>
          </p:cNvPr>
          <p:cNvSpPr/>
          <p:nvPr/>
        </p:nvSpPr>
        <p:spPr>
          <a:xfrm>
            <a:off x="3595256" y="2691323"/>
            <a:ext cx="2924255" cy="822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200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1" name="Input">
            <a:extLst>
              <a:ext uri="{FF2B5EF4-FFF2-40B4-BE49-F238E27FC236}">
                <a16:creationId xmlns:a16="http://schemas.microsoft.com/office/drawing/2014/main" id="{2874BA60-691E-48B5-1089-4657C316CBF7}"/>
              </a:ext>
            </a:extLst>
          </p:cNvPr>
          <p:cNvSpPr/>
          <p:nvPr/>
        </p:nvSpPr>
        <p:spPr>
          <a:xfrm>
            <a:off x="3650272" y="3630803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시작일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3A883A79-1EF3-F630-79F6-22C6DF9E8B0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5180" y="3677654"/>
            <a:ext cx="125194" cy="123781"/>
          </a:xfrm>
          <a:prstGeom prst="rect">
            <a:avLst/>
          </a:prstGeom>
        </p:spPr>
      </p:pic>
      <p:sp>
        <p:nvSpPr>
          <p:cNvPr id="121" name="Input">
            <a:extLst>
              <a:ext uri="{FF2B5EF4-FFF2-40B4-BE49-F238E27FC236}">
                <a16:creationId xmlns:a16="http://schemas.microsoft.com/office/drawing/2014/main" id="{AD0012DB-F8A9-F451-B49B-DF1CBC36540F}"/>
              </a:ext>
            </a:extLst>
          </p:cNvPr>
          <p:cNvSpPr/>
          <p:nvPr/>
        </p:nvSpPr>
        <p:spPr>
          <a:xfrm>
            <a:off x="4646350" y="3628184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2" name="Input">
            <a:extLst>
              <a:ext uri="{FF2B5EF4-FFF2-40B4-BE49-F238E27FC236}">
                <a16:creationId xmlns:a16="http://schemas.microsoft.com/office/drawing/2014/main" id="{BA9F80A9-AEE4-3D2D-D4ED-0C6ADDD97157}"/>
              </a:ext>
            </a:extLst>
          </p:cNvPr>
          <p:cNvSpPr/>
          <p:nvPr/>
        </p:nvSpPr>
        <p:spPr>
          <a:xfrm>
            <a:off x="5328953" y="3630386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E831E878-0D79-51CB-32CE-429BA37B021B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Input">
            <a:extLst>
              <a:ext uri="{FF2B5EF4-FFF2-40B4-BE49-F238E27FC236}">
                <a16:creationId xmlns:a16="http://schemas.microsoft.com/office/drawing/2014/main" id="{A210FC67-2762-621C-31F2-2445FC96B4F4}"/>
              </a:ext>
            </a:extLst>
          </p:cNvPr>
          <p:cNvSpPr/>
          <p:nvPr/>
        </p:nvSpPr>
        <p:spPr>
          <a:xfrm>
            <a:off x="3650272" y="3950032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종료일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3902B281-1D0C-4350-56F2-A8655452F6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5180" y="3996883"/>
            <a:ext cx="125194" cy="123781"/>
          </a:xfrm>
          <a:prstGeom prst="rect">
            <a:avLst/>
          </a:prstGeom>
        </p:spPr>
      </p:pic>
      <p:sp>
        <p:nvSpPr>
          <p:cNvPr id="132" name="Input">
            <a:extLst>
              <a:ext uri="{FF2B5EF4-FFF2-40B4-BE49-F238E27FC236}">
                <a16:creationId xmlns:a16="http://schemas.microsoft.com/office/drawing/2014/main" id="{B4AB4902-B98D-E3F1-B117-549A04D9FFD1}"/>
              </a:ext>
            </a:extLst>
          </p:cNvPr>
          <p:cNvSpPr/>
          <p:nvPr/>
        </p:nvSpPr>
        <p:spPr>
          <a:xfrm>
            <a:off x="4646350" y="3947413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33" name="Input">
            <a:extLst>
              <a:ext uri="{FF2B5EF4-FFF2-40B4-BE49-F238E27FC236}">
                <a16:creationId xmlns:a16="http://schemas.microsoft.com/office/drawing/2014/main" id="{2A542D34-0451-7C63-5B16-7910E40CA737}"/>
              </a:ext>
            </a:extLst>
          </p:cNvPr>
          <p:cNvSpPr/>
          <p:nvPr/>
        </p:nvSpPr>
        <p:spPr>
          <a:xfrm>
            <a:off x="5328953" y="3949615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60A4B3FB-F15D-A659-D3AD-D85856CAC022}"/>
              </a:ext>
            </a:extLst>
          </p:cNvPr>
          <p:cNvSpPr/>
          <p:nvPr/>
        </p:nvSpPr>
        <p:spPr>
          <a:xfrm>
            <a:off x="4557053" y="4299547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D2B71945-5D5E-938D-C79D-01A15541EDB7}"/>
              </a:ext>
            </a:extLst>
          </p:cNvPr>
          <p:cNvSpPr/>
          <p:nvPr/>
        </p:nvSpPr>
        <p:spPr>
          <a:xfrm>
            <a:off x="3870930" y="4299547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DB90F51-35FC-2C01-4847-DBB139C70A36}"/>
              </a:ext>
            </a:extLst>
          </p:cNvPr>
          <p:cNvSpPr/>
          <p:nvPr/>
        </p:nvSpPr>
        <p:spPr>
          <a:xfrm>
            <a:off x="2193982" y="17336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70EE98-8554-EB2C-09A2-970A4DEF5A7E}"/>
              </a:ext>
            </a:extLst>
          </p:cNvPr>
          <p:cNvSpPr/>
          <p:nvPr/>
        </p:nvSpPr>
        <p:spPr>
          <a:xfrm>
            <a:off x="2274492" y="230724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0509907-C26A-CA91-B480-08B12CC23FDA}"/>
              </a:ext>
            </a:extLst>
          </p:cNvPr>
          <p:cNvSpPr/>
          <p:nvPr/>
        </p:nvSpPr>
        <p:spPr>
          <a:xfrm>
            <a:off x="2269092" y="266119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E75D774-3628-7216-E6FE-889278FDE6F0}"/>
              </a:ext>
            </a:extLst>
          </p:cNvPr>
          <p:cNvSpPr/>
          <p:nvPr/>
        </p:nvSpPr>
        <p:spPr>
          <a:xfrm>
            <a:off x="2281184" y="357558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A3EA824-A285-8A24-EE7C-322D7276D011}"/>
              </a:ext>
            </a:extLst>
          </p:cNvPr>
          <p:cNvSpPr/>
          <p:nvPr/>
        </p:nvSpPr>
        <p:spPr>
          <a:xfrm>
            <a:off x="3617729" y="42895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621316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07B58-DFA7-A636-AB15-E191810B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99EC39-3AF9-4E92-1840-DD38CD8B9D2D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6B5FE2D-D6C7-2249-CCD1-28E233A3BFD6}"/>
              </a:ext>
            </a:extLst>
          </p:cNvPr>
          <p:cNvGraphicFramePr/>
          <p:nvPr/>
        </p:nvGraphicFramePr>
        <p:xfrm>
          <a:off x="9655174" y="276226"/>
          <a:ext cx="2532687" cy="60275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상세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(Title)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 영역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은 사용자 분류에 따라서 상이하게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>
                          <a:latin typeface="나눔고딕" pitchFamily="2" charset="-127"/>
                          <a:ea typeface="나눔고딕" pitchFamily="2" charset="-127"/>
                        </a:rPr>
                        <a:t>협업공간의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현제 참여하고 있는 멤버 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숫자로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 선택 시 하단으로 멤버리스트 제공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다음페이지에 상세 정보 표기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버튼은 멤버관리 권한이 있는 사용자가 접근한 경우에만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개설자는 해당 권한을 자동보유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미보유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불가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운영자는 개설자가 권한을 부여한 경우에 가능하며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기타 사용자도 운영자가 권한을 부여한 경우에는 해당됨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멤버관리 팝업 페이지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메뉴영역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탭 선택 시 하단의 콘텐츠 영역 변경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협업공간에 등록된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 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확인한 항목과 확인하지 않은 항목 폰트로 구분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디자인파트에서 다른 구성안 있으면 적용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클릭 시 상세 내용 레이어 팝업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 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항목 추가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권한이 있는 경우에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권한에서 일정등록의 권한을 보유한 사용자에게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To-Do(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팝업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문서 작성 공동편집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일정보기 팝업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일정을 클릭시에 팝업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일정의 상세 정보 제공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버튼 선택 시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일정은 읽은 일정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(Bold 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Normal)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으로 변경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A745DEE-3A84-F3C0-9C9A-7B2C4A216AB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E07BFC-E6A6-6BB3-41B7-89E9F6E1D811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58A14-2EED-08BF-2306-F7FBB3FFBF28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BD815D-5D59-528F-01B1-150F5977B34F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C781D-5E03-6E55-F5AF-43DB724960E4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9C9404F-5671-16D7-E719-B5B5D87CD484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569448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92FF0AA-6F19-080D-7D0E-97330BF5DD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B6908D2-BAAE-D879-3AB3-4CB8BE696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CFA903D-67AD-A13B-8E8D-54CB735CE3CD}"/>
              </a:ext>
            </a:extLst>
          </p:cNvPr>
          <p:cNvSpPr txBox="1"/>
          <p:nvPr/>
        </p:nvSpPr>
        <p:spPr>
          <a:xfrm>
            <a:off x="7460722" y="1640327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5BA0CCF3-3DAA-2BED-DC44-2D584171201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019755"/>
          <a:ext cx="1922898" cy="348652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50FC3701-705B-8F07-0D12-3907A5F0EF96}"/>
              </a:ext>
            </a:extLst>
          </p:cNvPr>
          <p:cNvSpPr/>
          <p:nvPr/>
        </p:nvSpPr>
        <p:spPr>
          <a:xfrm>
            <a:off x="9142393" y="1685611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DFFB51F8-DFB8-8A76-1F4A-8F36BF07B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204644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F80DF955-4238-DC02-F86B-9361FF61AB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95645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41ADA14D-9206-B9B7-8307-9CFED1278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647114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4DCE27E9-4F27-4872-6FF9-B7BB95F88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302705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2F89008-0031-3B3C-0062-DCA01F9FF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017215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68ECE20-0D58-07E7-949A-02E0E68712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1972940"/>
            <a:ext cx="147614" cy="3486519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5320074-551F-23FF-51AB-295623A4E28E}"/>
              </a:ext>
            </a:extLst>
          </p:cNvPr>
          <p:cNvSpPr/>
          <p:nvPr/>
        </p:nvSpPr>
        <p:spPr>
          <a:xfrm>
            <a:off x="218763" y="2076576"/>
            <a:ext cx="6767840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공동편집 기능 확정 후 작성  확인 필요</a:t>
            </a:r>
          </a:p>
        </p:txBody>
      </p:sp>
      <p:sp>
        <p:nvSpPr>
          <p:cNvPr id="8" name="Input">
            <a:extLst>
              <a:ext uri="{FF2B5EF4-FFF2-40B4-BE49-F238E27FC236}">
                <a16:creationId xmlns:a16="http://schemas.microsoft.com/office/drawing/2014/main" id="{ED856513-F505-9BB0-0A48-9CF93A7EDE6C}"/>
              </a:ext>
            </a:extLst>
          </p:cNvPr>
          <p:cNvSpPr/>
          <p:nvPr/>
        </p:nvSpPr>
        <p:spPr>
          <a:xfrm>
            <a:off x="8733158" y="1207681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멤버관리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DDE4C-55B8-EE9B-2D7F-332F88FE2138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일정보기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Pop-Up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BA05806-0FA6-BF02-C323-EEEDD1904ABF}"/>
              </a:ext>
            </a:extLst>
          </p:cNvPr>
          <p:cNvSpPr/>
          <p:nvPr/>
        </p:nvSpPr>
        <p:spPr>
          <a:xfrm>
            <a:off x="-5889" y="80235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6A2B37E-13BB-EBED-E423-BE43D7797CA2}"/>
              </a:ext>
            </a:extLst>
          </p:cNvPr>
          <p:cNvSpPr/>
          <p:nvPr/>
        </p:nvSpPr>
        <p:spPr>
          <a:xfrm>
            <a:off x="9317678" y="76862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8670852-6D8D-887B-7A4D-54D1997B21CF}"/>
              </a:ext>
            </a:extLst>
          </p:cNvPr>
          <p:cNvSpPr/>
          <p:nvPr/>
        </p:nvSpPr>
        <p:spPr>
          <a:xfrm>
            <a:off x="14015" y="16023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DE52CCA-527E-8DD6-33E4-211D36393EAD}"/>
              </a:ext>
            </a:extLst>
          </p:cNvPr>
          <p:cNvSpPr/>
          <p:nvPr/>
        </p:nvSpPr>
        <p:spPr>
          <a:xfrm>
            <a:off x="7262232" y="166607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A680B24-A2AD-806B-7AA0-B6AA67D15820}"/>
              </a:ext>
            </a:extLst>
          </p:cNvPr>
          <p:cNvSpPr/>
          <p:nvPr/>
        </p:nvSpPr>
        <p:spPr>
          <a:xfrm>
            <a:off x="9367219" y="126200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EDC1BC4-82AC-AAC1-99A7-F92CF50DB496}"/>
              </a:ext>
            </a:extLst>
          </p:cNvPr>
          <p:cNvSpPr/>
          <p:nvPr/>
        </p:nvSpPr>
        <p:spPr>
          <a:xfrm>
            <a:off x="9345428" y="16347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63150FE-D7BD-63D4-B1E1-36161C40A3BA}"/>
              </a:ext>
            </a:extLst>
          </p:cNvPr>
          <p:cNvSpPr/>
          <p:nvPr/>
        </p:nvSpPr>
        <p:spPr>
          <a:xfrm>
            <a:off x="92762" y="20764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4F952A-34FE-1744-A184-A7C719772109}"/>
              </a:ext>
            </a:extLst>
          </p:cNvPr>
          <p:cNvSpPr/>
          <p:nvPr/>
        </p:nvSpPr>
        <p:spPr>
          <a:xfrm>
            <a:off x="3218071" y="1963267"/>
            <a:ext cx="4180313" cy="231126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A18BCA-5B74-C40E-F97F-A562754192B7}"/>
              </a:ext>
            </a:extLst>
          </p:cNvPr>
          <p:cNvSpPr txBox="1"/>
          <p:nvPr/>
        </p:nvSpPr>
        <p:spPr>
          <a:xfrm>
            <a:off x="3185781" y="2043486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일정 보기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5E1F13D8-6516-7851-E81A-EE90A6D2E690}"/>
              </a:ext>
            </a:extLst>
          </p:cNvPr>
          <p:cNvGraphicFramePr>
            <a:graphicFrameLocks noGrp="1"/>
          </p:cNvGraphicFramePr>
          <p:nvPr/>
        </p:nvGraphicFramePr>
        <p:xfrm>
          <a:off x="3330211" y="2431363"/>
          <a:ext cx="3973036" cy="1275664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6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17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제목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기능 확인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278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내용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기능 확인을 위하여 미팅을 진행합니다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경기도남부교육청 </a:t>
                      </a:r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대표강연자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선생님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322466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~ 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곱하기 기호 35">
            <a:extLst>
              <a:ext uri="{FF2B5EF4-FFF2-40B4-BE49-F238E27FC236}">
                <a16:creationId xmlns:a16="http://schemas.microsoft.com/office/drawing/2014/main" id="{DF7105B7-697F-A692-E54D-6AB882D55120}"/>
              </a:ext>
            </a:extLst>
          </p:cNvPr>
          <p:cNvSpPr/>
          <p:nvPr/>
        </p:nvSpPr>
        <p:spPr>
          <a:xfrm>
            <a:off x="7059816" y="2052387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B66EBDD3-606C-D74B-7B2C-3BE55615097A}"/>
              </a:ext>
            </a:extLst>
          </p:cNvPr>
          <p:cNvCxnSpPr>
            <a:cxnSpLocks/>
            <a:stCxn id="59" idx="1"/>
            <a:endCxn id="9" idx="0"/>
          </p:cNvCxnSpPr>
          <p:nvPr/>
        </p:nvCxnSpPr>
        <p:spPr>
          <a:xfrm rot="10800000">
            <a:off x="5308228" y="1963267"/>
            <a:ext cx="2206004" cy="394548"/>
          </a:xfrm>
          <a:prstGeom prst="bentConnector4">
            <a:avLst>
              <a:gd name="adj1" fmla="val 2626"/>
              <a:gd name="adj2" fmla="val 157940"/>
            </a:avLst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5FDB118-85ED-6D0F-BF8E-D0C488739989}"/>
              </a:ext>
            </a:extLst>
          </p:cNvPr>
          <p:cNvSpPr/>
          <p:nvPr/>
        </p:nvSpPr>
        <p:spPr>
          <a:xfrm>
            <a:off x="7514232" y="2043486"/>
            <a:ext cx="1703909" cy="628658"/>
          </a:xfrm>
          <a:prstGeom prst="rect">
            <a:avLst/>
          </a:prstGeom>
          <a:noFill/>
          <a:ln w="9525">
            <a:solidFill>
              <a:srgbClr val="EE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Input">
            <a:extLst>
              <a:ext uri="{FF2B5EF4-FFF2-40B4-BE49-F238E27FC236}">
                <a16:creationId xmlns:a16="http://schemas.microsoft.com/office/drawing/2014/main" id="{B6A4CBDC-4C13-BF11-C4F6-4BCDE1EF6B3F}"/>
              </a:ext>
            </a:extLst>
          </p:cNvPr>
          <p:cNvSpPr/>
          <p:nvPr/>
        </p:nvSpPr>
        <p:spPr>
          <a:xfrm>
            <a:off x="4981929" y="389015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확인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514E9265-9686-7117-CB3B-10C7D0511C8D}"/>
              </a:ext>
            </a:extLst>
          </p:cNvPr>
          <p:cNvSpPr/>
          <p:nvPr/>
        </p:nvSpPr>
        <p:spPr>
          <a:xfrm>
            <a:off x="3144858" y="18499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2DC68-B036-8FC6-64F3-F4EEBC79DB3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일정보기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(To-Do list)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83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0687-1970-EAC4-B51E-52FA9245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9097428-8215-6E9A-FDE3-D75B2B5D2EB7}"/>
              </a:ext>
            </a:extLst>
          </p:cNvPr>
          <p:cNvGraphicFramePr/>
          <p:nvPr/>
        </p:nvGraphicFramePr>
        <p:xfrm>
          <a:off x="9655174" y="276226"/>
          <a:ext cx="2532687" cy="41709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요청 페이지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협업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등록을 요청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요청 정보 입력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협업명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협업소개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협업주제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키워드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사용자 이름 자동입력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협업명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이름 입력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20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중복체크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동일한 협업명이 있는지 확인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동일한 협업명이 있는 경우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동일한 협업명이 있습니다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협업소개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소개 입력 창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50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등록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미등록 시 디폴트 이미지 사용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찾아보기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가능하고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권장 사이즈 안내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사이즈가 일치하지 않는 파일 등록 시 사용자 화면에서 자동으로 맞춤 처리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협업등록요청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정보로 신규 협업의 등록 요청을 진행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협업소개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 요청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“,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소개 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중복체크 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중복을 확인하여 주십시요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62B903-D79D-E841-6DC5-472FF812B41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23A54B-3AEF-D72F-4793-E099E464D2D5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 요청</a:t>
            </a: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377C9D5E-0AFF-8078-5A68-CF04C8E75B4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28650-1B8F-E1B0-52E7-2B3F895F2C3E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협업공간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1F785B-DE0F-108F-54B6-971A32CDF1D8}"/>
              </a:ext>
            </a:extLst>
          </p:cNvPr>
          <p:cNvSpPr/>
          <p:nvPr/>
        </p:nvSpPr>
        <p:spPr>
          <a:xfrm>
            <a:off x="105143" y="1095436"/>
            <a:ext cx="9421888" cy="3005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3BF771-3E50-F9F2-E876-93C5DBE087EC}"/>
              </a:ext>
            </a:extLst>
          </p:cNvPr>
          <p:cNvSpPr txBox="1"/>
          <p:nvPr/>
        </p:nvSpPr>
        <p:spPr>
          <a:xfrm>
            <a:off x="166342" y="1093833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등록 요청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B56F4F6-C164-C6C7-37BF-1AF1AB4FCE2A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680802"/>
          <a:ext cx="9421887" cy="297047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협업명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협업소개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썸네일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이미지 파일만 등록가능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000*000)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5887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키워드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00974"/>
                  </a:ext>
                </a:extLst>
              </a:tr>
            </a:tbl>
          </a:graphicData>
        </a:graphic>
      </p:graphicFrame>
      <p:sp>
        <p:nvSpPr>
          <p:cNvPr id="15" name="Input">
            <a:extLst>
              <a:ext uri="{FF2B5EF4-FFF2-40B4-BE49-F238E27FC236}">
                <a16:creationId xmlns:a16="http://schemas.microsoft.com/office/drawing/2014/main" id="{86AA3A05-B81E-BC03-B119-8EB4BF8BD032}"/>
              </a:ext>
            </a:extLst>
          </p:cNvPr>
          <p:cNvSpPr/>
          <p:nvPr/>
        </p:nvSpPr>
        <p:spPr>
          <a:xfrm>
            <a:off x="1261671" y="2073768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협업명을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" name="Input">
            <a:extLst>
              <a:ext uri="{FF2B5EF4-FFF2-40B4-BE49-F238E27FC236}">
                <a16:creationId xmlns:a16="http://schemas.microsoft.com/office/drawing/2014/main" id="{A54172B5-8CDD-F21D-1353-536EA1FCE975}"/>
              </a:ext>
            </a:extLst>
          </p:cNvPr>
          <p:cNvSpPr/>
          <p:nvPr/>
        </p:nvSpPr>
        <p:spPr>
          <a:xfrm>
            <a:off x="1261671" y="238257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소개 내용을 입력해주세요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7070F6EC-A965-C8FA-E6EC-6D1E82395F9B}"/>
              </a:ext>
            </a:extLst>
          </p:cNvPr>
          <p:cNvSpPr/>
          <p:nvPr/>
        </p:nvSpPr>
        <p:spPr>
          <a:xfrm>
            <a:off x="1261671" y="4042411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협업주제를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7000F70C-B3FE-3E7E-7BB1-52CB41247ACA}"/>
              </a:ext>
            </a:extLst>
          </p:cNvPr>
          <p:cNvSpPr/>
          <p:nvPr/>
        </p:nvSpPr>
        <p:spPr>
          <a:xfrm>
            <a:off x="1261671" y="4363109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관련된 키워드를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형식으로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Input">
            <a:extLst>
              <a:ext uri="{FF2B5EF4-FFF2-40B4-BE49-F238E27FC236}">
                <a16:creationId xmlns:a16="http://schemas.microsoft.com/office/drawing/2014/main" id="{1665D8E3-7B31-B07B-DD5A-2520306E9857}"/>
              </a:ext>
            </a:extLst>
          </p:cNvPr>
          <p:cNvSpPr/>
          <p:nvPr/>
        </p:nvSpPr>
        <p:spPr>
          <a:xfrm>
            <a:off x="8062595" y="4732413"/>
            <a:ext cx="891238" cy="265904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협업등록요청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B800CB9-2020-11DF-DB3D-223245B8F838}"/>
              </a:ext>
            </a:extLst>
          </p:cNvPr>
          <p:cNvSpPr/>
          <p:nvPr/>
        </p:nvSpPr>
        <p:spPr>
          <a:xfrm>
            <a:off x="-6733" y="10791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29588BA-CA40-3507-6F60-3C5D16929343}"/>
              </a:ext>
            </a:extLst>
          </p:cNvPr>
          <p:cNvSpPr/>
          <p:nvPr/>
        </p:nvSpPr>
        <p:spPr>
          <a:xfrm>
            <a:off x="-6733" y="16059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096" name="타원 4095">
            <a:extLst>
              <a:ext uri="{FF2B5EF4-FFF2-40B4-BE49-F238E27FC236}">
                <a16:creationId xmlns:a16="http://schemas.microsoft.com/office/drawing/2014/main" id="{A2E65576-4643-7B44-9485-507925127D9B}"/>
              </a:ext>
            </a:extLst>
          </p:cNvPr>
          <p:cNvSpPr/>
          <p:nvPr/>
        </p:nvSpPr>
        <p:spPr>
          <a:xfrm>
            <a:off x="7810595" y="47417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97" name="Input">
            <a:extLst>
              <a:ext uri="{FF2B5EF4-FFF2-40B4-BE49-F238E27FC236}">
                <a16:creationId xmlns:a16="http://schemas.microsoft.com/office/drawing/2014/main" id="{9CCF71F5-79AE-59B2-3903-77764880D644}"/>
              </a:ext>
            </a:extLst>
          </p:cNvPr>
          <p:cNvSpPr/>
          <p:nvPr/>
        </p:nvSpPr>
        <p:spPr>
          <a:xfrm>
            <a:off x="1261671" y="3441045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8" name="Input">
            <a:extLst>
              <a:ext uri="{FF2B5EF4-FFF2-40B4-BE49-F238E27FC236}">
                <a16:creationId xmlns:a16="http://schemas.microsoft.com/office/drawing/2014/main" id="{3E838329-780B-160D-D70D-CA9E5312D50E}"/>
              </a:ext>
            </a:extLst>
          </p:cNvPr>
          <p:cNvSpPr/>
          <p:nvPr/>
        </p:nvSpPr>
        <p:spPr>
          <a:xfrm>
            <a:off x="8030125" y="3434544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9" name="타원 4098">
            <a:extLst>
              <a:ext uri="{FF2B5EF4-FFF2-40B4-BE49-F238E27FC236}">
                <a16:creationId xmlns:a16="http://schemas.microsoft.com/office/drawing/2014/main" id="{B19C62A4-EEB6-BF51-C7E3-0A715E4EC8D7}"/>
              </a:ext>
            </a:extLst>
          </p:cNvPr>
          <p:cNvSpPr/>
          <p:nvPr/>
        </p:nvSpPr>
        <p:spPr>
          <a:xfrm>
            <a:off x="-12654" y="3438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B94CB-81A5-13B1-8CA6-FE9CC6609918}"/>
              </a:ext>
            </a:extLst>
          </p:cNvPr>
          <p:cNvSpPr txBox="1"/>
          <p:nvPr/>
        </p:nvSpPr>
        <p:spPr>
          <a:xfrm>
            <a:off x="10414417" y="13889"/>
            <a:ext cx="17775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V-HLC-01-015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25021B1A-B809-099F-0312-975E3C1D9C77}"/>
              </a:ext>
            </a:extLst>
          </p:cNvPr>
          <p:cNvSpPr/>
          <p:nvPr/>
        </p:nvSpPr>
        <p:spPr>
          <a:xfrm>
            <a:off x="8030125" y="206960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중복체크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6323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97B0-75D9-95F1-9F98-76969226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581F93E-0D05-63E9-67AC-0F07CF79C630}"/>
              </a:ext>
            </a:extLst>
          </p:cNvPr>
          <p:cNvGraphicFramePr/>
          <p:nvPr/>
        </p:nvGraphicFramePr>
        <p:xfrm>
          <a:off x="9655174" y="276226"/>
          <a:ext cx="2532687" cy="49634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팝업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권한을 보유한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협업공간에서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 선택 시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팝업에서 멤버등록 요청에 대한 처리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관리 메뉴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해당 서비스 내용으로 하단 페이지 내용 변경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미만 입력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이상입니다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후 검색 진행 시 전체 리스트 제공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사용자 리스트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참여신청을 진행한 사용자의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1page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개의 행으로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승인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참여승인을 요청한 사용자 리스트에서 참여 승인여부를 결정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이전에는 승인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버튼 제공하며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텍스트로 결과만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사용자를 협업공간의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멤버로 승인하고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승인된 사용자는 멤버 역할관리에 추가되고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역활관리에서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역할을 지정할 수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사용자의 멤버 요청을 거절하고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사용자에게는 거절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시에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후 확인 선택 시 승인 또는 거절 처리 완료 안내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26E23FF-99EF-C93B-7DAE-4FB5CDA374E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357B61-CB02-2AC1-F4AC-F212CD159EF8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멤버등록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FA4294-90A9-26DC-925F-68BBBDD316C8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CB7F688-3BAE-4D8D-25FE-463C86A69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40C882-BA05-2F95-E859-BAA329A81D96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0E8E14B-D8BA-262D-8847-937E833A2256}"/>
              </a:ext>
            </a:extLst>
          </p:cNvPr>
          <p:cNvSpPr/>
          <p:nvPr/>
        </p:nvSpPr>
        <p:spPr>
          <a:xfrm>
            <a:off x="637891" y="8110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EAEC616-B077-BA2F-1015-E13BFC421D00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EB55DC0E-B1EA-D660-83DD-2CBDE571D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84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AB897EE-39CE-D725-3849-6DB10B6410C7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373D6C9E-68B1-2633-A83B-9EE464355121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302251-7995-C8BC-10B7-F6A6A7DDCE8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63F3CED9-8B0A-4DDB-427A-199D0F3E4A4D}"/>
              </a:ext>
            </a:extLst>
          </p:cNvPr>
          <p:cNvSpPr/>
          <p:nvPr/>
        </p:nvSpPr>
        <p:spPr>
          <a:xfrm>
            <a:off x="3272407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5A00E12D-DF70-741D-ED06-DB7AF937E837}"/>
              </a:ext>
            </a:extLst>
          </p:cNvPr>
          <p:cNvSpPr/>
          <p:nvPr/>
        </p:nvSpPr>
        <p:spPr>
          <a:xfrm>
            <a:off x="1863011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32F75CB-B7CE-A8A4-264C-25C8BD6BFE88}"/>
              </a:ext>
            </a:extLst>
          </p:cNvPr>
          <p:cNvGrpSpPr/>
          <p:nvPr/>
        </p:nvGrpSpPr>
        <p:grpSpPr>
          <a:xfrm>
            <a:off x="876862" y="1704432"/>
            <a:ext cx="913792" cy="224895"/>
            <a:chOff x="2462166" y="2226969"/>
            <a:chExt cx="913792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16FD0BF5-3796-1B4F-F7EE-05AB5CAEB821}"/>
                </a:ext>
              </a:extLst>
            </p:cNvPr>
            <p:cNvSpPr/>
            <p:nvPr/>
          </p:nvSpPr>
          <p:spPr>
            <a:xfrm>
              <a:off x="2462166" y="2226969"/>
              <a:ext cx="913792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92266042-A9B2-7CB8-FC3A-70B224191D0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229093" y="2300508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6129855-348D-BC53-8271-81E7A8B3CB45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60180"/>
          <a:ext cx="7880358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6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867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2194863">
                  <a:extLst>
                    <a:ext uri="{9D8B030D-6E8A-4147-A177-3AD203B41FA5}">
                      <a16:colId xmlns:a16="http://schemas.microsoft.com/office/drawing/2014/main" val="2424607265"/>
                    </a:ext>
                  </a:extLst>
                </a:gridCol>
                <a:gridCol w="1999752">
                  <a:extLst>
                    <a:ext uri="{9D8B030D-6E8A-4147-A177-3AD203B41FA5}">
                      <a16:colId xmlns:a16="http://schemas.microsoft.com/office/drawing/2014/main" val="3060175240"/>
                    </a:ext>
                  </a:extLst>
                </a:gridCol>
                <a:gridCol w="1260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등록신청일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참여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HH:MM:SS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0" name="Pagination">
            <a:extLst>
              <a:ext uri="{FF2B5EF4-FFF2-40B4-BE49-F238E27FC236}">
                <a16:creationId xmlns:a16="http://schemas.microsoft.com/office/drawing/2014/main" id="{A4760D3E-9799-F147-58BA-FF3A99959F63}"/>
              </a:ext>
            </a:extLst>
          </p:cNvPr>
          <p:cNvGrpSpPr/>
          <p:nvPr/>
        </p:nvGrpSpPr>
        <p:grpSpPr>
          <a:xfrm>
            <a:off x="2865225" y="582525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1" name="Previous">
              <a:extLst>
                <a:ext uri="{FF2B5EF4-FFF2-40B4-BE49-F238E27FC236}">
                  <a16:creationId xmlns:a16="http://schemas.microsoft.com/office/drawing/2014/main" id="{0EE7ACC4-C6E4-D08D-A89E-BB7B0368C16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2" name="Page 1">
              <a:extLst>
                <a:ext uri="{FF2B5EF4-FFF2-40B4-BE49-F238E27FC236}">
                  <a16:creationId xmlns:a16="http://schemas.microsoft.com/office/drawing/2014/main" id="{52AF45C1-6005-0A38-9D98-076220A4DF3D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" name="Page 2">
              <a:extLst>
                <a:ext uri="{FF2B5EF4-FFF2-40B4-BE49-F238E27FC236}">
                  <a16:creationId xmlns:a16="http://schemas.microsoft.com/office/drawing/2014/main" id="{583C931E-7A7D-AE25-782A-2B40790F143A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4" name="Page 3">
              <a:extLst>
                <a:ext uri="{FF2B5EF4-FFF2-40B4-BE49-F238E27FC236}">
                  <a16:creationId xmlns:a16="http://schemas.microsoft.com/office/drawing/2014/main" id="{BCC6BA15-C1B6-AD64-1B01-CD952C7B1200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5" name="Page 4">
              <a:extLst>
                <a:ext uri="{FF2B5EF4-FFF2-40B4-BE49-F238E27FC236}">
                  <a16:creationId xmlns:a16="http://schemas.microsoft.com/office/drawing/2014/main" id="{07C7AAA0-3199-A949-FB02-B2AAA5FA00F4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61375FA6-3BF1-C076-6E16-5D571AD0EFD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" name="Next">
              <a:extLst>
                <a:ext uri="{FF2B5EF4-FFF2-40B4-BE49-F238E27FC236}">
                  <a16:creationId xmlns:a16="http://schemas.microsoft.com/office/drawing/2014/main" id="{E2098CB0-379C-AE68-BD12-C47E812E2FE5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9" name="Page 1">
              <a:extLst>
                <a:ext uri="{FF2B5EF4-FFF2-40B4-BE49-F238E27FC236}">
                  <a16:creationId xmlns:a16="http://schemas.microsoft.com/office/drawing/2014/main" id="{5BF5F714-D801-F9FD-5624-2CE7B64681B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0" name="Page 2">
              <a:extLst>
                <a:ext uri="{FF2B5EF4-FFF2-40B4-BE49-F238E27FC236}">
                  <a16:creationId xmlns:a16="http://schemas.microsoft.com/office/drawing/2014/main" id="{AC65D1DD-EE9E-EA79-4623-32C4AD93F20A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1" name="Page 3">
              <a:extLst>
                <a:ext uri="{FF2B5EF4-FFF2-40B4-BE49-F238E27FC236}">
                  <a16:creationId xmlns:a16="http://schemas.microsoft.com/office/drawing/2014/main" id="{AA58CF1B-05D3-7354-CC01-5B8B9040A4F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2" name="Page 4">
              <a:extLst>
                <a:ext uri="{FF2B5EF4-FFF2-40B4-BE49-F238E27FC236}">
                  <a16:creationId xmlns:a16="http://schemas.microsoft.com/office/drawing/2014/main" id="{8C112AEC-C12A-7D41-EE4D-F525A776B95E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3" name="Page 5">
              <a:extLst>
                <a:ext uri="{FF2B5EF4-FFF2-40B4-BE49-F238E27FC236}">
                  <a16:creationId xmlns:a16="http://schemas.microsoft.com/office/drawing/2014/main" id="{5C47A46C-7E6D-2790-F206-4D5C412BD89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E794AFEA-2DF2-A569-F725-CABF266B8199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9CA39ADD-D734-F74B-0A23-E6490AE4390D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896D547-F520-9E1B-3041-CE19B2002928}"/>
              </a:ext>
            </a:extLst>
          </p:cNvPr>
          <p:cNvSpPr/>
          <p:nvPr/>
        </p:nvSpPr>
        <p:spPr>
          <a:xfrm>
            <a:off x="7536373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E596CC8-E869-AEAA-016E-6FBDA1C96F84}"/>
              </a:ext>
            </a:extLst>
          </p:cNvPr>
          <p:cNvSpPr/>
          <p:nvPr/>
        </p:nvSpPr>
        <p:spPr>
          <a:xfrm>
            <a:off x="8058701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188AF34-9499-4418-EA1B-0E991880E9F7}"/>
              </a:ext>
            </a:extLst>
          </p:cNvPr>
          <p:cNvSpPr/>
          <p:nvPr/>
        </p:nvSpPr>
        <p:spPr>
          <a:xfrm>
            <a:off x="7536373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DD7D680-93B0-367F-7E8A-B05A4FB3551E}"/>
              </a:ext>
            </a:extLst>
          </p:cNvPr>
          <p:cNvSpPr/>
          <p:nvPr/>
        </p:nvSpPr>
        <p:spPr>
          <a:xfrm>
            <a:off x="8058701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C7F1F71-EAE2-42C3-D66A-AE394C320906}"/>
              </a:ext>
            </a:extLst>
          </p:cNvPr>
          <p:cNvSpPr/>
          <p:nvPr/>
        </p:nvSpPr>
        <p:spPr>
          <a:xfrm>
            <a:off x="7536373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CF8BBEF-BB57-4260-4639-E112D0773C5E}"/>
              </a:ext>
            </a:extLst>
          </p:cNvPr>
          <p:cNvSpPr/>
          <p:nvPr/>
        </p:nvSpPr>
        <p:spPr>
          <a:xfrm>
            <a:off x="8058701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58D58957-6989-8EF9-AF8E-A83A94AE7D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62" y="4021081"/>
            <a:ext cx="7711706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8" name="타원 57">
            <a:extLst>
              <a:ext uri="{FF2B5EF4-FFF2-40B4-BE49-F238E27FC236}">
                <a16:creationId xmlns:a16="http://schemas.microsoft.com/office/drawing/2014/main" id="{1083F690-F4B9-7996-1FF5-56B5CC64934C}"/>
              </a:ext>
            </a:extLst>
          </p:cNvPr>
          <p:cNvSpPr/>
          <p:nvPr/>
        </p:nvSpPr>
        <p:spPr>
          <a:xfrm>
            <a:off x="576660" y="6738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94357A16-E624-0C8D-B3F0-61F153B76226}"/>
              </a:ext>
            </a:extLst>
          </p:cNvPr>
          <p:cNvSpPr/>
          <p:nvPr/>
        </p:nvSpPr>
        <p:spPr>
          <a:xfrm>
            <a:off x="673524" y="11017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9A4C9ADD-1E15-5EFA-31BC-4D88E161F7FD}"/>
              </a:ext>
            </a:extLst>
          </p:cNvPr>
          <p:cNvSpPr/>
          <p:nvPr/>
        </p:nvSpPr>
        <p:spPr>
          <a:xfrm>
            <a:off x="680440" y="15714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573916C-001D-C6DC-1B83-439B0EF16EBF}"/>
              </a:ext>
            </a:extLst>
          </p:cNvPr>
          <p:cNvSpPr/>
          <p:nvPr/>
        </p:nvSpPr>
        <p:spPr>
          <a:xfrm>
            <a:off x="702660" y="22398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1BA4311-0888-FFF1-04F4-E5186226DEFC}"/>
              </a:ext>
            </a:extLst>
          </p:cNvPr>
          <p:cNvSpPr/>
          <p:nvPr/>
        </p:nvSpPr>
        <p:spPr>
          <a:xfrm>
            <a:off x="8336568" y="225666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FB05399-A89C-EBB1-1A2F-66DAF2D94E27}"/>
              </a:ext>
            </a:extLst>
          </p:cNvPr>
          <p:cNvGrpSpPr/>
          <p:nvPr/>
        </p:nvGrpSpPr>
        <p:grpSpPr>
          <a:xfrm>
            <a:off x="9770047" y="5739791"/>
            <a:ext cx="2370115" cy="873271"/>
            <a:chOff x="9604513" y="5032943"/>
            <a:chExt cx="2550654" cy="873271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526C9FA-19DC-29B6-5FAF-CEA0D29C21FE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FD5ABE6-2591-0240-2DA3-DCA09E392339}"/>
                </a:ext>
              </a:extLst>
            </p:cNvPr>
            <p:cNvSpPr txBox="1"/>
            <p:nvPr/>
          </p:nvSpPr>
          <p:spPr>
            <a:xfrm>
              <a:off x="9708959" y="5151690"/>
              <a:ext cx="238777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승인요청자</a:t>
              </a:r>
              <a:r>
                <a:rPr lang="en-US" altLang="ko-KR" sz="800" dirty="0"/>
                <a:t>$</a:t>
              </a:r>
              <a:r>
                <a:rPr lang="ko-KR" altLang="en-US" sz="800" dirty="0"/>
                <a:t>의 참여요청이 승인</a:t>
              </a:r>
              <a:r>
                <a:rPr lang="en-US" altLang="ko-KR" sz="800" dirty="0"/>
                <a:t>(OR </a:t>
              </a:r>
              <a:r>
                <a:rPr lang="ko-KR" altLang="en-US" sz="800" dirty="0"/>
                <a:t>거절</a:t>
              </a:r>
              <a:r>
                <a:rPr lang="en-US" altLang="ko-KR" sz="800" dirty="0"/>
                <a:t>)</a:t>
              </a:r>
              <a:r>
                <a:rPr lang="ko-KR" altLang="en-US" sz="800" dirty="0"/>
                <a:t>되었습니다</a:t>
              </a:r>
              <a:r>
                <a:rPr lang="en-US" altLang="ko-KR" sz="800" dirty="0"/>
                <a:t>.</a:t>
              </a:r>
            </a:p>
          </p:txBody>
        </p:sp>
        <p:sp>
          <p:nvSpPr>
            <p:cNvPr id="66" name="Input">
              <a:extLst>
                <a:ext uri="{FF2B5EF4-FFF2-40B4-BE49-F238E27FC236}">
                  <a16:creationId xmlns:a16="http://schemas.microsoft.com/office/drawing/2014/main" id="{48963FD0-27F4-037E-1C31-B94FA379602A}"/>
                </a:ext>
              </a:extLst>
            </p:cNvPr>
            <p:cNvSpPr/>
            <p:nvPr/>
          </p:nvSpPr>
          <p:spPr>
            <a:xfrm>
              <a:off x="10514079" y="5630417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7" name="타원 66">
            <a:extLst>
              <a:ext uri="{FF2B5EF4-FFF2-40B4-BE49-F238E27FC236}">
                <a16:creationId xmlns:a16="http://schemas.microsoft.com/office/drawing/2014/main" id="{FEF2F1A2-C752-858B-56BD-70DFC7DCABE2}"/>
              </a:ext>
            </a:extLst>
          </p:cNvPr>
          <p:cNvSpPr/>
          <p:nvPr/>
        </p:nvSpPr>
        <p:spPr>
          <a:xfrm>
            <a:off x="9601111" y="569963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A3DA659C-3B19-C5BD-AEF4-8693AD8270A0}"/>
              </a:ext>
            </a:extLst>
          </p:cNvPr>
          <p:cNvCxnSpPr>
            <a:cxnSpLocks/>
            <a:stCxn id="46" idx="2"/>
            <a:endCxn id="64" idx="0"/>
          </p:cNvCxnSpPr>
          <p:nvPr/>
        </p:nvCxnSpPr>
        <p:spPr>
          <a:xfrm rot="16200000" flipH="1">
            <a:off x="8387645" y="3172331"/>
            <a:ext cx="1925796" cy="3209124"/>
          </a:xfrm>
          <a:prstGeom prst="bentConnector3">
            <a:avLst>
              <a:gd name="adj1" fmla="val 88398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9C367892-1E60-9D76-8F2E-83A656C96D40}"/>
              </a:ext>
            </a:extLst>
          </p:cNvPr>
          <p:cNvCxnSpPr>
            <a:cxnSpLocks/>
            <a:stCxn id="47" idx="2"/>
            <a:endCxn id="64" idx="0"/>
          </p:cNvCxnSpPr>
          <p:nvPr/>
        </p:nvCxnSpPr>
        <p:spPr>
          <a:xfrm rot="16200000" flipH="1">
            <a:off x="8648809" y="3433495"/>
            <a:ext cx="1925796" cy="2686796"/>
          </a:xfrm>
          <a:prstGeom prst="bentConnector3">
            <a:avLst>
              <a:gd name="adj1" fmla="val 87573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DC88645-8DF0-D728-42F6-8B4543E51906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V-HLC-01-016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9299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25247-5DF4-37B4-B810-30B28C8B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6A5AFE1-9BAC-9977-E285-F431EB99CA0C}"/>
              </a:ext>
            </a:extLst>
          </p:cNvPr>
          <p:cNvGraphicFramePr/>
          <p:nvPr/>
        </p:nvGraphicFramePr>
        <p:xfrm>
          <a:off x="9655174" y="276226"/>
          <a:ext cx="2532687" cy="4991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멤버초대 메뉴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입력값없이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검색 진행 시 전체 대상 리스트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미만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확인 필요 사항 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검색 대상 범위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보기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하단 테이블 영역 초대내역 테이블로 변경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다음페이지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상단 검색 영역에서 검색 진행 시 검색 결과에 해당하는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이름으로 검색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구성학목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학교정보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역할선택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 중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역할로 초대 진행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초대를 수락하여 멤버가 된 후 역할 변경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권한보유지가 역할변경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교원을 협업공간으로 초대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선택한 역할로 초대를 진행하고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수락하면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진행한 역할로 멤버 자동 등록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진행된 정보는 초대내역보기에서 확인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발송완료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완료되면 해당 사용자는 발송완료로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상태값으로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표기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B47AB7B-8404-7B86-D018-B692792D482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42CBAB-01A7-152B-E262-B6CA296FFB8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E5EE87-6FAD-6EE0-E386-3F94865A58E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5815B48-6ADD-EAB4-3C56-51DD2757C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A82EA3-80AD-2231-BB8E-09BF5C08BE1B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85B733-9D90-0ECE-D2D3-3C1F389B01BE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6587C4E8-07D7-31AE-F4AF-3BE68FF6D72E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25CE5E03-F4FE-CD99-D367-9F26DD2392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8866B87-6289-32B3-331F-FDACACF9B9B1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8FFFF17C-93A9-2D0F-5A70-88B1A78F02C6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982EE8-3815-37EA-F521-D04C07EC7B5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15AA2D8F-9262-BC93-83B9-E28E96B1F57D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88C74102-3C03-B8B2-1A47-3C0F3CBEC867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FD5B296-0456-443E-740D-18D041CE85EC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E6FCEF2B-5439-78C7-EDB3-C2556454CBE9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8398DE97-7011-9A39-EE3E-EC7D277AD50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4355BEA-FF01-E9DF-262D-470A65372CE7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462329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B7DBB317-A202-7BE3-055D-9C183279823C}"/>
              </a:ext>
            </a:extLst>
          </p:cNvPr>
          <p:cNvGrpSpPr/>
          <p:nvPr/>
        </p:nvGrpSpPr>
        <p:grpSpPr>
          <a:xfrm>
            <a:off x="5109249" y="2985626"/>
            <a:ext cx="1375699" cy="224895"/>
            <a:chOff x="4186900" y="2675526"/>
            <a:chExt cx="1375699" cy="224895"/>
          </a:xfrm>
        </p:grpSpPr>
        <p:sp>
          <p:nvSpPr>
            <p:cNvPr id="14" name="Input">
              <a:extLst>
                <a:ext uri="{FF2B5EF4-FFF2-40B4-BE49-F238E27FC236}">
                  <a16:creationId xmlns:a16="http://schemas.microsoft.com/office/drawing/2014/main" id="{0539A826-2F30-0976-591A-C3AA2116F5EB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C73E7932-4402-9E5F-39C1-95740E8AD4B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061D8CB-45A5-4247-2B0C-6112FFF9A856}"/>
              </a:ext>
            </a:extLst>
          </p:cNvPr>
          <p:cNvGrpSpPr/>
          <p:nvPr/>
        </p:nvGrpSpPr>
        <p:grpSpPr>
          <a:xfrm>
            <a:off x="5109249" y="3447566"/>
            <a:ext cx="1375699" cy="224895"/>
            <a:chOff x="4186900" y="2675526"/>
            <a:chExt cx="1375699" cy="224895"/>
          </a:xfrm>
        </p:grpSpPr>
        <p:sp>
          <p:nvSpPr>
            <p:cNvPr id="32" name="Input">
              <a:extLst>
                <a:ext uri="{FF2B5EF4-FFF2-40B4-BE49-F238E27FC236}">
                  <a16:creationId xmlns:a16="http://schemas.microsoft.com/office/drawing/2014/main" id="{9213029A-F808-7CFC-4B8E-821F235550B6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3" name="Chevron Right">
              <a:extLst>
                <a:ext uri="{FF2B5EF4-FFF2-40B4-BE49-F238E27FC236}">
                  <a16:creationId xmlns:a16="http://schemas.microsoft.com/office/drawing/2014/main" id="{BDA3AA61-8227-C397-B948-87F915B769F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D0093DB-31C4-2BC1-34A3-82F38A0EAE4D}"/>
              </a:ext>
            </a:extLst>
          </p:cNvPr>
          <p:cNvGrpSpPr/>
          <p:nvPr/>
        </p:nvGrpSpPr>
        <p:grpSpPr>
          <a:xfrm>
            <a:off x="5109249" y="3915613"/>
            <a:ext cx="1375699" cy="224895"/>
            <a:chOff x="4186900" y="2675526"/>
            <a:chExt cx="1375699" cy="224895"/>
          </a:xfrm>
        </p:grpSpPr>
        <p:sp>
          <p:nvSpPr>
            <p:cNvPr id="35" name="Input">
              <a:extLst>
                <a:ext uri="{FF2B5EF4-FFF2-40B4-BE49-F238E27FC236}">
                  <a16:creationId xmlns:a16="http://schemas.microsoft.com/office/drawing/2014/main" id="{99A3FA13-331F-D5E3-A905-B21078847C01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vron Right">
              <a:extLst>
                <a:ext uri="{FF2B5EF4-FFF2-40B4-BE49-F238E27FC236}">
                  <a16:creationId xmlns:a16="http://schemas.microsoft.com/office/drawing/2014/main" id="{B190F06B-173C-3BFA-B264-3FFC5BFF232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072A26B-B446-0D26-EACC-A859539C2B95}"/>
              </a:ext>
            </a:extLst>
          </p:cNvPr>
          <p:cNvGrpSpPr/>
          <p:nvPr/>
        </p:nvGrpSpPr>
        <p:grpSpPr>
          <a:xfrm>
            <a:off x="5109249" y="4346706"/>
            <a:ext cx="1375699" cy="224895"/>
            <a:chOff x="4186900" y="2675526"/>
            <a:chExt cx="1375699" cy="224895"/>
          </a:xfrm>
        </p:grpSpPr>
        <p:sp>
          <p:nvSpPr>
            <p:cNvPr id="38" name="Input">
              <a:extLst>
                <a:ext uri="{FF2B5EF4-FFF2-40B4-BE49-F238E27FC236}">
                  <a16:creationId xmlns:a16="http://schemas.microsoft.com/office/drawing/2014/main" id="{8B3C7B96-418F-2C4B-DB3C-85A4D9E044F7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협업참여자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Chevron Right">
              <a:extLst>
                <a:ext uri="{FF2B5EF4-FFF2-40B4-BE49-F238E27FC236}">
                  <a16:creationId xmlns:a16="http://schemas.microsoft.com/office/drawing/2014/main" id="{8053C314-0670-1438-08FD-995932DC505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FE42332-0CE2-F4D6-9FFB-5CECBE48C545}"/>
              </a:ext>
            </a:extLst>
          </p:cNvPr>
          <p:cNvGrpSpPr/>
          <p:nvPr/>
        </p:nvGrpSpPr>
        <p:grpSpPr>
          <a:xfrm>
            <a:off x="5109249" y="4753813"/>
            <a:ext cx="1375699" cy="224895"/>
            <a:chOff x="4186900" y="2675526"/>
            <a:chExt cx="1375699" cy="224895"/>
          </a:xfrm>
        </p:grpSpPr>
        <p:sp>
          <p:nvSpPr>
            <p:cNvPr id="45" name="Input">
              <a:extLst>
                <a:ext uri="{FF2B5EF4-FFF2-40B4-BE49-F238E27FC236}">
                  <a16:creationId xmlns:a16="http://schemas.microsoft.com/office/drawing/2014/main" id="{C9C37337-9101-4478-B877-F97BE62277A8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6" name="Chevron Right">
              <a:extLst>
                <a:ext uri="{FF2B5EF4-FFF2-40B4-BE49-F238E27FC236}">
                  <a16:creationId xmlns:a16="http://schemas.microsoft.com/office/drawing/2014/main" id="{9E312AAC-06CA-D502-518D-13F09A84FA6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74DC0DE-497A-3749-F5DC-236E2637E4D5}"/>
              </a:ext>
            </a:extLst>
          </p:cNvPr>
          <p:cNvGrpSpPr/>
          <p:nvPr/>
        </p:nvGrpSpPr>
        <p:grpSpPr>
          <a:xfrm>
            <a:off x="5109249" y="5195129"/>
            <a:ext cx="1375699" cy="224895"/>
            <a:chOff x="4186900" y="2675526"/>
            <a:chExt cx="1375699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4A39E4D2-F04F-A9C3-DBFF-055E69E3BDB9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협업사용자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A8C1B54B-38DC-5628-BD91-DECF28ADC7B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7AE2872-EE08-50EB-244D-E723E4DFE9AD}"/>
              </a:ext>
            </a:extLst>
          </p:cNvPr>
          <p:cNvGrpSpPr/>
          <p:nvPr/>
        </p:nvGrpSpPr>
        <p:grpSpPr>
          <a:xfrm>
            <a:off x="5109249" y="5626581"/>
            <a:ext cx="1375699" cy="224895"/>
            <a:chOff x="4186900" y="2675526"/>
            <a:chExt cx="1375699" cy="224895"/>
          </a:xfrm>
        </p:grpSpPr>
        <p:sp>
          <p:nvSpPr>
            <p:cNvPr id="51" name="Input">
              <a:extLst>
                <a:ext uri="{FF2B5EF4-FFF2-40B4-BE49-F238E27FC236}">
                  <a16:creationId xmlns:a16="http://schemas.microsoft.com/office/drawing/2014/main" id="{09A6216E-DA05-A897-2689-393964CC4F10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2" name="Chevron Right">
              <a:extLst>
                <a:ext uri="{FF2B5EF4-FFF2-40B4-BE49-F238E27FC236}">
                  <a16:creationId xmlns:a16="http://schemas.microsoft.com/office/drawing/2014/main" id="{FC661777-59DD-3536-FEFE-1059142F7A3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DE2C879-8235-570D-A2BC-63469522DFE9}"/>
              </a:ext>
            </a:extLst>
          </p:cNvPr>
          <p:cNvSpPr/>
          <p:nvPr/>
        </p:nvSpPr>
        <p:spPr>
          <a:xfrm>
            <a:off x="7222867" y="2976085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2BC52DC-C850-511C-0D75-D71FC9F486A1}"/>
              </a:ext>
            </a:extLst>
          </p:cNvPr>
          <p:cNvSpPr/>
          <p:nvPr/>
        </p:nvSpPr>
        <p:spPr>
          <a:xfrm>
            <a:off x="7222867" y="343079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19BE338-F3B8-FA9C-F05A-C35073DE8E01}"/>
              </a:ext>
            </a:extLst>
          </p:cNvPr>
          <p:cNvSpPr/>
          <p:nvPr/>
        </p:nvSpPr>
        <p:spPr>
          <a:xfrm>
            <a:off x="7222867" y="390805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2192A2D-5D04-1FE3-9501-98AB08524680}"/>
              </a:ext>
            </a:extLst>
          </p:cNvPr>
          <p:cNvSpPr/>
          <p:nvPr/>
        </p:nvSpPr>
        <p:spPr>
          <a:xfrm>
            <a:off x="7222867" y="432993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B8BDFF7-C97F-6516-8524-77B5A04188C7}"/>
              </a:ext>
            </a:extLst>
          </p:cNvPr>
          <p:cNvSpPr/>
          <p:nvPr/>
        </p:nvSpPr>
        <p:spPr>
          <a:xfrm>
            <a:off x="7222867" y="4762902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발송완료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AEDC27D-987D-D443-B581-30BDE92DF219}"/>
              </a:ext>
            </a:extLst>
          </p:cNvPr>
          <p:cNvSpPr/>
          <p:nvPr/>
        </p:nvSpPr>
        <p:spPr>
          <a:xfrm>
            <a:off x="7222867" y="5206691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발송완료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E6DBA6A-3924-53F2-7793-CA099D7F9068}"/>
              </a:ext>
            </a:extLst>
          </p:cNvPr>
          <p:cNvSpPr/>
          <p:nvPr/>
        </p:nvSpPr>
        <p:spPr>
          <a:xfrm>
            <a:off x="7222867" y="561574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3D10F8B6-09C2-5FCF-6E35-494073E31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97248"/>
            <a:ext cx="152038" cy="3591016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F4022138-7AF3-EEF3-24E1-5EF55FFDABA8}"/>
              </a:ext>
            </a:extLst>
          </p:cNvPr>
          <p:cNvSpPr/>
          <p:nvPr/>
        </p:nvSpPr>
        <p:spPr>
          <a:xfrm>
            <a:off x="2851470" y="101548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3CE524-757B-5E28-CC2D-C33091765241}"/>
              </a:ext>
            </a:extLst>
          </p:cNvPr>
          <p:cNvSpPr/>
          <p:nvPr/>
        </p:nvSpPr>
        <p:spPr>
          <a:xfrm>
            <a:off x="744153" y="1525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4B235F2-4DA3-102D-CDD6-77048120F283}"/>
              </a:ext>
            </a:extLst>
          </p:cNvPr>
          <p:cNvSpPr/>
          <p:nvPr/>
        </p:nvSpPr>
        <p:spPr>
          <a:xfrm>
            <a:off x="4936534" y="276889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B9BFCA5-FD09-9E0E-61D9-2F6D4E33638C}"/>
              </a:ext>
            </a:extLst>
          </p:cNvPr>
          <p:cNvSpPr/>
          <p:nvPr/>
        </p:nvSpPr>
        <p:spPr>
          <a:xfrm>
            <a:off x="7082520" y="24229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29" name="Input">
            <a:extLst>
              <a:ext uri="{FF2B5EF4-FFF2-40B4-BE49-F238E27FC236}">
                <a16:creationId xmlns:a16="http://schemas.microsoft.com/office/drawing/2014/main" id="{0E3BCF17-19C3-6154-1243-674D69F7681E}"/>
              </a:ext>
            </a:extLst>
          </p:cNvPr>
          <p:cNvSpPr/>
          <p:nvPr/>
        </p:nvSpPr>
        <p:spPr>
          <a:xfrm>
            <a:off x="7843628" y="2116542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초대내역보기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04227A5-4ACF-2D17-0E4D-9714C252EE30}"/>
              </a:ext>
            </a:extLst>
          </p:cNvPr>
          <p:cNvSpPr/>
          <p:nvPr/>
        </p:nvSpPr>
        <p:spPr>
          <a:xfrm>
            <a:off x="7660060" y="209317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79EE7F1-EBC6-8F2F-B5D3-043CC793FB54}"/>
              </a:ext>
            </a:extLst>
          </p:cNvPr>
          <p:cNvSpPr/>
          <p:nvPr/>
        </p:nvSpPr>
        <p:spPr>
          <a:xfrm>
            <a:off x="804990" y="24212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3868A-7901-593F-6D59-CB0A7E3EA55A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7177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095A-84C4-1F95-FD83-5784A0B0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D52F7A1-389A-3B5B-D2C1-456053A1A74B}"/>
              </a:ext>
            </a:extLst>
          </p:cNvPr>
          <p:cNvGraphicFramePr/>
          <p:nvPr/>
        </p:nvGraphicFramePr>
        <p:xfrm>
          <a:off x="9655174" y="276226"/>
          <a:ext cx="2532687" cy="34393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셀텍트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초대하기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선택 시 멤버 초대 초기 페이지로 이동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이전페이지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협업공간에서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초대가 이루어진 정보로 구성된 테이블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초대역할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수략여부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수락여부 표기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수략여부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수락한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사용자는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설정한 역할로 협업공간 멤버로 등록 처리 됨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거절한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변경사항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초대박은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사용자가 수락여부를 결정하기 이전의 상태 표기 값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7D3F6C9-214D-F602-4E47-9E8D0DC35D2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45E55B-A394-8FF2-57E9-535D517E3E44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EBE46B-D8F0-09A7-C6F2-B3A7D0D67453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C6D2503-89EF-C93F-56AB-82702C068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72A49D-7F80-B119-326D-D79BDA744719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CDF10B-D64C-9B08-BA67-2AFE5090DB14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5F58668-C824-A0BE-A254-07DAE246C3A0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46BE2F2C-19B0-578E-9D15-D7DD4B15E3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BF4C4D-0788-A434-902B-9C930AA9E85C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6C4271B0-1E7A-B75B-8C7E-B49701B6177E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4FBABF-CC36-59D8-3238-BA4616DAF42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D9AC63DA-629D-5EB1-2ACD-91C20EFB57DD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8E1E55C3-F142-8C41-A382-E434A899CDF0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15C8E93-AD59-F789-C80F-70DD27BAC43F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369A8A06-7857-29E9-8DF4-5DBF1B31C658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34894E7A-9004-73F5-11A3-125DC30F1232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Input">
            <a:extLst>
              <a:ext uri="{FF2B5EF4-FFF2-40B4-BE49-F238E27FC236}">
                <a16:creationId xmlns:a16="http://schemas.microsoft.com/office/drawing/2014/main" id="{597A2141-D75B-E807-CFB8-C88B2BDBAD5A}"/>
              </a:ext>
            </a:extLst>
          </p:cNvPr>
          <p:cNvSpPr/>
          <p:nvPr/>
        </p:nvSpPr>
        <p:spPr>
          <a:xfrm>
            <a:off x="7843628" y="2116640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초대하기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F6D4B03-DCBF-4C76-38BF-5DBDA517C559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446427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 역할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협업사용자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협업사용자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87" name="그림 86">
            <a:extLst>
              <a:ext uri="{FF2B5EF4-FFF2-40B4-BE49-F238E27FC236}">
                <a16:creationId xmlns:a16="http://schemas.microsoft.com/office/drawing/2014/main" id="{9C4CDD54-F173-6E10-A9EF-E27FDBB1D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81346"/>
            <a:ext cx="152038" cy="3591016"/>
          </a:xfrm>
          <a:prstGeom prst="rect">
            <a:avLst/>
          </a:prstGeom>
        </p:spPr>
      </p:pic>
      <p:sp>
        <p:nvSpPr>
          <p:cNvPr id="88" name="타원 87">
            <a:extLst>
              <a:ext uri="{FF2B5EF4-FFF2-40B4-BE49-F238E27FC236}">
                <a16:creationId xmlns:a16="http://schemas.microsoft.com/office/drawing/2014/main" id="{E94D1727-A0A1-9906-6FCF-9D8C8E7CEE71}"/>
              </a:ext>
            </a:extLst>
          </p:cNvPr>
          <p:cNvSpPr/>
          <p:nvPr/>
        </p:nvSpPr>
        <p:spPr>
          <a:xfrm>
            <a:off x="7603554" y="204495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91F7114A-91F8-02D7-9202-BB0A0294C70F}"/>
              </a:ext>
            </a:extLst>
          </p:cNvPr>
          <p:cNvSpPr/>
          <p:nvPr/>
        </p:nvSpPr>
        <p:spPr>
          <a:xfrm>
            <a:off x="7208520" y="237143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6D152C1-F36D-DC1B-0A04-050811B13A11}"/>
              </a:ext>
            </a:extLst>
          </p:cNvPr>
          <p:cNvSpPr/>
          <p:nvPr/>
        </p:nvSpPr>
        <p:spPr>
          <a:xfrm>
            <a:off x="714684" y="1569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352868A-80B4-6FFC-6D04-180C80B55580}"/>
              </a:ext>
            </a:extLst>
          </p:cNvPr>
          <p:cNvSpPr/>
          <p:nvPr/>
        </p:nvSpPr>
        <p:spPr>
          <a:xfrm>
            <a:off x="696423" y="23438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8FECD-263F-732F-6EDE-B3A1F84BC313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2115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E271-F44F-6CD3-5A07-6999320E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4A1C7E6-DABA-ECC6-F364-820F7CE3DEBA}"/>
              </a:ext>
            </a:extLst>
          </p:cNvPr>
          <p:cNvGraphicFramePr/>
          <p:nvPr/>
        </p:nvGraphicFramePr>
        <p:xfrm>
          <a:off x="9655174" y="276226"/>
          <a:ext cx="2532687" cy="44730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성명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교원정보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공간의 전체 멤버 정보를 테이블로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화면내 테이블 영역에 스크롤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회원은 테이블에 색상을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구분되로록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지정 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색상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미표기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참여신청을 한 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참여신청을 승인한 일자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초대를 발송하고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수락한 일자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멤버의 역할의 지정 또는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각 역할의 권한은 멤버 권한 관리에서 지정한 권한으로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사용자는 뷰 권한만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역할선택 정보를 저장하고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회원 권한에 적용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C675497-5306-86FA-19EF-D9C0B125976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B4A4CE-24C4-6D66-90A0-A21C7D388E2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멤버역할관리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72DC67-4DCD-65B3-B449-583D8531CF17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C924CC-5803-B004-F59A-0FA92D56C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9A1C0B-2769-5DB6-9477-4D39991CC3C1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C4D928-7ED9-8159-659B-1289C64F9305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4BE4B5B-6941-A29C-12B8-E55FF5011EFA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809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65B464BF-3DD9-558A-DE6B-87FE4F7371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28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622C9B-E33B-4435-4688-BBA3476A9467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868D4128-9AA7-9FAA-FE22-C11048276E05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9FCBD38-F295-7D05-67CA-FCC5ED98085D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73388"/>
          <a:ext cx="7669435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06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3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3032020756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121179525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1907609492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초대수락일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97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4F8420C9-44A6-D432-890F-85F396B36E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44" y="4478674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E49352C-AEA0-7C35-0565-8BB22FA18E50}"/>
              </a:ext>
            </a:extLst>
          </p:cNvPr>
          <p:cNvGrpSpPr/>
          <p:nvPr/>
        </p:nvGrpSpPr>
        <p:grpSpPr>
          <a:xfrm>
            <a:off x="7286625" y="2694908"/>
            <a:ext cx="1133474" cy="224895"/>
            <a:chOff x="4429125" y="2675526"/>
            <a:chExt cx="1133474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B071ABFE-D1A6-0298-3563-42C6EA7569EC}"/>
                </a:ext>
              </a:extLst>
            </p:cNvPr>
            <p:cNvSpPr/>
            <p:nvPr/>
          </p:nvSpPr>
          <p:spPr>
            <a:xfrm>
              <a:off x="4429125" y="2675526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039D3E78-89D2-30F2-FC53-FD21C1B2A9F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0B21ECE-BB50-1A94-AC5B-A07CBB5B6E8E}"/>
              </a:ext>
            </a:extLst>
          </p:cNvPr>
          <p:cNvGrpSpPr/>
          <p:nvPr/>
        </p:nvGrpSpPr>
        <p:grpSpPr>
          <a:xfrm>
            <a:off x="7286625" y="3137544"/>
            <a:ext cx="1133474" cy="224895"/>
            <a:chOff x="4429125" y="2656222"/>
            <a:chExt cx="1133474" cy="224895"/>
          </a:xfrm>
        </p:grpSpPr>
        <p:sp>
          <p:nvSpPr>
            <p:cNvPr id="10" name="Input">
              <a:extLst>
                <a:ext uri="{FF2B5EF4-FFF2-40B4-BE49-F238E27FC236}">
                  <a16:creationId xmlns:a16="http://schemas.microsoft.com/office/drawing/2014/main" id="{E562B5A6-E2E4-92ED-44D1-A0ACF2DD1227}"/>
                </a:ext>
              </a:extLst>
            </p:cNvPr>
            <p:cNvSpPr/>
            <p:nvPr/>
          </p:nvSpPr>
          <p:spPr>
            <a:xfrm>
              <a:off x="4429125" y="2656222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Chevron Right">
              <a:extLst>
                <a:ext uri="{FF2B5EF4-FFF2-40B4-BE49-F238E27FC236}">
                  <a16:creationId xmlns:a16="http://schemas.microsoft.com/office/drawing/2014/main" id="{2ECCFE7A-8894-9C40-7435-D0E8AC4326C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E4BE391-42AD-68CF-7889-497A5A6B99BB}"/>
              </a:ext>
            </a:extLst>
          </p:cNvPr>
          <p:cNvGrpSpPr/>
          <p:nvPr/>
        </p:nvGrpSpPr>
        <p:grpSpPr>
          <a:xfrm>
            <a:off x="7286625" y="3624896"/>
            <a:ext cx="1133474" cy="224536"/>
            <a:chOff x="4429125" y="2675527"/>
            <a:chExt cx="1133474" cy="224536"/>
          </a:xfrm>
        </p:grpSpPr>
        <p:sp>
          <p:nvSpPr>
            <p:cNvPr id="13" name="Input">
              <a:extLst>
                <a:ext uri="{FF2B5EF4-FFF2-40B4-BE49-F238E27FC236}">
                  <a16:creationId xmlns:a16="http://schemas.microsoft.com/office/drawing/2014/main" id="{B4AE5748-89A1-D4BB-8D93-94DBDF8231D3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" name="Chevron Right">
              <a:extLst>
                <a:ext uri="{FF2B5EF4-FFF2-40B4-BE49-F238E27FC236}">
                  <a16:creationId xmlns:a16="http://schemas.microsoft.com/office/drawing/2014/main" id="{2181BA57-B978-C3AD-6591-3AF65AF53A0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796C611-04D2-5B5D-B496-5EFC0344A579}"/>
              </a:ext>
            </a:extLst>
          </p:cNvPr>
          <p:cNvGrpSpPr/>
          <p:nvPr/>
        </p:nvGrpSpPr>
        <p:grpSpPr>
          <a:xfrm>
            <a:off x="7286625" y="4055989"/>
            <a:ext cx="1133474" cy="224536"/>
            <a:chOff x="4429125" y="2675527"/>
            <a:chExt cx="1133474" cy="224536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9E6A7FC6-2FFC-C6CA-631C-1C67959521C0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협업참여자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9B9FDA69-486A-09A0-637C-07BAAED4FC1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C7B1C71-801F-48D7-85BE-AA2ACC897D22}"/>
              </a:ext>
            </a:extLst>
          </p:cNvPr>
          <p:cNvGrpSpPr/>
          <p:nvPr/>
        </p:nvGrpSpPr>
        <p:grpSpPr>
          <a:xfrm>
            <a:off x="7286625" y="4857420"/>
            <a:ext cx="1133473" cy="224895"/>
            <a:chOff x="4438650" y="2628535"/>
            <a:chExt cx="1133473" cy="224895"/>
          </a:xfrm>
        </p:grpSpPr>
        <p:sp>
          <p:nvSpPr>
            <p:cNvPr id="33" name="Input">
              <a:extLst>
                <a:ext uri="{FF2B5EF4-FFF2-40B4-BE49-F238E27FC236}">
                  <a16:creationId xmlns:a16="http://schemas.microsoft.com/office/drawing/2014/main" id="{65BDA183-A49C-504E-B5BB-F8356A0000C8}"/>
                </a:ext>
              </a:extLst>
            </p:cNvPr>
            <p:cNvSpPr/>
            <p:nvPr/>
          </p:nvSpPr>
          <p:spPr>
            <a:xfrm>
              <a:off x="4438650" y="2628535"/>
              <a:ext cx="1133473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vron Right">
              <a:extLst>
                <a:ext uri="{FF2B5EF4-FFF2-40B4-BE49-F238E27FC236}">
                  <a16:creationId xmlns:a16="http://schemas.microsoft.com/office/drawing/2014/main" id="{D15690D3-200E-4C64-36C6-A7CB3C444AE4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21B5A6B-447D-CAC8-361E-A8B6EF9F03F7}"/>
              </a:ext>
            </a:extLst>
          </p:cNvPr>
          <p:cNvGrpSpPr/>
          <p:nvPr/>
        </p:nvGrpSpPr>
        <p:grpSpPr>
          <a:xfrm>
            <a:off x="7286625" y="5335864"/>
            <a:ext cx="1133474" cy="224536"/>
            <a:chOff x="4429125" y="2675527"/>
            <a:chExt cx="1133474" cy="224536"/>
          </a:xfrm>
        </p:grpSpPr>
        <p:sp>
          <p:nvSpPr>
            <p:cNvPr id="36" name="Input">
              <a:extLst>
                <a:ext uri="{FF2B5EF4-FFF2-40B4-BE49-F238E27FC236}">
                  <a16:creationId xmlns:a16="http://schemas.microsoft.com/office/drawing/2014/main" id="{75720700-9A9A-F411-E044-5542E848178B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Chevron Right">
              <a:extLst>
                <a:ext uri="{FF2B5EF4-FFF2-40B4-BE49-F238E27FC236}">
                  <a16:creationId xmlns:a16="http://schemas.microsoft.com/office/drawing/2014/main" id="{3AAB7AB6-0C0B-8D2E-F2C0-D16D415EFBBA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DE1F74-1D9F-44BA-D66D-D6628DC3FC2B}"/>
              </a:ext>
            </a:extLst>
          </p:cNvPr>
          <p:cNvSpPr/>
          <p:nvPr/>
        </p:nvSpPr>
        <p:spPr>
          <a:xfrm>
            <a:off x="7620928" y="581909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저장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3920D99E-7CF0-A5DD-4233-0111B30B0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140" y="2112671"/>
            <a:ext cx="150090" cy="3544997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6ABB489D-1D17-F2D1-3D01-1FA9F6405575}"/>
              </a:ext>
            </a:extLst>
          </p:cNvPr>
          <p:cNvSpPr/>
          <p:nvPr/>
        </p:nvSpPr>
        <p:spPr>
          <a:xfrm>
            <a:off x="4730383" y="9976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8217DF8-E93E-ED46-9AB1-6AA01EAC3B11}"/>
              </a:ext>
            </a:extLst>
          </p:cNvPr>
          <p:cNvSpPr/>
          <p:nvPr/>
        </p:nvSpPr>
        <p:spPr>
          <a:xfrm>
            <a:off x="697235" y="204776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7FBCE3A-36CB-2C81-9A73-0193FA9DB651}"/>
              </a:ext>
            </a:extLst>
          </p:cNvPr>
          <p:cNvSpPr/>
          <p:nvPr/>
        </p:nvSpPr>
        <p:spPr>
          <a:xfrm>
            <a:off x="668309" y="26314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69D74CB-C6D1-65D5-B470-31EBBDC395F4}"/>
              </a:ext>
            </a:extLst>
          </p:cNvPr>
          <p:cNvSpPr/>
          <p:nvPr/>
        </p:nvSpPr>
        <p:spPr>
          <a:xfrm>
            <a:off x="5965861" y="2031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582FA4D-7345-EF72-0E6C-E3AAB0EB016E}"/>
              </a:ext>
            </a:extLst>
          </p:cNvPr>
          <p:cNvSpPr/>
          <p:nvPr/>
        </p:nvSpPr>
        <p:spPr>
          <a:xfrm>
            <a:off x="7082520" y="25268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8CE6181-1BBF-F4BC-7400-75E00B6E0EA1}"/>
              </a:ext>
            </a:extLst>
          </p:cNvPr>
          <p:cNvSpPr/>
          <p:nvPr/>
        </p:nvSpPr>
        <p:spPr>
          <a:xfrm>
            <a:off x="790539" y="1586995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E68A7534-DD94-FA09-0DF0-950CD2B66074}"/>
              </a:ext>
            </a:extLst>
          </p:cNvPr>
          <p:cNvSpPr/>
          <p:nvPr/>
        </p:nvSpPr>
        <p:spPr>
          <a:xfrm>
            <a:off x="2980280" y="1670565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C8E8CE50-6DD3-F349-5862-97A45B6ECD41}"/>
              </a:ext>
            </a:extLst>
          </p:cNvPr>
          <p:cNvSpPr/>
          <p:nvPr/>
        </p:nvSpPr>
        <p:spPr>
          <a:xfrm>
            <a:off x="1570884" y="1670565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EF63261-ECD4-2FBE-7C78-55F81D80D6E2}"/>
              </a:ext>
            </a:extLst>
          </p:cNvPr>
          <p:cNvGrpSpPr/>
          <p:nvPr/>
        </p:nvGrpSpPr>
        <p:grpSpPr>
          <a:xfrm>
            <a:off x="860960" y="1674688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C425AA17-36BD-3282-4FC6-B015C8AF566B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68663699-D5A1-9EB5-8D22-52E1E69F535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C7E6C735-6CB6-6C3D-1898-198707DAA40C}"/>
              </a:ext>
            </a:extLst>
          </p:cNvPr>
          <p:cNvSpPr/>
          <p:nvPr/>
        </p:nvSpPr>
        <p:spPr>
          <a:xfrm>
            <a:off x="698782" y="15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03DDEF-9308-2167-2559-26DFDCD23A31}"/>
              </a:ext>
            </a:extLst>
          </p:cNvPr>
          <p:cNvSpPr/>
          <p:nvPr/>
        </p:nvSpPr>
        <p:spPr>
          <a:xfrm>
            <a:off x="7422571" y="57298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7AD7A-BD20-7615-7EF5-A42830857193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71107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007F-AE3E-7ECC-EC91-1F3A5C13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3159F85-D485-2448-C5C8-D20415A6A9E0}"/>
              </a:ext>
            </a:extLst>
          </p:cNvPr>
          <p:cNvGraphicFramePr/>
          <p:nvPr/>
        </p:nvGraphicFramePr>
        <p:xfrm>
          <a:off x="9655174" y="276226"/>
          <a:ext cx="2532687" cy="3624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개설자는 모든 권한을 가지고 있음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개설자는 권한 설정을 대상이 아님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구분에 따른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구분 선택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협업참여자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일반참여자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 시 하단의 권한 리스트의 권한 표기는 각 멤버 구분의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선택값으로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권한명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협업공간의 각 메뉴와 기능으로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협의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 표기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읽기로 구분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체크박스 선택 시 권한 부여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메뉴와 서비스를 이용할 수 있는 권한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관리 등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정보에 대하여  읽기 권한 만 부여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정보를 확인 만 가능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초대나 설정 등의 권한은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권한을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 사항 없이 이전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설정값으로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화면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DB20DFD-127C-1636-6F89-B0FF35A1F5E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EA5172-355A-7F9C-F45C-3A771BBDF2BC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멤버권한관리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61D017-2C9C-3A1F-C001-4D31328B56B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D36A392-BDF5-BBFC-1050-5AF61196B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406F4D-5C61-46A3-37C0-CA63EBC2AA78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C9311D-66A1-58A4-70BA-C5A98FD90C7F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121E75-5D62-A08C-7593-94D79207B8A5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782124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2AD8C9FF-62E9-9F20-C64D-F310B8EB05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007" y="1307896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9588FE-32A0-C1E1-1617-8CCF07044B0A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35C90F6A-B108-7060-0F1D-030B3DD1CBE9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BFD3592-700F-0C74-5DCC-C3EEEBB3ECC6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924498"/>
          <a:ext cx="7782127" cy="3384629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2483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9126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</a:tblGrid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권한명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등록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초대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의견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자료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생성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등록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822125"/>
                  </a:ext>
                </a:extLst>
              </a:tr>
            </a:tbl>
          </a:graphicData>
        </a:graphic>
      </p:graphicFrame>
      <p:sp>
        <p:nvSpPr>
          <p:cNvPr id="4" name="Input">
            <a:extLst>
              <a:ext uri="{FF2B5EF4-FFF2-40B4-BE49-F238E27FC236}">
                <a16:creationId xmlns:a16="http://schemas.microsoft.com/office/drawing/2014/main" id="{F8B63A80-51F6-DDD3-8DC7-EFA855BD055E}"/>
              </a:ext>
            </a:extLst>
          </p:cNvPr>
          <p:cNvSpPr/>
          <p:nvPr/>
        </p:nvSpPr>
        <p:spPr>
          <a:xfrm>
            <a:off x="830706" y="1614398"/>
            <a:ext cx="1260487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운영자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4FC6E-EB65-529C-295E-742031571A59}"/>
              </a:ext>
            </a:extLst>
          </p:cNvPr>
          <p:cNvSpPr txBox="1"/>
          <p:nvPr/>
        </p:nvSpPr>
        <p:spPr>
          <a:xfrm>
            <a:off x="9643988" y="4223242"/>
            <a:ext cx="866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운영자</a:t>
            </a:r>
            <a:endParaRPr lang="en-US" altLang="ko-KR" sz="1000" dirty="0"/>
          </a:p>
          <a:p>
            <a:r>
              <a:rPr lang="ko-KR" altLang="en-US" sz="1000" dirty="0"/>
              <a:t>협업참여자</a:t>
            </a:r>
            <a:endParaRPr lang="en-US" altLang="ko-KR" sz="1000" dirty="0"/>
          </a:p>
          <a:p>
            <a:r>
              <a:rPr lang="ko-KR" altLang="en-US" sz="1000" dirty="0"/>
              <a:t>일반사용자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A3F58B-EB44-BF40-BA7C-F62C440510F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418098"/>
            <a:ext cx="162000" cy="162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AFE5EB-768F-A5E9-824A-EA8A8F9D6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394243"/>
            <a:ext cx="162000" cy="16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CD7001-D550-AFE6-59DA-0B0F862A170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799001"/>
            <a:ext cx="162000" cy="16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5AFFB0-FCFB-7F8C-E1CF-6E1450EB9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806954"/>
            <a:ext cx="162000" cy="162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440FD7-914C-3E48-4135-6BD2196D803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217174"/>
            <a:ext cx="162000" cy="1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32660CC-7A56-97A6-0372-32B978F1F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217174"/>
            <a:ext cx="162000" cy="16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F22E756-F1EC-CD84-6414-B847BF607B8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564125"/>
            <a:ext cx="16200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6EAF2D-900C-3216-9792-682DB002F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580029"/>
            <a:ext cx="162000" cy="162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AC55E5-EFCF-77F4-D353-CE9F6B68AFA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934930"/>
            <a:ext cx="162000" cy="162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1623459-C529-25D7-2DC4-4EBF3BD37D6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3966739"/>
            <a:ext cx="16200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E4B06C1-3D9A-2084-0DBE-8CC7F86077D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332605"/>
            <a:ext cx="162000" cy="16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810403C-FB6C-EE84-946F-AA515D15B72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316700"/>
            <a:ext cx="162000" cy="162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465234D-64E7-BD7E-CB49-234CEA7E88A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682562"/>
            <a:ext cx="162000" cy="162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F1E77E1-3DCA-504D-2A2C-983D63D0EBB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682563"/>
            <a:ext cx="162000" cy="162000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3FE1A15-0E9F-097A-D4C9-33114BC6B128}"/>
              </a:ext>
            </a:extLst>
          </p:cNvPr>
          <p:cNvSpPr/>
          <p:nvPr/>
        </p:nvSpPr>
        <p:spPr>
          <a:xfrm>
            <a:off x="7254584" y="5546499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확인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1B65BFD-3EAB-400A-9BE1-1F3B17C8DEAF}"/>
              </a:ext>
            </a:extLst>
          </p:cNvPr>
          <p:cNvSpPr/>
          <p:nvPr/>
        </p:nvSpPr>
        <p:spPr>
          <a:xfrm>
            <a:off x="6568461" y="5546499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4AE9900-D489-AC2C-F1F7-96C638517D00}"/>
              </a:ext>
            </a:extLst>
          </p:cNvPr>
          <p:cNvSpPr/>
          <p:nvPr/>
        </p:nvSpPr>
        <p:spPr>
          <a:xfrm>
            <a:off x="6875348" y="98172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F96121B-E9EB-C127-631F-2797EC2B8EA3}"/>
              </a:ext>
            </a:extLst>
          </p:cNvPr>
          <p:cNvSpPr/>
          <p:nvPr/>
        </p:nvSpPr>
        <p:spPr>
          <a:xfrm>
            <a:off x="600319" y="159411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9892386-A8F6-1E7A-D14E-7922D62896F3}"/>
              </a:ext>
            </a:extLst>
          </p:cNvPr>
          <p:cNvSpPr/>
          <p:nvPr/>
        </p:nvSpPr>
        <p:spPr>
          <a:xfrm>
            <a:off x="1495734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7008BE1-38B9-1DB6-B205-641BB4C42AF4}"/>
              </a:ext>
            </a:extLst>
          </p:cNvPr>
          <p:cNvSpPr/>
          <p:nvPr/>
        </p:nvSpPr>
        <p:spPr>
          <a:xfrm>
            <a:off x="5512468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8B95A55-AA28-5A57-9DF0-2A7A8E98B94A}"/>
              </a:ext>
            </a:extLst>
          </p:cNvPr>
          <p:cNvSpPr/>
          <p:nvPr/>
        </p:nvSpPr>
        <p:spPr>
          <a:xfrm>
            <a:off x="6280287" y="53726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494B5DC-9DD1-CEA2-93D2-57B97C3A16F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5021979"/>
            <a:ext cx="162000" cy="162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8E10DEF-B840-4AA1-922A-666FB50655E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5021980"/>
            <a:ext cx="162000" cy="162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69B0EC9-2633-4CD9-9C47-F48C539556DE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418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4FBF-3736-59C9-F974-B7F84263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47996B2-D1F0-ED3F-133A-CBF0401EE25C}"/>
              </a:ext>
            </a:extLst>
          </p:cNvPr>
          <p:cNvSpPr/>
          <p:nvPr/>
        </p:nvSpPr>
        <p:spPr>
          <a:xfrm>
            <a:off x="1524000" y="2276872"/>
            <a:ext cx="9144000" cy="20162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/>
              <a:t>실행나눔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86499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A652-B1B0-885B-B3EB-A7CB0C68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3150E1A-E448-25F6-D60D-3E4867843D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0607451"/>
              </p:ext>
            </p:extLst>
          </p:nvPr>
        </p:nvGraphicFramePr>
        <p:xfrm>
          <a:off x="9655174" y="276226"/>
          <a:ext cx="2532687" cy="2613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리스트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ko-KR" altLang="en-US" sz="800" b="1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겔러리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형태 구성 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페이지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겔러리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리스트 형태로 구성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입력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미만 입력 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입력해주세요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”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없이 검색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리스트를 결과로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게시글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선택 시 상세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게시글 등록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게시글 입력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C402DE-3474-C41D-E676-530D1C80585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1FA8A8-BA98-3E43-7409-27C55525A4C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리스트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64011C-BA8E-2498-90B5-E0E24BFC1A3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V-HLC-02-001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06DB20-1A68-2A82-1CCD-422B67252C5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Pagination">
            <a:extLst>
              <a:ext uri="{FF2B5EF4-FFF2-40B4-BE49-F238E27FC236}">
                <a16:creationId xmlns:a16="http://schemas.microsoft.com/office/drawing/2014/main" id="{38CB9F18-1071-58F0-73B9-6564A6F234B6}"/>
              </a:ext>
            </a:extLst>
          </p:cNvPr>
          <p:cNvGrpSpPr/>
          <p:nvPr/>
        </p:nvGrpSpPr>
        <p:grpSpPr>
          <a:xfrm>
            <a:off x="2897326" y="602857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5" name="Previous">
              <a:extLst>
                <a:ext uri="{FF2B5EF4-FFF2-40B4-BE49-F238E27FC236}">
                  <a16:creationId xmlns:a16="http://schemas.microsoft.com/office/drawing/2014/main" id="{562266BD-F689-8080-70A4-6DE19747A08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6" name="Page 1">
              <a:extLst>
                <a:ext uri="{FF2B5EF4-FFF2-40B4-BE49-F238E27FC236}">
                  <a16:creationId xmlns:a16="http://schemas.microsoft.com/office/drawing/2014/main" id="{57736403-1259-A212-E567-67E10175CCD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7" name="Page 2">
              <a:extLst>
                <a:ext uri="{FF2B5EF4-FFF2-40B4-BE49-F238E27FC236}">
                  <a16:creationId xmlns:a16="http://schemas.microsoft.com/office/drawing/2014/main" id="{CE916708-5966-A9A4-0715-2F5FB9F942E6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8" name="Page 3">
              <a:extLst>
                <a:ext uri="{FF2B5EF4-FFF2-40B4-BE49-F238E27FC236}">
                  <a16:creationId xmlns:a16="http://schemas.microsoft.com/office/drawing/2014/main" id="{BCDD9C61-65D5-459D-ECB8-DF20EC3A43F4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9" name="Page 4">
              <a:extLst>
                <a:ext uri="{FF2B5EF4-FFF2-40B4-BE49-F238E27FC236}">
                  <a16:creationId xmlns:a16="http://schemas.microsoft.com/office/drawing/2014/main" id="{ACB6DE12-D50A-28C3-A975-AAEDA258ADEE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0" name="Page 5">
              <a:extLst>
                <a:ext uri="{FF2B5EF4-FFF2-40B4-BE49-F238E27FC236}">
                  <a16:creationId xmlns:a16="http://schemas.microsoft.com/office/drawing/2014/main" id="{873337AF-83E8-695C-AE15-33822582A4EA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1" name="Next">
              <a:extLst>
                <a:ext uri="{FF2B5EF4-FFF2-40B4-BE49-F238E27FC236}">
                  <a16:creationId xmlns:a16="http://schemas.microsoft.com/office/drawing/2014/main" id="{76EFBBAC-65DC-BE2B-CE24-4F6BC930ACE4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2" name="Page 1">
              <a:extLst>
                <a:ext uri="{FF2B5EF4-FFF2-40B4-BE49-F238E27FC236}">
                  <a16:creationId xmlns:a16="http://schemas.microsoft.com/office/drawing/2014/main" id="{61D29453-9C94-BF43-3BAE-978F30A5560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3" name="Page 2">
              <a:extLst>
                <a:ext uri="{FF2B5EF4-FFF2-40B4-BE49-F238E27FC236}">
                  <a16:creationId xmlns:a16="http://schemas.microsoft.com/office/drawing/2014/main" id="{93625C12-80E1-D048-AE02-E176EB4BBB0C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4" name="Page 3">
              <a:extLst>
                <a:ext uri="{FF2B5EF4-FFF2-40B4-BE49-F238E27FC236}">
                  <a16:creationId xmlns:a16="http://schemas.microsoft.com/office/drawing/2014/main" id="{0BF6A46E-A7E5-7EC8-B9DB-9D92E48E4C8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5" name="Page 4">
              <a:extLst>
                <a:ext uri="{FF2B5EF4-FFF2-40B4-BE49-F238E27FC236}">
                  <a16:creationId xmlns:a16="http://schemas.microsoft.com/office/drawing/2014/main" id="{9E3E98B3-78EC-85BE-B6F0-270654E6912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C574870A-DAD2-14A0-4F44-6810E99B0CF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7" name="Page 5">
              <a:extLst>
                <a:ext uri="{FF2B5EF4-FFF2-40B4-BE49-F238E27FC236}">
                  <a16:creationId xmlns:a16="http://schemas.microsoft.com/office/drawing/2014/main" id="{28D2294C-F8C2-7037-A624-D24D4401A0C0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8" name="Page 2">
              <a:extLst>
                <a:ext uri="{FF2B5EF4-FFF2-40B4-BE49-F238E27FC236}">
                  <a16:creationId xmlns:a16="http://schemas.microsoft.com/office/drawing/2014/main" id="{0649B919-DA93-C4F2-F363-7CC63A2D871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3" name="Input">
            <a:extLst>
              <a:ext uri="{FF2B5EF4-FFF2-40B4-BE49-F238E27FC236}">
                <a16:creationId xmlns:a16="http://schemas.microsoft.com/office/drawing/2014/main" id="{A964A06F-1709-000F-E7BF-4AFF6CD1EF49}"/>
              </a:ext>
            </a:extLst>
          </p:cNvPr>
          <p:cNvSpPr/>
          <p:nvPr/>
        </p:nvSpPr>
        <p:spPr>
          <a:xfrm>
            <a:off x="8226100" y="6197178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F5314A6-53BF-1DB2-298F-3182010161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89" y="3532174"/>
            <a:ext cx="8809456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7BDAD4D8-E3FC-7C4C-AF4C-271CE89AD127}"/>
              </a:ext>
            </a:extLst>
          </p:cNvPr>
          <p:cNvSpPr/>
          <p:nvPr/>
        </p:nvSpPr>
        <p:spPr>
          <a:xfrm>
            <a:off x="225861" y="116712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Input">
            <a:extLst>
              <a:ext uri="{FF2B5EF4-FFF2-40B4-BE49-F238E27FC236}">
                <a16:creationId xmlns:a16="http://schemas.microsoft.com/office/drawing/2014/main" id="{944C3018-D59E-A53C-034E-5A93F190A092}"/>
              </a:ext>
            </a:extLst>
          </p:cNvPr>
          <p:cNvSpPr/>
          <p:nvPr/>
        </p:nvSpPr>
        <p:spPr>
          <a:xfrm>
            <a:off x="2415602" y="125069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" name="Input">
            <a:extLst>
              <a:ext uri="{FF2B5EF4-FFF2-40B4-BE49-F238E27FC236}">
                <a16:creationId xmlns:a16="http://schemas.microsoft.com/office/drawing/2014/main" id="{AFAC20F3-6083-1EC3-9125-1CAD6CC56AA1}"/>
              </a:ext>
            </a:extLst>
          </p:cNvPr>
          <p:cNvSpPr/>
          <p:nvPr/>
        </p:nvSpPr>
        <p:spPr>
          <a:xfrm>
            <a:off x="1006206" y="125069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B707F93-556B-5CC7-C73D-C0E50CB343ED}"/>
              </a:ext>
            </a:extLst>
          </p:cNvPr>
          <p:cNvGrpSpPr/>
          <p:nvPr/>
        </p:nvGrpSpPr>
        <p:grpSpPr>
          <a:xfrm>
            <a:off x="296282" y="1254820"/>
            <a:ext cx="662728" cy="224895"/>
            <a:chOff x="2462166" y="2229029"/>
            <a:chExt cx="662728" cy="224895"/>
          </a:xfrm>
        </p:grpSpPr>
        <p:sp>
          <p:nvSpPr>
            <p:cNvPr id="53" name="Input">
              <a:extLst>
                <a:ext uri="{FF2B5EF4-FFF2-40B4-BE49-F238E27FC236}">
                  <a16:creationId xmlns:a16="http://schemas.microsoft.com/office/drawing/2014/main" id="{9A6895BC-E887-5D78-89E4-84CAE88C5C4B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제목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4" name="Chevron Right">
              <a:extLst>
                <a:ext uri="{FF2B5EF4-FFF2-40B4-BE49-F238E27FC236}">
                  <a16:creationId xmlns:a16="http://schemas.microsoft.com/office/drawing/2014/main" id="{7BA7B31E-DFC1-61A1-B835-4F2F59FF526A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956F571-27AA-E88A-22DA-A3D6C1E57944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6A67452-FF16-CAA0-7C19-C2D2890D7DF5}"/>
              </a:ext>
            </a:extLst>
          </p:cNvPr>
          <p:cNvGrpSpPr/>
          <p:nvPr/>
        </p:nvGrpSpPr>
        <p:grpSpPr>
          <a:xfrm>
            <a:off x="387722" y="1620449"/>
            <a:ext cx="1777067" cy="1572301"/>
            <a:chOff x="2701742" y="2428874"/>
            <a:chExt cx="1777067" cy="1572301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AB3515-C7D3-3A6B-458F-F91792122B05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7416D85-E916-AA65-EE73-6DDE142680F8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C896646C-13F2-CD00-8C62-715C986FE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6F055C73-F098-15E5-4394-CDD19A8E1C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CB705C-2E90-B43C-6D0C-4DA149CBD24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7A387D9-D4EC-53CB-3A2D-9A4E904980DC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589E699-8714-7F6A-B2B3-1FD094CE23DC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852FE40-A26B-6436-B851-33898F23F586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FF0D73B-3E1C-60F0-58BA-7F9F9ED3D805}"/>
              </a:ext>
            </a:extLst>
          </p:cNvPr>
          <p:cNvGrpSpPr/>
          <p:nvPr/>
        </p:nvGrpSpPr>
        <p:grpSpPr>
          <a:xfrm>
            <a:off x="2660402" y="1620449"/>
            <a:ext cx="1777067" cy="1572301"/>
            <a:chOff x="2701742" y="2428874"/>
            <a:chExt cx="1777067" cy="1572301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CA01108-F6CF-C2F1-8601-5BD43D5C53EC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1F82ECB-1AF3-0C02-C9AF-07963B82E429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FFE0010-97D2-78EF-6D46-993F285CA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3EB1E250-74B7-ACBE-7E06-6ED3080B29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592A4DA-4A6D-26E3-E5D9-9E77D6E62AF6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4278AD0-F1C9-A1C6-138D-8E38BADF5B4A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0160C3-F0AA-CEE4-2759-03C662AB2FF4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B4C1E60-986E-47DC-F1F4-DA682A71170A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8E0076D-833A-8C6F-D834-D1A055F58952}"/>
              </a:ext>
            </a:extLst>
          </p:cNvPr>
          <p:cNvGrpSpPr/>
          <p:nvPr/>
        </p:nvGrpSpPr>
        <p:grpSpPr>
          <a:xfrm>
            <a:off x="4939217" y="1620449"/>
            <a:ext cx="1777067" cy="1572301"/>
            <a:chOff x="2701742" y="2428874"/>
            <a:chExt cx="1777067" cy="157230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05CEBAD-3BF0-7741-E903-134FFC20E2CE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89A342A-9793-05A6-90B6-E8C688921A4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71928831-028E-8559-73CE-0AF88FD6C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0B2E50F-2CCE-1ADC-4CA6-EAE1F60BB2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BC1D74-2676-1130-326A-B2B5BB89889E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2F34931-9862-CE94-9FEF-B37101547E3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DC1D372-F8CD-E51E-D727-95D84C8113D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A70C884-7C2F-C1B6-C520-FA7D304313C8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77AA053-CF07-0E7E-8D57-90700F120E3B}"/>
              </a:ext>
            </a:extLst>
          </p:cNvPr>
          <p:cNvGrpSpPr/>
          <p:nvPr/>
        </p:nvGrpSpPr>
        <p:grpSpPr>
          <a:xfrm>
            <a:off x="7188521" y="1620449"/>
            <a:ext cx="1777067" cy="1572301"/>
            <a:chOff x="2701742" y="2428874"/>
            <a:chExt cx="1777067" cy="1572301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FFCC0480-9DFB-D6AA-2873-22AC725E55C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38C2B84-F65F-2D9E-05D9-C35DCB6A2539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DA1F8FB8-5022-3F84-F38E-4EBBBF08D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CD6DBF00-76EE-E871-8000-3B3B2944A0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DB07EC8-582A-FC01-2237-40321C033B72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B18F3AE-2368-78D2-30CF-27DDF7EBCF9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932F248-13F7-8214-0DB3-A3E5A427589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78F8167-1848-16CF-3396-32A490DA979A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C743A15-C2B4-DED4-0D24-5C5E04337339}"/>
              </a:ext>
            </a:extLst>
          </p:cNvPr>
          <p:cNvGrpSpPr/>
          <p:nvPr/>
        </p:nvGrpSpPr>
        <p:grpSpPr>
          <a:xfrm>
            <a:off x="387722" y="3976407"/>
            <a:ext cx="1777067" cy="1572301"/>
            <a:chOff x="2701742" y="2428874"/>
            <a:chExt cx="1777067" cy="1572301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580E402-907B-90C3-40C4-6150DDEBEC4F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55D05D9-C033-EE35-A864-603939D75E81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0162FCED-98DD-EF43-CC50-2BB7F3E1E5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45300ECC-EC26-F792-6983-CD73A6E737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9A7999-6C5D-C66A-7FD7-F74475D2AFA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6CA0381-41F0-3FBB-DE9D-A73B3A5CD277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7482F36-A717-71D8-C1A9-4EC1B5C149E0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292FA13-B7B4-71C1-645B-76F9FD6AF6F0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21D74D1-299B-D7B7-12CB-80AAAE500707}"/>
              </a:ext>
            </a:extLst>
          </p:cNvPr>
          <p:cNvGrpSpPr/>
          <p:nvPr/>
        </p:nvGrpSpPr>
        <p:grpSpPr>
          <a:xfrm>
            <a:off x="2660402" y="3976407"/>
            <a:ext cx="1777067" cy="1572301"/>
            <a:chOff x="2701742" y="2428874"/>
            <a:chExt cx="1777067" cy="1572301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3DA3F79B-CDEB-0D06-B5A5-4DA0E2858E49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9DAC788B-99BF-3190-8078-F2BC2130FBAA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50F4D02E-9806-20BF-11BC-FFC943787D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F8A54ED7-00AB-5DA8-55BD-403A10D254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266E24F-4774-4EF7-5416-51DA62C053AE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3CC65E8-678D-35CD-8D6F-88694366907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FB9EFF1-4240-60B2-A952-53792AFDA1DC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FA7F560-7134-1A55-DFC4-45A3344892C3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EB574F1-03DE-F223-63E5-30C884998645}"/>
              </a:ext>
            </a:extLst>
          </p:cNvPr>
          <p:cNvGrpSpPr/>
          <p:nvPr/>
        </p:nvGrpSpPr>
        <p:grpSpPr>
          <a:xfrm>
            <a:off x="4939217" y="3976407"/>
            <a:ext cx="1777067" cy="1572301"/>
            <a:chOff x="2701742" y="2428874"/>
            <a:chExt cx="1777067" cy="1572301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F519D9C0-4BB4-CC89-A54A-4EB5355B091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3A78D87-EB52-4A78-0E00-093816869DF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3A8210C0-E812-095D-21C1-D377226C28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F2F061B2-35AF-3392-D000-BC48FF835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A3389D9-1BE7-D3B5-65B1-68875D7D00E6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96B31D4-CA35-9F83-302B-912E55D5ED23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39193F5-AC5C-C76A-7EF8-74A95761365C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B9D3BD0-369A-D660-20D7-6385C2096030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405CE8E-0C0B-5876-05B2-C3A2B2442A83}"/>
              </a:ext>
            </a:extLst>
          </p:cNvPr>
          <p:cNvGrpSpPr/>
          <p:nvPr/>
        </p:nvGrpSpPr>
        <p:grpSpPr>
          <a:xfrm>
            <a:off x="7188521" y="3976407"/>
            <a:ext cx="1777067" cy="1572301"/>
            <a:chOff x="2701742" y="2428874"/>
            <a:chExt cx="1777067" cy="1572301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417DF504-04C2-A8B1-CC51-B62D583E3A0B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EBA6FAD3-903A-AA38-A273-E09195D895E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97868CEC-646B-D946-A87A-F2AD8408D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01FEE7B-77A9-28D8-47A8-30840C48EF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0FBA8CA-D84D-2B54-BEC1-50F3E98EAB8E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3D736A5-57AA-EF77-EE9E-3B1793CBEE36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85558E5-A381-ECFA-2F43-F22921FFAAD0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D18BA9A-99A1-F034-EF7E-1CDD627D256C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112" name="타원 111">
            <a:extLst>
              <a:ext uri="{FF2B5EF4-FFF2-40B4-BE49-F238E27FC236}">
                <a16:creationId xmlns:a16="http://schemas.microsoft.com/office/drawing/2014/main" id="{527E4940-4D63-2227-412B-DFC66DBAD8F0}"/>
              </a:ext>
            </a:extLst>
          </p:cNvPr>
          <p:cNvSpPr/>
          <p:nvPr/>
        </p:nvSpPr>
        <p:spPr>
          <a:xfrm>
            <a:off x="-92132" y="6794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B55C2D23-8220-6A3E-3CD3-6FE73CB8666F}"/>
              </a:ext>
            </a:extLst>
          </p:cNvPr>
          <p:cNvSpPr/>
          <p:nvPr/>
        </p:nvSpPr>
        <p:spPr>
          <a:xfrm>
            <a:off x="4389" y="123752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094DDBF-18DE-1ECC-E189-2C1F135047CE}"/>
              </a:ext>
            </a:extLst>
          </p:cNvPr>
          <p:cNvSpPr/>
          <p:nvPr/>
        </p:nvSpPr>
        <p:spPr>
          <a:xfrm>
            <a:off x="159868" y="159759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F06DE293-E640-D513-1424-30883C7501B4}"/>
              </a:ext>
            </a:extLst>
          </p:cNvPr>
          <p:cNvSpPr/>
          <p:nvPr/>
        </p:nvSpPr>
        <p:spPr>
          <a:xfrm>
            <a:off x="7974100" y="61845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4061628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6171D-6AFC-18CE-35F6-AB6D7F3F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DE3B400-80E8-607B-C15F-63D2C0CF2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312826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5AC5031-EFD8-141D-89CA-51B8216A146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BD1ED-1CEC-46E8-E8A0-9362D86FDE5D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게시글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9B303-B155-E8CF-BD19-3918769D137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V-HLC-02-002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128EEB-8E61-2FB5-5080-B683B1BAFD4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537D20-2973-B76E-D78C-D5BE8C98229C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9428776" cy="59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실행나눔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게시물의 제목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F55DD8B5-ECDC-ACE4-BB32-DF31E96828FE}"/>
              </a:ext>
            </a:extLst>
          </p:cNvPr>
          <p:cNvSpPr/>
          <p:nvPr/>
        </p:nvSpPr>
        <p:spPr>
          <a:xfrm>
            <a:off x="163739" y="1736034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5A4A02-690D-E52D-410D-4C832E80E68A}"/>
              </a:ext>
            </a:extLst>
          </p:cNvPr>
          <p:cNvSpPr/>
          <p:nvPr/>
        </p:nvSpPr>
        <p:spPr>
          <a:xfrm>
            <a:off x="173058" y="5581816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7D312982-309A-1900-2F5E-F9830D97A2FB}"/>
              </a:ext>
            </a:extLst>
          </p:cNvPr>
          <p:cNvSpPr/>
          <p:nvPr/>
        </p:nvSpPr>
        <p:spPr>
          <a:xfrm>
            <a:off x="168918" y="5627323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C3CE140-DE5D-5294-E7A1-329F33BA8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600947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AC14FEE-91F0-4A3A-465A-BBC053D48D48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74984B1-AAD0-5D2D-1BAE-6981BB20337F}"/>
              </a:ext>
            </a:extLst>
          </p:cNvPr>
          <p:cNvSpPr/>
          <p:nvPr/>
        </p:nvSpPr>
        <p:spPr>
          <a:xfrm>
            <a:off x="-5961" y="113490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971BFE1-02B2-6E4E-3133-F3FC9D962FFC}"/>
              </a:ext>
            </a:extLst>
          </p:cNvPr>
          <p:cNvSpPr/>
          <p:nvPr/>
        </p:nvSpPr>
        <p:spPr>
          <a:xfrm>
            <a:off x="-27617" y="14768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49AD10-DACF-7A58-D422-2EAD8B9A848A}"/>
              </a:ext>
            </a:extLst>
          </p:cNvPr>
          <p:cNvSpPr/>
          <p:nvPr/>
        </p:nvSpPr>
        <p:spPr>
          <a:xfrm>
            <a:off x="120039" y="17735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F420110-852C-C4A0-51F4-32D99F567DE2}"/>
              </a:ext>
            </a:extLst>
          </p:cNvPr>
          <p:cNvSpPr/>
          <p:nvPr/>
        </p:nvSpPr>
        <p:spPr>
          <a:xfrm>
            <a:off x="-27617" y="56339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C157185-DD6C-E1C2-C7D9-D9D9CB89401C}"/>
              </a:ext>
            </a:extLst>
          </p:cNvPr>
          <p:cNvGrpSpPr/>
          <p:nvPr/>
        </p:nvGrpSpPr>
        <p:grpSpPr>
          <a:xfrm>
            <a:off x="3554406" y="6085716"/>
            <a:ext cx="2524563" cy="360000"/>
            <a:chOff x="1190814" y="6093336"/>
            <a:chExt cx="4729086" cy="360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3E90337-4488-A30A-1393-1DD59A0E31E4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B062AD2-4736-C6C1-5008-142CF58E5D10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5D484E6-A2D7-FA61-A313-FFF43854F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097650"/>
            <a:ext cx="313331" cy="313331"/>
          </a:xfrm>
          <a:prstGeom prst="rect">
            <a:avLst/>
          </a:prstGeom>
        </p:spPr>
      </p:pic>
      <p:pic>
        <p:nvPicPr>
          <p:cNvPr id="35" name="그림 37" descr="사용자">
            <a:extLst>
              <a:ext uri="{FF2B5EF4-FFF2-40B4-BE49-F238E27FC236}">
                <a16:creationId xmlns:a16="http://schemas.microsoft.com/office/drawing/2014/main" id="{31778D41-8E6A-9763-32AC-14BBD9B42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937976" y="6131675"/>
            <a:ext cx="231747" cy="231747"/>
          </a:xfrm>
          <a:prstGeom prst="rect">
            <a:avLst/>
          </a:prstGeom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F65377FD-206E-ED3E-49FC-6875C7DF4DDD}"/>
              </a:ext>
            </a:extLst>
          </p:cNvPr>
          <p:cNvSpPr/>
          <p:nvPr/>
        </p:nvSpPr>
        <p:spPr>
          <a:xfrm>
            <a:off x="3281048" y="61400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</p:spTree>
    <p:extLst>
      <p:ext uri="{BB962C8B-B14F-4D97-AF65-F5344CB8AC3E}">
        <p14:creationId xmlns:p14="http://schemas.microsoft.com/office/powerpoint/2010/main" val="1946408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CA69-6565-5A1B-AA3B-A2D137310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8079A57-C6AA-452D-4610-DEF47F76A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1838804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871FAB4-8577-F502-5D14-6F94134746E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6F156-27D7-03A7-382E-0F40E09DDB0F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게시글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A682E-1E35-E34E-DD30-EF3C4F6BED0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V-HLC-02-002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0B7F2B-3210-2C22-EAC8-2867022A68C4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3561CED-0FD7-1564-2322-35E0620DA4EA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C6A9D0-E42D-6E70-E811-203483A70C80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F1F641-C9BF-932A-8BF0-920472839137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D89BA5F-CA66-F81F-D1C2-18F3DC6FBFC5}"/>
              </a:ext>
            </a:extLst>
          </p:cNvPr>
          <p:cNvSpPr/>
          <p:nvPr/>
        </p:nvSpPr>
        <p:spPr>
          <a:xfrm>
            <a:off x="1227668" y="796802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37D726-53E2-737B-2F28-4CC2E0FE4353}"/>
              </a:ext>
            </a:extLst>
          </p:cNvPr>
          <p:cNvSpPr/>
          <p:nvPr/>
        </p:nvSpPr>
        <p:spPr>
          <a:xfrm>
            <a:off x="1227668" y="1682859"/>
            <a:ext cx="8267700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2A4C4D9-C985-219B-9BB9-B7C7AD94C24A}"/>
              </a:ext>
            </a:extLst>
          </p:cNvPr>
          <p:cNvGrpSpPr/>
          <p:nvPr/>
        </p:nvGrpSpPr>
        <p:grpSpPr>
          <a:xfrm>
            <a:off x="8473678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02DEEF48-58E3-3801-92CD-673115E55606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DCBF70E-22CF-B543-F204-C9361C77C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8982FF-816D-D207-7790-07E0BE275419}"/>
              </a:ext>
            </a:extLst>
          </p:cNvPr>
          <p:cNvSpPr/>
          <p:nvPr/>
        </p:nvSpPr>
        <p:spPr>
          <a:xfrm>
            <a:off x="155492" y="2743200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AE9B6E-0224-C6ED-1CF2-1BA42033C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1B942C5-C1C2-5EE5-0BB1-5186373BE6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CF6740-847C-B350-A365-80E11900D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E55AA66A-A3CF-63C6-A4CA-A3430D392446}"/>
              </a:ext>
            </a:extLst>
          </p:cNvPr>
          <p:cNvSpPr/>
          <p:nvPr/>
        </p:nvSpPr>
        <p:spPr>
          <a:xfrm>
            <a:off x="9134648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067701C-1DCB-C03C-2598-5C06F255C31E}"/>
              </a:ext>
            </a:extLst>
          </p:cNvPr>
          <p:cNvGrpSpPr/>
          <p:nvPr/>
        </p:nvGrpSpPr>
        <p:grpSpPr>
          <a:xfrm>
            <a:off x="8573586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13FB318B-AFD9-D358-E6B3-6316427C82C5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18D7C3CB-C7A6-4ADF-D652-798FF70DA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4986123C-4A54-B0BE-DC3C-369F2CEE22BE}"/>
              </a:ext>
            </a:extLst>
          </p:cNvPr>
          <p:cNvSpPr/>
          <p:nvPr/>
        </p:nvSpPr>
        <p:spPr>
          <a:xfrm>
            <a:off x="8286133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2DFA8E71-5E7D-60B7-DAC4-0CFA431BF575}"/>
              </a:ext>
            </a:extLst>
          </p:cNvPr>
          <p:cNvSpPr/>
          <p:nvPr/>
        </p:nvSpPr>
        <p:spPr>
          <a:xfrm>
            <a:off x="8746435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8673128-BDA1-8B50-F2F7-AF532EEB1A11}"/>
              </a:ext>
            </a:extLst>
          </p:cNvPr>
          <p:cNvSpPr/>
          <p:nvPr/>
        </p:nvSpPr>
        <p:spPr>
          <a:xfrm>
            <a:off x="8582769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CB37CF0-DCF5-B4B6-AA2F-F679755C721C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ACFA547-1227-FB61-E5AD-4745ADEE1CC6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A12622F-5548-B4E8-ADF4-03D0F154CE58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9DA87A4-D242-883F-9E25-180F1409BF95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4425B6A-5E9F-2263-C121-08A0150F536F}"/>
              </a:ext>
            </a:extLst>
          </p:cNvPr>
          <p:cNvSpPr/>
          <p:nvPr/>
        </p:nvSpPr>
        <p:spPr>
          <a:xfrm>
            <a:off x="8286133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BB14835-B7D3-D708-569A-34B635F26E85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255017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A87A7-91BB-6284-3460-2661410D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46961A9-02D5-70BC-E2CF-EC181E571C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869096"/>
              </p:ext>
            </p:extLst>
          </p:nvPr>
        </p:nvGraphicFramePr>
        <p:xfrm>
          <a:off x="9655174" y="276226"/>
          <a:ext cx="2532687" cy="43538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30wk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파일 찾기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목록 페이지에 썸네일로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파일 확장자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용량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권장 사이즈는 추후 확정 예정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15002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미첨부시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파일을 첨부해주세요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복수 파일 처리 가능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종류와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EE07869-F515-2CBA-E3F4-CE6FBD665D4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BF7CD-F307-1F25-59A3-51D9EFD6CFF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게시글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FC7651-06E0-02AE-ED18-7E8F6EB7ADB6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V-HLC-02-003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BFF99A-32DC-337D-3C02-F20361151C26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3BDACC-1948-93B3-9DE2-FAB128C2E8BC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3F6A34F-5596-E3C2-DA92-E7DE81CE67F2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9479126" cy="26075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8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0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썸네일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이미지 파일만 등록가능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000*000)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004608"/>
                  </a:ext>
                </a:extLst>
              </a:tr>
            </a:tbl>
          </a:graphicData>
        </a:graphic>
      </p:graphicFrame>
      <p:sp>
        <p:nvSpPr>
          <p:cNvPr id="13" name="Input">
            <a:extLst>
              <a:ext uri="{FF2B5EF4-FFF2-40B4-BE49-F238E27FC236}">
                <a16:creationId xmlns:a16="http://schemas.microsoft.com/office/drawing/2014/main" id="{32E8C71A-D11D-5E78-681B-BA4739F2EF89}"/>
              </a:ext>
            </a:extLst>
          </p:cNvPr>
          <p:cNvSpPr/>
          <p:nvPr/>
        </p:nvSpPr>
        <p:spPr>
          <a:xfrm>
            <a:off x="1261671" y="1497118"/>
            <a:ext cx="822422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Input">
            <a:extLst>
              <a:ext uri="{FF2B5EF4-FFF2-40B4-BE49-F238E27FC236}">
                <a16:creationId xmlns:a16="http://schemas.microsoft.com/office/drawing/2014/main" id="{F6C6DD2F-6D48-4449-FC7F-D33AA96C7AA5}"/>
              </a:ext>
            </a:extLst>
          </p:cNvPr>
          <p:cNvSpPr/>
          <p:nvPr/>
        </p:nvSpPr>
        <p:spPr>
          <a:xfrm>
            <a:off x="1261671" y="1805921"/>
            <a:ext cx="8224229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5" name="Input">
            <a:extLst>
              <a:ext uri="{FF2B5EF4-FFF2-40B4-BE49-F238E27FC236}">
                <a16:creationId xmlns:a16="http://schemas.microsoft.com/office/drawing/2014/main" id="{90B3DEAF-75E4-C877-C35C-D10950614A8B}"/>
              </a:ext>
            </a:extLst>
          </p:cNvPr>
          <p:cNvSpPr/>
          <p:nvPr/>
        </p:nvSpPr>
        <p:spPr>
          <a:xfrm>
            <a:off x="1261671" y="2859039"/>
            <a:ext cx="7143021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썸네일 파일을 등록해주세요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" name="Input">
            <a:extLst>
              <a:ext uri="{FF2B5EF4-FFF2-40B4-BE49-F238E27FC236}">
                <a16:creationId xmlns:a16="http://schemas.microsoft.com/office/drawing/2014/main" id="{8D8B8E21-8264-B8EA-BB4C-0E3A06A62B87}"/>
              </a:ext>
            </a:extLst>
          </p:cNvPr>
          <p:cNvSpPr/>
          <p:nvPr/>
        </p:nvSpPr>
        <p:spPr>
          <a:xfrm>
            <a:off x="8644335" y="3832632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1949AC0E-30C7-2645-D247-93889246519E}"/>
              </a:ext>
            </a:extLst>
          </p:cNvPr>
          <p:cNvSpPr/>
          <p:nvPr/>
        </p:nvSpPr>
        <p:spPr>
          <a:xfrm>
            <a:off x="8594662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745BB23-7C9D-755E-B716-B0785541E403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8D632CD-3777-35D2-D2C3-77E6484844A8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49AF0DA-2225-CF17-7773-7D4B4C90889F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FEDE080-4B1E-5619-B44C-56990FFE3199}"/>
              </a:ext>
            </a:extLst>
          </p:cNvPr>
          <p:cNvSpPr/>
          <p:nvPr/>
        </p:nvSpPr>
        <p:spPr>
          <a:xfrm>
            <a:off x="8404692" y="382372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7DDC09B-F414-FEC7-958F-A00303BBD0CB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27" name="Input">
            <a:extLst>
              <a:ext uri="{FF2B5EF4-FFF2-40B4-BE49-F238E27FC236}">
                <a16:creationId xmlns:a16="http://schemas.microsoft.com/office/drawing/2014/main" id="{7B5F9835-4194-99CA-1BE8-9D054FFD32C0}"/>
              </a:ext>
            </a:extLst>
          </p:cNvPr>
          <p:cNvSpPr/>
          <p:nvPr/>
        </p:nvSpPr>
        <p:spPr>
          <a:xfrm>
            <a:off x="1261671" y="3419400"/>
            <a:ext cx="7143021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8" name="Input">
            <a:extLst>
              <a:ext uri="{FF2B5EF4-FFF2-40B4-BE49-F238E27FC236}">
                <a16:creationId xmlns:a16="http://schemas.microsoft.com/office/drawing/2014/main" id="{6BA0FB2B-2798-B807-74F1-BD31770AA3A8}"/>
              </a:ext>
            </a:extLst>
          </p:cNvPr>
          <p:cNvSpPr/>
          <p:nvPr/>
        </p:nvSpPr>
        <p:spPr>
          <a:xfrm>
            <a:off x="8594662" y="3418252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98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A806-99A0-9FC5-C6CD-B1047366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2DA1DB-8F0B-1206-BF4C-9031D8E9E16C}"/>
              </a:ext>
            </a:extLst>
          </p:cNvPr>
          <p:cNvSpPr/>
          <p:nvPr/>
        </p:nvSpPr>
        <p:spPr>
          <a:xfrm>
            <a:off x="1524000" y="2276872"/>
            <a:ext cx="9144000" cy="20162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/>
              <a:t>연구지원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83297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EA97-C9EB-5F35-448C-10476890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2EBE3D14-0B93-3471-8352-7455504F17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7837944"/>
              </p:ext>
            </p:extLst>
          </p:nvPr>
        </p:nvGraphicFramePr>
        <p:xfrm>
          <a:off x="9655174" y="284464"/>
          <a:ext cx="2532687" cy="48719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입력 후 검색 시 검색결과 리스트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4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 항목씩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항목은 썸네일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타이틀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 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개설일자 로 구성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선택 시 상세 페이지로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다음페이지에 상세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참여중인 연구지원일 경우 표시 플래그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리스트 제공하는 페이지 상에서는 모두 표기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결과로 나타난 결과상에도 가입된 연구지원이 포함되는 경우에는 플래그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신규 연구지원 등록을 위한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연구지원 등록 요청이 진행중인 경우에는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후 관리자 승인 이전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대기 중인 연구지원 요청이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요청건이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완료되지 않은 상태에서는 추가로 연구지원 등록불가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확인필요 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 연구지원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참여중인 연구지원 리스트만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후 사용자의 연구지원리스트만 출력된 상태에서는 버튼명이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로 변경 후 전체보기 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리스트로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C0D0FDD-E16C-3416-9883-FB8CD0323A0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ABCDD6-FE0E-C56F-441C-CB1517624F6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리스트</a:t>
            </a:r>
          </a:p>
        </p:txBody>
      </p:sp>
      <p:grpSp>
        <p:nvGrpSpPr>
          <p:cNvPr id="42" name="Pagination">
            <a:extLst>
              <a:ext uri="{FF2B5EF4-FFF2-40B4-BE49-F238E27FC236}">
                <a16:creationId xmlns:a16="http://schemas.microsoft.com/office/drawing/2014/main" id="{C66772AF-DF4B-6844-08F9-D711F08AA7FC}"/>
              </a:ext>
            </a:extLst>
          </p:cNvPr>
          <p:cNvGrpSpPr/>
          <p:nvPr/>
        </p:nvGrpSpPr>
        <p:grpSpPr>
          <a:xfrm>
            <a:off x="3004006" y="6154426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3" name="Previous">
              <a:extLst>
                <a:ext uri="{FF2B5EF4-FFF2-40B4-BE49-F238E27FC236}">
                  <a16:creationId xmlns:a16="http://schemas.microsoft.com/office/drawing/2014/main" id="{6C9DFEC2-5230-8964-843C-5BC98A947571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44" name="Page 1">
              <a:extLst>
                <a:ext uri="{FF2B5EF4-FFF2-40B4-BE49-F238E27FC236}">
                  <a16:creationId xmlns:a16="http://schemas.microsoft.com/office/drawing/2014/main" id="{010504F3-05EC-5CEA-0AD9-270AB18E4468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5" name="Page 2">
              <a:extLst>
                <a:ext uri="{FF2B5EF4-FFF2-40B4-BE49-F238E27FC236}">
                  <a16:creationId xmlns:a16="http://schemas.microsoft.com/office/drawing/2014/main" id="{BE34F602-857B-B3C9-A321-72BC1BF9178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48" name="Page 3">
              <a:extLst>
                <a:ext uri="{FF2B5EF4-FFF2-40B4-BE49-F238E27FC236}">
                  <a16:creationId xmlns:a16="http://schemas.microsoft.com/office/drawing/2014/main" id="{D7A99438-4171-9D89-8B4F-FE7FF0D18093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6" name="Page 4">
              <a:extLst>
                <a:ext uri="{FF2B5EF4-FFF2-40B4-BE49-F238E27FC236}">
                  <a16:creationId xmlns:a16="http://schemas.microsoft.com/office/drawing/2014/main" id="{D8E768E1-4626-EB0D-CB30-F1CD571EFF51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7" name="Page 5">
              <a:extLst>
                <a:ext uri="{FF2B5EF4-FFF2-40B4-BE49-F238E27FC236}">
                  <a16:creationId xmlns:a16="http://schemas.microsoft.com/office/drawing/2014/main" id="{53B96D3D-3C93-CB7D-320C-83305807C435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8" name="Next">
              <a:extLst>
                <a:ext uri="{FF2B5EF4-FFF2-40B4-BE49-F238E27FC236}">
                  <a16:creationId xmlns:a16="http://schemas.microsoft.com/office/drawing/2014/main" id="{3EEC0B8C-512A-A8AA-B2A3-458FF76FE8CF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60" name="Page 1">
              <a:extLst>
                <a:ext uri="{FF2B5EF4-FFF2-40B4-BE49-F238E27FC236}">
                  <a16:creationId xmlns:a16="http://schemas.microsoft.com/office/drawing/2014/main" id="{87345DE4-9ECE-7BE2-E8DA-A27F5A8BE42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61" name="Page 2">
              <a:extLst>
                <a:ext uri="{FF2B5EF4-FFF2-40B4-BE49-F238E27FC236}">
                  <a16:creationId xmlns:a16="http://schemas.microsoft.com/office/drawing/2014/main" id="{88B42862-6462-7CF3-BD2D-4F4508DF110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62" name="Page 3">
              <a:extLst>
                <a:ext uri="{FF2B5EF4-FFF2-40B4-BE49-F238E27FC236}">
                  <a16:creationId xmlns:a16="http://schemas.microsoft.com/office/drawing/2014/main" id="{1666A7B3-216D-7C39-3521-963723BE8BB2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63" name="Page 4">
              <a:extLst>
                <a:ext uri="{FF2B5EF4-FFF2-40B4-BE49-F238E27FC236}">
                  <a16:creationId xmlns:a16="http://schemas.microsoft.com/office/drawing/2014/main" id="{A81C6A76-D082-9646-37CC-5B4BFFE168B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104" name="Page 5">
              <a:extLst>
                <a:ext uri="{FF2B5EF4-FFF2-40B4-BE49-F238E27FC236}">
                  <a16:creationId xmlns:a16="http://schemas.microsoft.com/office/drawing/2014/main" id="{E3334EDB-67F4-40C6-8421-C44724A53317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106" name="Page 5">
              <a:extLst>
                <a:ext uri="{FF2B5EF4-FFF2-40B4-BE49-F238E27FC236}">
                  <a16:creationId xmlns:a16="http://schemas.microsoft.com/office/drawing/2014/main" id="{CAAF4941-0B5F-4180-5C2D-F469FDBE238D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15" name="Page 2">
              <a:extLst>
                <a:ext uri="{FF2B5EF4-FFF2-40B4-BE49-F238E27FC236}">
                  <a16:creationId xmlns:a16="http://schemas.microsoft.com/office/drawing/2014/main" id="{4924C690-8982-AE1E-E015-669A14EE2D9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116" name="Input">
            <a:extLst>
              <a:ext uri="{FF2B5EF4-FFF2-40B4-BE49-F238E27FC236}">
                <a16:creationId xmlns:a16="http://schemas.microsoft.com/office/drawing/2014/main" id="{8E5A27D4-4C97-B113-E397-618967CC38CA}"/>
              </a:ext>
            </a:extLst>
          </p:cNvPr>
          <p:cNvSpPr/>
          <p:nvPr/>
        </p:nvSpPr>
        <p:spPr>
          <a:xfrm>
            <a:off x="8206855" y="5996607"/>
            <a:ext cx="891238" cy="219755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연구지원등록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CDC30CAC-C97B-7C18-F75D-1513B522420E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46" name="직사각형 4145">
            <a:extLst>
              <a:ext uri="{FF2B5EF4-FFF2-40B4-BE49-F238E27FC236}">
                <a16:creationId xmlns:a16="http://schemas.microsoft.com/office/drawing/2014/main" id="{A7B5E413-DFEB-A7FD-8116-B4BE6DF329AE}"/>
              </a:ext>
            </a:extLst>
          </p:cNvPr>
          <p:cNvSpPr/>
          <p:nvPr/>
        </p:nvSpPr>
        <p:spPr>
          <a:xfrm>
            <a:off x="203001" y="103758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47" name="Input">
            <a:extLst>
              <a:ext uri="{FF2B5EF4-FFF2-40B4-BE49-F238E27FC236}">
                <a16:creationId xmlns:a16="http://schemas.microsoft.com/office/drawing/2014/main" id="{9E58B14F-BC07-5081-10DA-3926ADB1FA7A}"/>
              </a:ext>
            </a:extLst>
          </p:cNvPr>
          <p:cNvSpPr/>
          <p:nvPr/>
        </p:nvSpPr>
        <p:spPr>
          <a:xfrm>
            <a:off x="2392742" y="112115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8" name="Input">
            <a:extLst>
              <a:ext uri="{FF2B5EF4-FFF2-40B4-BE49-F238E27FC236}">
                <a16:creationId xmlns:a16="http://schemas.microsoft.com/office/drawing/2014/main" id="{6D4ABF0D-FEE8-D4DA-D39A-6D8B62BA2521}"/>
              </a:ext>
            </a:extLst>
          </p:cNvPr>
          <p:cNvSpPr/>
          <p:nvPr/>
        </p:nvSpPr>
        <p:spPr>
          <a:xfrm>
            <a:off x="983346" y="112115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6435E907-60DE-0D96-97DC-6FE2BD8AE714}"/>
              </a:ext>
            </a:extLst>
          </p:cNvPr>
          <p:cNvGrpSpPr/>
          <p:nvPr/>
        </p:nvGrpSpPr>
        <p:grpSpPr>
          <a:xfrm>
            <a:off x="273422" y="1125280"/>
            <a:ext cx="662728" cy="224895"/>
            <a:chOff x="2462166" y="2229029"/>
            <a:chExt cx="662728" cy="224895"/>
          </a:xfrm>
        </p:grpSpPr>
        <p:sp>
          <p:nvSpPr>
            <p:cNvPr id="4150" name="Input">
              <a:extLst>
                <a:ext uri="{FF2B5EF4-FFF2-40B4-BE49-F238E27FC236}">
                  <a16:creationId xmlns:a16="http://schemas.microsoft.com/office/drawing/2014/main" id="{C0701016-B6DB-D2D5-E80F-EFC63FB38E7F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51" name="Chevron Right">
              <a:extLst>
                <a:ext uri="{FF2B5EF4-FFF2-40B4-BE49-F238E27FC236}">
                  <a16:creationId xmlns:a16="http://schemas.microsoft.com/office/drawing/2014/main" id="{A751A01F-850D-FD2D-8A9C-7F71AF9E09C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159492-A43D-31E0-EFB1-11901CE4A56C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4FE47F1-434A-B603-08F9-8D48365862C4}"/>
              </a:ext>
            </a:extLst>
          </p:cNvPr>
          <p:cNvGrpSpPr/>
          <p:nvPr/>
        </p:nvGrpSpPr>
        <p:grpSpPr>
          <a:xfrm>
            <a:off x="387722" y="1932831"/>
            <a:ext cx="1777067" cy="1572301"/>
            <a:chOff x="2701742" y="2428874"/>
            <a:chExt cx="1777067" cy="15723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A1C0710-E2CB-3405-D3DA-700C08656AF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130564-F965-3247-85FA-B4473DD66875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891AF94-9F67-60D3-A75C-4BC558A9A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B4EA9CB5-E5A6-F15D-605E-6C7E4898CF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62C1AD-760F-2655-4B94-270363B2468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965784-8692-70BD-A59A-4ACBE6CDB2C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C3EA24-2886-1BE5-E19B-732D36E3E3A9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8D7320-2F43-CBB0-6F39-7221E22EC6BE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6A29CC9-C805-C478-37EF-8D7A4D024370}"/>
              </a:ext>
            </a:extLst>
          </p:cNvPr>
          <p:cNvGrpSpPr/>
          <p:nvPr/>
        </p:nvGrpSpPr>
        <p:grpSpPr>
          <a:xfrm>
            <a:off x="2662787" y="1932831"/>
            <a:ext cx="1777067" cy="1572301"/>
            <a:chOff x="2701742" y="2428874"/>
            <a:chExt cx="1777067" cy="157230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E33118C-2B48-56FB-1AD2-32404FC4DBA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046DD2F-8D62-C5B2-5DF5-D624D508175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B8BF036-78E2-3530-0895-461B9E35B4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61F24A9-BF83-4C25-CBB2-B23BE59975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94C6A1-45DF-A1B4-5BD9-103B1FB9A8E9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F16DDE-8D99-00AB-B8C0-91FF3C13981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7FCFAF5-C054-1F32-9409-800F681960E4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BC13B9-0F70-2F48-13FB-F9578163A10E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EAFF4CA-7C7D-2E81-8C59-849239C91649}"/>
              </a:ext>
            </a:extLst>
          </p:cNvPr>
          <p:cNvGrpSpPr/>
          <p:nvPr/>
        </p:nvGrpSpPr>
        <p:grpSpPr>
          <a:xfrm>
            <a:off x="4976925" y="1932831"/>
            <a:ext cx="1777067" cy="1572301"/>
            <a:chOff x="2701742" y="2428874"/>
            <a:chExt cx="1777067" cy="157230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7DE615A-2CB5-DA68-2160-EA8CBE91720A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A7CD949-516E-8A6E-051B-F98FCAC7A4F6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96213C06-97A3-ADB4-A607-697CB15687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F53F22B1-7FCC-194A-9C03-52494AAA0B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3CFDBE-5C93-2E66-7F03-E6127779B67D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6CABE-D5AB-51A6-87F9-AD13872BFE8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7E2A223-14F0-1582-4E0D-ACCD7ABB497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4D46B13-1A37-53E0-B486-220239A1887C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0E80214-45A5-11F0-BDF8-9C398F43AACF}"/>
              </a:ext>
            </a:extLst>
          </p:cNvPr>
          <p:cNvGrpSpPr/>
          <p:nvPr/>
        </p:nvGrpSpPr>
        <p:grpSpPr>
          <a:xfrm>
            <a:off x="7303128" y="1932831"/>
            <a:ext cx="1777067" cy="1572301"/>
            <a:chOff x="2701742" y="2428874"/>
            <a:chExt cx="1777067" cy="157230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832508D-073E-9613-803E-9E4DBD18A65C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360E9CA-1E65-32D2-1C84-E9DB9F49D39A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A4BCD4B9-5277-69A5-839E-489FF6E99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2E8710B-8F06-2781-0C50-21DD58E564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900AFE-031B-5A27-EAB5-BA8683487D98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F85D8C-4DE7-3E81-BA04-23DF378D1173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55342B6-5FBD-AC1D-65C1-073B177E2362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574895E-A58E-A229-E3DE-7C283F6E486F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107" name="그룹 4106">
            <a:extLst>
              <a:ext uri="{FF2B5EF4-FFF2-40B4-BE49-F238E27FC236}">
                <a16:creationId xmlns:a16="http://schemas.microsoft.com/office/drawing/2014/main" id="{D5DDE222-AC39-1B6B-509A-4E8EF9208F00}"/>
              </a:ext>
            </a:extLst>
          </p:cNvPr>
          <p:cNvGrpSpPr/>
          <p:nvPr/>
        </p:nvGrpSpPr>
        <p:grpSpPr>
          <a:xfrm>
            <a:off x="387722" y="4276418"/>
            <a:ext cx="1777067" cy="1572301"/>
            <a:chOff x="2701742" y="2428874"/>
            <a:chExt cx="1777067" cy="1572301"/>
          </a:xfrm>
        </p:grpSpPr>
        <p:sp>
          <p:nvSpPr>
            <p:cNvPr id="4108" name="직사각형 4107">
              <a:extLst>
                <a:ext uri="{FF2B5EF4-FFF2-40B4-BE49-F238E27FC236}">
                  <a16:creationId xmlns:a16="http://schemas.microsoft.com/office/drawing/2014/main" id="{D0931565-4257-3231-B55F-A90E1D597A5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9" name="직사각형 4108">
              <a:extLst>
                <a:ext uri="{FF2B5EF4-FFF2-40B4-BE49-F238E27FC236}">
                  <a16:creationId xmlns:a16="http://schemas.microsoft.com/office/drawing/2014/main" id="{65A23E37-D9FB-671B-D74B-50D3D3F8465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10" name="직선 연결선 4109">
              <a:extLst>
                <a:ext uri="{FF2B5EF4-FFF2-40B4-BE49-F238E27FC236}">
                  <a16:creationId xmlns:a16="http://schemas.microsoft.com/office/drawing/2014/main" id="{E4DA2015-7121-C5FB-B151-10B5DFCC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직선 연결선 4110">
              <a:extLst>
                <a:ext uri="{FF2B5EF4-FFF2-40B4-BE49-F238E27FC236}">
                  <a16:creationId xmlns:a16="http://schemas.microsoft.com/office/drawing/2014/main" id="{850A4F68-5CCF-078A-842A-09AC87AB18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2" name="TextBox 4111">
              <a:extLst>
                <a:ext uri="{FF2B5EF4-FFF2-40B4-BE49-F238E27FC236}">
                  <a16:creationId xmlns:a16="http://schemas.microsoft.com/office/drawing/2014/main" id="{C770496F-6B4F-5F4E-9331-AB9144CC1F28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13" name="TextBox 4112">
              <a:extLst>
                <a:ext uri="{FF2B5EF4-FFF2-40B4-BE49-F238E27FC236}">
                  <a16:creationId xmlns:a16="http://schemas.microsoft.com/office/drawing/2014/main" id="{6BF73CB0-D689-20AF-E869-6D81656FEC3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14" name="TextBox 4113">
              <a:extLst>
                <a:ext uri="{FF2B5EF4-FFF2-40B4-BE49-F238E27FC236}">
                  <a16:creationId xmlns:a16="http://schemas.microsoft.com/office/drawing/2014/main" id="{184F109C-B78C-E9EF-0D34-54C6654EC09F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18" name="TextBox 4117">
              <a:extLst>
                <a:ext uri="{FF2B5EF4-FFF2-40B4-BE49-F238E27FC236}">
                  <a16:creationId xmlns:a16="http://schemas.microsoft.com/office/drawing/2014/main" id="{B4C5A7F9-A202-D4BC-A65B-CA6D5251695E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119" name="그룹 4118">
            <a:extLst>
              <a:ext uri="{FF2B5EF4-FFF2-40B4-BE49-F238E27FC236}">
                <a16:creationId xmlns:a16="http://schemas.microsoft.com/office/drawing/2014/main" id="{B998D4E3-1C39-EDD0-F883-3644F6F32576}"/>
              </a:ext>
            </a:extLst>
          </p:cNvPr>
          <p:cNvGrpSpPr/>
          <p:nvPr/>
        </p:nvGrpSpPr>
        <p:grpSpPr>
          <a:xfrm>
            <a:off x="2662787" y="4276418"/>
            <a:ext cx="1777067" cy="1572301"/>
            <a:chOff x="2701742" y="2428874"/>
            <a:chExt cx="1777067" cy="1572301"/>
          </a:xfrm>
        </p:grpSpPr>
        <p:sp>
          <p:nvSpPr>
            <p:cNvPr id="4120" name="직사각형 4119">
              <a:extLst>
                <a:ext uri="{FF2B5EF4-FFF2-40B4-BE49-F238E27FC236}">
                  <a16:creationId xmlns:a16="http://schemas.microsoft.com/office/drawing/2014/main" id="{D05AE411-C1ED-92BB-CE17-C9E9475EC5B5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2" name="직사각형 4151">
              <a:extLst>
                <a:ext uri="{FF2B5EF4-FFF2-40B4-BE49-F238E27FC236}">
                  <a16:creationId xmlns:a16="http://schemas.microsoft.com/office/drawing/2014/main" id="{E351C257-07CA-AD9A-8E9D-A8FDB5E7F127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53" name="직선 연결선 4152">
              <a:extLst>
                <a:ext uri="{FF2B5EF4-FFF2-40B4-BE49-F238E27FC236}">
                  <a16:creationId xmlns:a16="http://schemas.microsoft.com/office/drawing/2014/main" id="{082D0429-55E7-C88C-13CB-F652F52447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직선 연결선 4153">
              <a:extLst>
                <a:ext uri="{FF2B5EF4-FFF2-40B4-BE49-F238E27FC236}">
                  <a16:creationId xmlns:a16="http://schemas.microsoft.com/office/drawing/2014/main" id="{952F1C0B-4267-5152-841D-27A67D4F3F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5" name="TextBox 4154">
              <a:extLst>
                <a:ext uri="{FF2B5EF4-FFF2-40B4-BE49-F238E27FC236}">
                  <a16:creationId xmlns:a16="http://schemas.microsoft.com/office/drawing/2014/main" id="{214E3CAE-BCDE-ADC2-3DB1-1DFADDEDBCE1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56" name="TextBox 4155">
              <a:extLst>
                <a:ext uri="{FF2B5EF4-FFF2-40B4-BE49-F238E27FC236}">
                  <a16:creationId xmlns:a16="http://schemas.microsoft.com/office/drawing/2014/main" id="{2D0B89F0-7CD9-4006-E806-2C312C290A87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57" name="TextBox 4156">
              <a:extLst>
                <a:ext uri="{FF2B5EF4-FFF2-40B4-BE49-F238E27FC236}">
                  <a16:creationId xmlns:a16="http://schemas.microsoft.com/office/drawing/2014/main" id="{FE6DC0A0-1207-42F2-6A27-EB2BA7C33C09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59" name="TextBox 4158">
              <a:extLst>
                <a:ext uri="{FF2B5EF4-FFF2-40B4-BE49-F238E27FC236}">
                  <a16:creationId xmlns:a16="http://schemas.microsoft.com/office/drawing/2014/main" id="{78C87A87-86B6-7581-80D3-94DF475C81B7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160" name="그룹 4159">
            <a:extLst>
              <a:ext uri="{FF2B5EF4-FFF2-40B4-BE49-F238E27FC236}">
                <a16:creationId xmlns:a16="http://schemas.microsoft.com/office/drawing/2014/main" id="{D57D7D31-7ACF-27FC-168F-8DA604EF0AEA}"/>
              </a:ext>
            </a:extLst>
          </p:cNvPr>
          <p:cNvGrpSpPr/>
          <p:nvPr/>
        </p:nvGrpSpPr>
        <p:grpSpPr>
          <a:xfrm>
            <a:off x="4976925" y="4276418"/>
            <a:ext cx="1777067" cy="1572301"/>
            <a:chOff x="2701742" y="2428874"/>
            <a:chExt cx="1777067" cy="1572301"/>
          </a:xfrm>
        </p:grpSpPr>
        <p:sp>
          <p:nvSpPr>
            <p:cNvPr id="4161" name="직사각형 4160">
              <a:extLst>
                <a:ext uri="{FF2B5EF4-FFF2-40B4-BE49-F238E27FC236}">
                  <a16:creationId xmlns:a16="http://schemas.microsoft.com/office/drawing/2014/main" id="{5C570CB6-6FAD-8318-ACD9-1FF00BE142D2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2" name="직사각형 4161">
              <a:extLst>
                <a:ext uri="{FF2B5EF4-FFF2-40B4-BE49-F238E27FC236}">
                  <a16:creationId xmlns:a16="http://schemas.microsoft.com/office/drawing/2014/main" id="{54CF88F5-A547-CD79-A21C-1D8B61070671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63" name="직선 연결선 4162">
              <a:extLst>
                <a:ext uri="{FF2B5EF4-FFF2-40B4-BE49-F238E27FC236}">
                  <a16:creationId xmlns:a16="http://schemas.microsoft.com/office/drawing/2014/main" id="{153E2154-E3A6-0D1E-B62A-C7299C650F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직선 연결선 4163">
              <a:extLst>
                <a:ext uri="{FF2B5EF4-FFF2-40B4-BE49-F238E27FC236}">
                  <a16:creationId xmlns:a16="http://schemas.microsoft.com/office/drawing/2014/main" id="{E00DD83C-1A96-2502-7E76-257CB8B84E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5" name="TextBox 4164">
              <a:extLst>
                <a:ext uri="{FF2B5EF4-FFF2-40B4-BE49-F238E27FC236}">
                  <a16:creationId xmlns:a16="http://schemas.microsoft.com/office/drawing/2014/main" id="{565606DD-60B2-741B-6506-6C79D8140B0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66" name="TextBox 4165">
              <a:extLst>
                <a:ext uri="{FF2B5EF4-FFF2-40B4-BE49-F238E27FC236}">
                  <a16:creationId xmlns:a16="http://schemas.microsoft.com/office/drawing/2014/main" id="{12FF4D6B-1F44-6F47-78B6-ED8E3E64492A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67" name="TextBox 4166">
              <a:extLst>
                <a:ext uri="{FF2B5EF4-FFF2-40B4-BE49-F238E27FC236}">
                  <a16:creationId xmlns:a16="http://schemas.microsoft.com/office/drawing/2014/main" id="{DC7A528F-7A0D-6C1A-4AF9-99636A53FECD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68" name="TextBox 4167">
              <a:extLst>
                <a:ext uri="{FF2B5EF4-FFF2-40B4-BE49-F238E27FC236}">
                  <a16:creationId xmlns:a16="http://schemas.microsoft.com/office/drawing/2014/main" id="{127879F2-D4C4-0A36-6AB5-36876D5420E4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169" name="그룹 4168">
            <a:extLst>
              <a:ext uri="{FF2B5EF4-FFF2-40B4-BE49-F238E27FC236}">
                <a16:creationId xmlns:a16="http://schemas.microsoft.com/office/drawing/2014/main" id="{641106F2-96B2-B626-D86C-35E47BA23FD7}"/>
              </a:ext>
            </a:extLst>
          </p:cNvPr>
          <p:cNvGrpSpPr/>
          <p:nvPr/>
        </p:nvGrpSpPr>
        <p:grpSpPr>
          <a:xfrm>
            <a:off x="7303128" y="4276418"/>
            <a:ext cx="1777067" cy="1572301"/>
            <a:chOff x="2701742" y="2428874"/>
            <a:chExt cx="1777067" cy="1572301"/>
          </a:xfrm>
        </p:grpSpPr>
        <p:sp>
          <p:nvSpPr>
            <p:cNvPr id="4170" name="직사각형 4169">
              <a:extLst>
                <a:ext uri="{FF2B5EF4-FFF2-40B4-BE49-F238E27FC236}">
                  <a16:creationId xmlns:a16="http://schemas.microsoft.com/office/drawing/2014/main" id="{539196EE-6A93-9E21-AD9D-FE07A5333AB3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1" name="직사각형 4170">
              <a:extLst>
                <a:ext uri="{FF2B5EF4-FFF2-40B4-BE49-F238E27FC236}">
                  <a16:creationId xmlns:a16="http://schemas.microsoft.com/office/drawing/2014/main" id="{3E6E0578-DB72-FCC7-402E-D8043ECF9ABC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72" name="직선 연결선 4171">
              <a:extLst>
                <a:ext uri="{FF2B5EF4-FFF2-40B4-BE49-F238E27FC236}">
                  <a16:creationId xmlns:a16="http://schemas.microsoft.com/office/drawing/2014/main" id="{BAFF4601-6AAF-ACBA-6B80-109D03C18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3" name="직선 연결선 4172">
              <a:extLst>
                <a:ext uri="{FF2B5EF4-FFF2-40B4-BE49-F238E27FC236}">
                  <a16:creationId xmlns:a16="http://schemas.microsoft.com/office/drawing/2014/main" id="{D1FA68B8-3475-A081-1619-2245C0446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4" name="TextBox 4173">
              <a:extLst>
                <a:ext uri="{FF2B5EF4-FFF2-40B4-BE49-F238E27FC236}">
                  <a16:creationId xmlns:a16="http://schemas.microsoft.com/office/drawing/2014/main" id="{DBCC43C7-D9E1-2377-3C9D-584D1654A44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75" name="TextBox 4174">
              <a:extLst>
                <a:ext uri="{FF2B5EF4-FFF2-40B4-BE49-F238E27FC236}">
                  <a16:creationId xmlns:a16="http://schemas.microsoft.com/office/drawing/2014/main" id="{E59E545E-A624-4306-D702-C92071CF023D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76" name="TextBox 4175">
              <a:extLst>
                <a:ext uri="{FF2B5EF4-FFF2-40B4-BE49-F238E27FC236}">
                  <a16:creationId xmlns:a16="http://schemas.microsoft.com/office/drawing/2014/main" id="{95EDC852-7F46-36D2-476A-D35BAE5AEB9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77" name="TextBox 4176">
              <a:extLst>
                <a:ext uri="{FF2B5EF4-FFF2-40B4-BE49-F238E27FC236}">
                  <a16:creationId xmlns:a16="http://schemas.microsoft.com/office/drawing/2014/main" id="{995A8FCB-17DC-3107-BDB5-F84C51F0ECE0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4179" name="직선 연결선 4178">
            <a:extLst>
              <a:ext uri="{FF2B5EF4-FFF2-40B4-BE49-F238E27FC236}">
                <a16:creationId xmlns:a16="http://schemas.microsoft.com/office/drawing/2014/main" id="{48ECC0B0-5764-1777-2BAC-398226B793A5}"/>
              </a:ext>
            </a:extLst>
          </p:cNvPr>
          <p:cNvCxnSpPr>
            <a:cxnSpLocks/>
          </p:cNvCxnSpPr>
          <p:nvPr/>
        </p:nvCxnSpPr>
        <p:spPr>
          <a:xfrm>
            <a:off x="411480" y="4076662"/>
            <a:ext cx="86334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1" name="타원 4180">
            <a:extLst>
              <a:ext uri="{FF2B5EF4-FFF2-40B4-BE49-F238E27FC236}">
                <a16:creationId xmlns:a16="http://schemas.microsoft.com/office/drawing/2014/main" id="{06D475D3-1300-2CC0-05A5-805C228A8E07}"/>
              </a:ext>
            </a:extLst>
          </p:cNvPr>
          <p:cNvSpPr/>
          <p:nvPr/>
        </p:nvSpPr>
        <p:spPr>
          <a:xfrm>
            <a:off x="-7953" y="1135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182" name="타원 4181">
            <a:extLst>
              <a:ext uri="{FF2B5EF4-FFF2-40B4-BE49-F238E27FC236}">
                <a16:creationId xmlns:a16="http://schemas.microsoft.com/office/drawing/2014/main" id="{8E7D0E56-60DB-5FE1-DA63-3A6EE5F0406E}"/>
              </a:ext>
            </a:extLst>
          </p:cNvPr>
          <p:cNvSpPr/>
          <p:nvPr/>
        </p:nvSpPr>
        <p:spPr>
          <a:xfrm>
            <a:off x="302517" y="175673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186" name="타원 4185">
            <a:extLst>
              <a:ext uri="{FF2B5EF4-FFF2-40B4-BE49-F238E27FC236}">
                <a16:creationId xmlns:a16="http://schemas.microsoft.com/office/drawing/2014/main" id="{9D979EB8-769F-3658-FC26-37B95D85EC31}"/>
              </a:ext>
            </a:extLst>
          </p:cNvPr>
          <p:cNvSpPr/>
          <p:nvPr/>
        </p:nvSpPr>
        <p:spPr>
          <a:xfrm>
            <a:off x="9016480" y="596825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pic>
        <p:nvPicPr>
          <p:cNvPr id="4187" name="그림 4186">
            <a:extLst>
              <a:ext uri="{FF2B5EF4-FFF2-40B4-BE49-F238E27FC236}">
                <a16:creationId xmlns:a16="http://schemas.microsoft.com/office/drawing/2014/main" id="{16F1FEF6-D7A1-AFD7-291F-AB7DF85828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729278"/>
            <a:ext cx="8686800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190" name="말풍선: 사각형 4189">
            <a:extLst>
              <a:ext uri="{FF2B5EF4-FFF2-40B4-BE49-F238E27FC236}">
                <a16:creationId xmlns:a16="http://schemas.microsoft.com/office/drawing/2014/main" id="{A3B915CB-DF5F-7072-BE81-263225DEA3FB}"/>
              </a:ext>
            </a:extLst>
          </p:cNvPr>
          <p:cNvSpPr/>
          <p:nvPr/>
        </p:nvSpPr>
        <p:spPr>
          <a:xfrm>
            <a:off x="4050030" y="1951768"/>
            <a:ext cx="373380" cy="156250"/>
          </a:xfrm>
          <a:prstGeom prst="wedgeRectCallo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EE0000"/>
                </a:solidFill>
              </a:rPr>
              <a:t>MY</a:t>
            </a:r>
            <a:endParaRPr lang="ko-KR" altLang="en-US" sz="1000" dirty="0">
              <a:solidFill>
                <a:srgbClr val="EE0000"/>
              </a:solidFill>
            </a:endParaRPr>
          </a:p>
        </p:txBody>
      </p:sp>
      <p:sp>
        <p:nvSpPr>
          <p:cNvPr id="4191" name="타원 4190">
            <a:extLst>
              <a:ext uri="{FF2B5EF4-FFF2-40B4-BE49-F238E27FC236}">
                <a16:creationId xmlns:a16="http://schemas.microsoft.com/office/drawing/2014/main" id="{B3C3B257-2C5A-72BD-980E-DBE138F81BE0}"/>
              </a:ext>
            </a:extLst>
          </p:cNvPr>
          <p:cNvSpPr/>
          <p:nvPr/>
        </p:nvSpPr>
        <p:spPr>
          <a:xfrm>
            <a:off x="4314976" y="175673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D3B759D6-0B44-5571-266A-F9BC8B7A01CB}"/>
              </a:ext>
            </a:extLst>
          </p:cNvPr>
          <p:cNvSpPr/>
          <p:nvPr/>
        </p:nvSpPr>
        <p:spPr>
          <a:xfrm>
            <a:off x="8206855" y="1602947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나의 연구지원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E3BAEE4-4A76-5489-DC5D-D2B55A499E1B}"/>
              </a:ext>
            </a:extLst>
          </p:cNvPr>
          <p:cNvSpPr/>
          <p:nvPr/>
        </p:nvSpPr>
        <p:spPr>
          <a:xfrm>
            <a:off x="9016480" y="157774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E5A106-4409-097B-EDE1-73190232ED9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7269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37629-8A4E-2955-0296-DEBC3329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DC0BD-02CF-720E-2A4E-3AD1BB81E2E3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6518A2C-FD38-89AB-B48D-67562D5EB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2394472"/>
              </p:ext>
            </p:extLst>
          </p:nvPr>
        </p:nvGraphicFramePr>
        <p:xfrm>
          <a:off x="9655174" y="276226"/>
          <a:ext cx="2532687" cy="37746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공간 상세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(Title)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 영역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은 사용자 분류에 따라서 상이하게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연구지원의 현재 참여하고 있는 멤버 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숫자로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 선택 시 하단으로 멤버리스트 제공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다음페이지에 상세 정보 표기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버튼은 멤버관리 권한이 있는 사용자가 접근한 경우에만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개설자는 해당 권한을 자동보유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미보유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불가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운영자는 개설자가 권한을 부여한 경우에 가능하며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기타 사용자도 운영자가 권한을 부여한 경우에는 해당됨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멤버관리 팝업 페이지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메뉴영역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탭 선택 시 하단의 콘텐츠 영역 변경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문서 작성 공동편집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방식 확인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3AA7545-4D7B-DFCC-E9E6-7E2F8FECD40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BAC7E0-ED1B-A036-A40C-8410F102679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90A5EA-8BC3-4AC4-A4AD-A870EDE711F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812E2-906E-AEF8-8EBE-6A373B060290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280F7-D9D5-8D0D-AFFE-9F997135885E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3DE6C-60AC-041D-7153-4921842F8523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E7119C4-B961-2C6E-8F9B-13B0985EC39D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569448"/>
          <a:ext cx="9329552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DF8BD52-1B78-BBA5-F586-BB7ED41554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EC5ABF3-CC1A-9AAA-04FC-0A94348C2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B7FBA1F-107E-0FD7-28CF-AB1078AED5D1}"/>
              </a:ext>
            </a:extLst>
          </p:cNvPr>
          <p:cNvSpPr/>
          <p:nvPr/>
        </p:nvSpPr>
        <p:spPr>
          <a:xfrm>
            <a:off x="218763" y="2076576"/>
            <a:ext cx="9329550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문서작성 공동편집 방식 확인 후 상세 </a:t>
            </a:r>
            <a:r>
              <a:rPr lang="ko-KR" altLang="en-US" dirty="0" err="1"/>
              <a:t>적상예정</a:t>
            </a:r>
            <a:endParaRPr lang="ko-KR" altLang="en-US" dirty="0"/>
          </a:p>
        </p:txBody>
      </p:sp>
      <p:sp>
        <p:nvSpPr>
          <p:cNvPr id="8" name="Input">
            <a:extLst>
              <a:ext uri="{FF2B5EF4-FFF2-40B4-BE49-F238E27FC236}">
                <a16:creationId xmlns:a16="http://schemas.microsoft.com/office/drawing/2014/main" id="{D115D825-48C4-35F9-A158-70B61C85B9A0}"/>
              </a:ext>
            </a:extLst>
          </p:cNvPr>
          <p:cNvSpPr/>
          <p:nvPr/>
        </p:nvSpPr>
        <p:spPr>
          <a:xfrm>
            <a:off x="8733158" y="1207681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멤버관리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0C297F-683A-5CC4-5DF0-C5100614BE2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상세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8C6970E-BDB8-6C58-DA2C-56D695614CBD}"/>
              </a:ext>
            </a:extLst>
          </p:cNvPr>
          <p:cNvSpPr/>
          <p:nvPr/>
        </p:nvSpPr>
        <p:spPr>
          <a:xfrm>
            <a:off x="-5889" y="80235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AB19DA6-6FF2-0002-2AAA-9D4DE462FD59}"/>
              </a:ext>
            </a:extLst>
          </p:cNvPr>
          <p:cNvSpPr/>
          <p:nvPr/>
        </p:nvSpPr>
        <p:spPr>
          <a:xfrm>
            <a:off x="9317678" y="76862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4B33FD8-3472-3BD6-3331-86F109E85DBA}"/>
              </a:ext>
            </a:extLst>
          </p:cNvPr>
          <p:cNvSpPr/>
          <p:nvPr/>
        </p:nvSpPr>
        <p:spPr>
          <a:xfrm>
            <a:off x="14015" y="16023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C3AACFF-F1F8-DE4A-861E-E95F2411E6BF}"/>
              </a:ext>
            </a:extLst>
          </p:cNvPr>
          <p:cNvSpPr/>
          <p:nvPr/>
        </p:nvSpPr>
        <p:spPr>
          <a:xfrm>
            <a:off x="9367219" y="126200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E786E0F-852E-B8AD-05C1-EC5438FBD53F}"/>
              </a:ext>
            </a:extLst>
          </p:cNvPr>
          <p:cNvSpPr/>
          <p:nvPr/>
        </p:nvSpPr>
        <p:spPr>
          <a:xfrm>
            <a:off x="92762" y="20764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16091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C179-2115-07F3-2238-BE819A5C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03219B-D26C-CDCE-B401-5000321C9258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3C9E6B1-6F2B-EC6F-DC60-CEEB7804B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201398"/>
              </p:ext>
            </p:extLst>
          </p:nvPr>
        </p:nvGraphicFramePr>
        <p:xfrm>
          <a:off x="9655174" y="276226"/>
          <a:ext cx="2532687" cy="10923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메버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 표시 영역 ▼ 선택 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참여중인 멤버의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멤버 이름과 멤버의 역할에 대한 정의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F36AB6-9996-5894-2533-A85F60E0121D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A9ABAB-6D20-8A39-AEE6-299672C599F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8FE225-8ACA-A921-963B-8E92909765AB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82F86-E10B-EC9E-62B0-81FEA5D817FA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B1F65-6DDB-B3FF-E4EC-055C897210CB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0DDFE-EAE4-AC97-2CD7-7104D41693B6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DC9A418-5C4D-999D-07A4-26B123311A2A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569448"/>
          <a:ext cx="9157044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261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289261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289261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19255C8-7E22-807E-191B-6ED43869F5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FA9783-5783-F6E5-4910-F8A5D1DAB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0AE2DB8-1EA3-EEE1-7B82-95771FBD71A8}"/>
              </a:ext>
            </a:extLst>
          </p:cNvPr>
          <p:cNvSpPr txBox="1"/>
          <p:nvPr/>
        </p:nvSpPr>
        <p:spPr>
          <a:xfrm>
            <a:off x="7479877" y="1661793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4C4A7F61-0C79-972D-5226-A669D4B21D91}"/>
              </a:ext>
            </a:extLst>
          </p:cNvPr>
          <p:cNvSpPr/>
          <p:nvPr/>
        </p:nvSpPr>
        <p:spPr>
          <a:xfrm>
            <a:off x="9161548" y="1707077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2B032A3F-DCA8-2AEC-2704-5E5B5E3B8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7317" y="2226110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7103CF5A-97AC-3505-BE57-97A39F7D7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7317" y="2874556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894CEF17-BCAD-136C-95D0-C621B9DDF8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7315" y="3509554"/>
            <a:ext cx="228600" cy="228600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2EA16A2-AB23-5221-6487-33FEA6CB77FC}"/>
              </a:ext>
            </a:extLst>
          </p:cNvPr>
          <p:cNvSpPr/>
          <p:nvPr/>
        </p:nvSpPr>
        <p:spPr>
          <a:xfrm>
            <a:off x="218763" y="2076576"/>
            <a:ext cx="9157046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브리티웍스</a:t>
            </a:r>
            <a:r>
              <a:rPr lang="ko-KR" altLang="en-US" dirty="0"/>
              <a:t> 확인 필요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45C55-C86E-6CAC-234D-9A585167E7A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6C3E38-C3AA-5065-D2B4-2F348B10748C}"/>
              </a:ext>
            </a:extLst>
          </p:cNvPr>
          <p:cNvSpPr/>
          <p:nvPr/>
        </p:nvSpPr>
        <p:spPr>
          <a:xfrm>
            <a:off x="7301031" y="1180962"/>
            <a:ext cx="2078022" cy="296817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BFB73A6-1806-9F5E-156C-0479DB66F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387904"/>
              </p:ext>
            </p:extLst>
          </p:nvPr>
        </p:nvGraphicFramePr>
        <p:xfrm>
          <a:off x="7318433" y="1196302"/>
          <a:ext cx="1860516" cy="292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0258">
                  <a:extLst>
                    <a:ext uri="{9D8B030D-6E8A-4147-A177-3AD203B41FA5}">
                      <a16:colId xmlns:a16="http://schemas.microsoft.com/office/drawing/2014/main" val="408970739"/>
                    </a:ext>
                  </a:extLst>
                </a:gridCol>
                <a:gridCol w="930258">
                  <a:extLst>
                    <a:ext uri="{9D8B030D-6E8A-4147-A177-3AD203B41FA5}">
                      <a16:colId xmlns:a16="http://schemas.microsoft.com/office/drawing/2014/main" val="1738667979"/>
                    </a:ext>
                  </a:extLst>
                </a:gridCol>
              </a:tblGrid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김교육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개설자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58929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장경기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1938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박역량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9678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최협업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31917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주코치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2212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이코칭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협업참영자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5928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정발전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99927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김나리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2712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국영수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46020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한스승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88609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개나리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176605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임과학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9417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487A4641-6533-01DA-311B-81CE42FB30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04" y="1217744"/>
            <a:ext cx="121996" cy="2881421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BC7F5532-13A5-23C8-4629-ED14D1972AF8}"/>
              </a:ext>
            </a:extLst>
          </p:cNvPr>
          <p:cNvSpPr/>
          <p:nvPr/>
        </p:nvSpPr>
        <p:spPr>
          <a:xfrm>
            <a:off x="7208520" y="105533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264290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8462-1C36-3FFF-C48A-37C21265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09EF2FE-6BA9-E6FE-C547-345ACAEF67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896926"/>
              </p:ext>
            </p:extLst>
          </p:nvPr>
        </p:nvGraphicFramePr>
        <p:xfrm>
          <a:off x="9655174" y="276226"/>
          <a:ext cx="2532687" cy="52986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멤버로 승인되지 않은 사용자가 연구지원 상세 페이지에 접근한 케이스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명칭과 소개정보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우측에 참여신청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콘텐츠 영역의 정보는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블러처리하여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보이지 않도록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제공 여부 결정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참여신청 버튼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참여신청 확인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버튼 선택 시 확인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참여신청 하시겠습니까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?“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참여신청 완료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완료 안내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후에 참여신청 완료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참여신청이 완료 되었습니다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 승인 후 연구지원에 참여하실 수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이전에 참여신청을 하였으나 참여신청이 거절된 사용자가 연구지원의 상세 페이지에 접근한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거절되었습니다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재신청은 제한 없이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 승인여부 결정 이전 또는 결정이전 상태에서 다시 참여신청 버튼을 선택한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알렷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$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$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진행중입니다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“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멤버가 아닌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접근시에는 하단 콘텐츠 영역을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처리하여 내용을 확인할 수 있도록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032AE90-6C5A-957F-68BC-65F5E1B6102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0998BE-578F-6B1C-52D0-5ED3FA025B9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0AD3C8-3D17-B5A7-9A13-10DA5A90095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BFC9F87-7673-6817-9518-0F16E7964FB6}"/>
              </a:ext>
            </a:extLst>
          </p:cNvPr>
          <p:cNvGraphicFramePr>
            <a:graphicFrameLocks noGrp="1"/>
          </p:cNvGraphicFramePr>
          <p:nvPr/>
        </p:nvGraphicFramePr>
        <p:xfrm>
          <a:off x="211142" y="1744705"/>
          <a:ext cx="919472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68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29868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29868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문서작업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64B6698A-6337-B93E-7F34-372116D913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841732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E17E93C-05D4-E563-3361-2CED268CAFAF}"/>
              </a:ext>
            </a:extLst>
          </p:cNvPr>
          <p:cNvGraphicFramePr>
            <a:graphicFrameLocks noGrp="1"/>
          </p:cNvGraphicFramePr>
          <p:nvPr/>
        </p:nvGraphicFramePr>
        <p:xfrm>
          <a:off x="206557" y="2154495"/>
          <a:ext cx="9199303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97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0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69B9FA15-36DE-7347-0B91-4F7D24E600DF}"/>
              </a:ext>
            </a:extLst>
          </p:cNvPr>
          <p:cNvGrpSpPr/>
          <p:nvPr/>
        </p:nvGrpSpPr>
        <p:grpSpPr>
          <a:xfrm>
            <a:off x="2007975" y="59490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0023752-CA41-4934-C084-090D5CDB2F21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8B3862FE-7A7A-E326-8234-9AD73F45D54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A62F45F4-587E-E2A5-B708-661CD895021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553A95A0-E29B-E60D-784E-F53D326F6F23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815A1D11-44C2-232D-744F-A1691D6C6DC9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531A13B6-EB88-82D1-887B-008464C088AD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F56FF8AD-F382-4515-7D52-F8E3CC212F01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73C53B13-444B-D096-7A12-95F03D8FCD4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741D6BDC-8552-4882-0CD0-46053401BD23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0CBA33F0-CF77-4A9F-7554-38BA3D8CECEA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522E9AF7-A439-470C-4FA8-4E6A235A62C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6A9BCCC6-F349-7A35-8886-CBB7DA12A5C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AD10E229-2D67-D4CE-88F6-3CB132C80C0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E3BE74DF-3715-DAB0-98AA-EB4D0418B1DD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92E4B8A2-1B81-2FDF-CE53-D0390FFF45E2}"/>
              </a:ext>
            </a:extLst>
          </p:cNvPr>
          <p:cNvSpPr/>
          <p:nvPr/>
        </p:nvSpPr>
        <p:spPr>
          <a:xfrm>
            <a:off x="6387523" y="59390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7276AD-42E9-3D87-DDDC-E800DC48C167}"/>
              </a:ext>
            </a:extLst>
          </p:cNvPr>
          <p:cNvSpPr/>
          <p:nvPr/>
        </p:nvSpPr>
        <p:spPr>
          <a:xfrm>
            <a:off x="62894" y="1702592"/>
            <a:ext cx="9548949" cy="4543130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DE7C6-4FFE-B418-99FF-A195B00E763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비멤버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EE6E5A-65AC-2715-C8CC-69D7C5D93F03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6A1A80-FC60-0FBE-3182-4D9C3A09F757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E7CCD-DE43-7E40-EEA3-6B0574242128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5D7F7E83-AC08-8E38-E0E1-0477391744E0}"/>
              </a:ext>
            </a:extLst>
          </p:cNvPr>
          <p:cNvSpPr/>
          <p:nvPr/>
        </p:nvSpPr>
        <p:spPr>
          <a:xfrm>
            <a:off x="8736261" y="1196440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참여신청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842C0B3-06D5-D34D-7854-E8B5ADAF6F54}"/>
              </a:ext>
            </a:extLst>
          </p:cNvPr>
          <p:cNvSpPr/>
          <p:nvPr/>
        </p:nvSpPr>
        <p:spPr>
          <a:xfrm>
            <a:off x="4139" y="73636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42DC2C5-EB6C-5820-8A1A-2E58DA103E09}"/>
              </a:ext>
            </a:extLst>
          </p:cNvPr>
          <p:cNvSpPr/>
          <p:nvPr/>
        </p:nvSpPr>
        <p:spPr>
          <a:xfrm>
            <a:off x="9393367" y="102220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3104D22-8855-3D0B-8CDF-C1EA9575514B}"/>
              </a:ext>
            </a:extLst>
          </p:cNvPr>
          <p:cNvSpPr/>
          <p:nvPr/>
        </p:nvSpPr>
        <p:spPr>
          <a:xfrm>
            <a:off x="-137912" y="160962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6415077-78E4-C5D0-7DCA-FD09EFC1666D}"/>
              </a:ext>
            </a:extLst>
          </p:cNvPr>
          <p:cNvGrpSpPr/>
          <p:nvPr/>
        </p:nvGrpSpPr>
        <p:grpSpPr>
          <a:xfrm>
            <a:off x="4263603" y="2268395"/>
            <a:ext cx="2550654" cy="873271"/>
            <a:chOff x="9604513" y="5032943"/>
            <a:chExt cx="2550654" cy="873271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E4CB94A-A75A-9D10-A336-7643FC3ACB3A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E44B4D1-CD47-7986-169F-AB42750A3A8B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연구지원명</a:t>
              </a:r>
              <a:r>
                <a:rPr lang="en-US" altLang="ko-KR" sz="800" dirty="0"/>
                <a:t>$</a:t>
              </a:r>
              <a:r>
                <a:rPr lang="ko-KR" altLang="en-US" sz="800" dirty="0"/>
                <a:t>에 참여신청 하시겠습니까</a:t>
              </a:r>
              <a:r>
                <a:rPr lang="en-US" altLang="ko-KR" sz="800" dirty="0"/>
                <a:t>?"</a:t>
              </a:r>
              <a:endParaRPr lang="ko-KR" altLang="en-US" sz="800" dirty="0"/>
            </a:p>
          </p:txBody>
        </p:sp>
        <p:sp>
          <p:nvSpPr>
            <p:cNvPr id="46" name="Input">
              <a:extLst>
                <a:ext uri="{FF2B5EF4-FFF2-40B4-BE49-F238E27FC236}">
                  <a16:creationId xmlns:a16="http://schemas.microsoft.com/office/drawing/2014/main" id="{BE0F6A62-8E66-B559-5BF8-6595A1E53707}"/>
                </a:ext>
              </a:extLst>
            </p:cNvPr>
            <p:cNvSpPr/>
            <p:nvPr/>
          </p:nvSpPr>
          <p:spPr>
            <a:xfrm>
              <a:off x="10179996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취소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0" name="Input">
              <a:extLst>
                <a:ext uri="{FF2B5EF4-FFF2-40B4-BE49-F238E27FC236}">
                  <a16:creationId xmlns:a16="http://schemas.microsoft.com/office/drawing/2014/main" id="{FA078012-27C4-F213-7E53-934AD1935259}"/>
                </a:ext>
              </a:extLst>
            </p:cNvPr>
            <p:cNvSpPr/>
            <p:nvPr/>
          </p:nvSpPr>
          <p:spPr>
            <a:xfrm>
              <a:off x="10951054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1A8BDC71-D081-4A5A-0C4D-22A8582772DC}"/>
              </a:ext>
            </a:extLst>
          </p:cNvPr>
          <p:cNvCxnSpPr>
            <a:cxnSpLocks/>
            <a:stCxn id="12" idx="2"/>
            <a:endCxn id="44" idx="0"/>
          </p:cNvCxnSpPr>
          <p:nvPr/>
        </p:nvCxnSpPr>
        <p:spPr>
          <a:xfrm rot="5400000">
            <a:off x="6882040" y="79374"/>
            <a:ext cx="845912" cy="3532131"/>
          </a:xfrm>
          <a:prstGeom prst="bentConnector3">
            <a:avLst/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365FD0BC-7E7E-42CF-DA7A-5C75B535A761}"/>
              </a:ext>
            </a:extLst>
          </p:cNvPr>
          <p:cNvSpPr/>
          <p:nvPr/>
        </p:nvSpPr>
        <p:spPr>
          <a:xfrm>
            <a:off x="4132700" y="22113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C6F282F-F759-6B48-2356-A16E1E67229F}"/>
              </a:ext>
            </a:extLst>
          </p:cNvPr>
          <p:cNvGrpSpPr/>
          <p:nvPr/>
        </p:nvGrpSpPr>
        <p:grpSpPr>
          <a:xfrm>
            <a:off x="4263603" y="3424618"/>
            <a:ext cx="2550654" cy="873271"/>
            <a:chOff x="9604513" y="5032943"/>
            <a:chExt cx="2550654" cy="87327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0F5783C-BFB2-8448-01DA-C57101311947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73F9D66-5A6D-329F-74A6-F8EBDEC871CC}"/>
                </a:ext>
              </a:extLst>
            </p:cNvPr>
            <p:cNvSpPr txBox="1"/>
            <p:nvPr/>
          </p:nvSpPr>
          <p:spPr>
            <a:xfrm>
              <a:off x="9817495" y="5135787"/>
              <a:ext cx="217070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ko-KR" altLang="en-US" sz="800" dirty="0"/>
                <a:t>참여신청이 완료 되었습니다</a:t>
              </a:r>
              <a:r>
                <a:rPr lang="en-US" altLang="ko-KR" sz="800" dirty="0"/>
                <a:t>. </a:t>
              </a:r>
              <a:r>
                <a:rPr lang="ko-KR" altLang="en-US" sz="800" dirty="0"/>
                <a:t>운영자 승인 후 연구지원에 참여하실 수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63" name="Input">
              <a:extLst>
                <a:ext uri="{FF2B5EF4-FFF2-40B4-BE49-F238E27FC236}">
                  <a16:creationId xmlns:a16="http://schemas.microsoft.com/office/drawing/2014/main" id="{130C70B9-2732-1642-8BE7-836BF0091D69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4" name="타원 63">
            <a:extLst>
              <a:ext uri="{FF2B5EF4-FFF2-40B4-BE49-F238E27FC236}">
                <a16:creationId xmlns:a16="http://schemas.microsoft.com/office/drawing/2014/main" id="{79D49BEC-B661-8240-1FB0-EC20D57822B4}"/>
              </a:ext>
            </a:extLst>
          </p:cNvPr>
          <p:cNvSpPr/>
          <p:nvPr/>
        </p:nvSpPr>
        <p:spPr>
          <a:xfrm>
            <a:off x="4132700" y="334805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EDE86DCA-6CF4-A42A-FD58-B1F1448B269E}"/>
              </a:ext>
            </a:extLst>
          </p:cNvPr>
          <p:cNvCxnSpPr>
            <a:cxnSpLocks/>
            <a:stCxn id="50" idx="2"/>
            <a:endCxn id="60" idx="0"/>
          </p:cNvCxnSpPr>
          <p:nvPr/>
        </p:nvCxnSpPr>
        <p:spPr>
          <a:xfrm rot="5400000">
            <a:off x="5544148" y="3024537"/>
            <a:ext cx="394863" cy="405298"/>
          </a:xfrm>
          <a:prstGeom prst="bentConnector3">
            <a:avLst>
              <a:gd name="adj1" fmla="val 50000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F82251D-6FB3-1352-8558-7E1EF7621C61}"/>
              </a:ext>
            </a:extLst>
          </p:cNvPr>
          <p:cNvGrpSpPr/>
          <p:nvPr/>
        </p:nvGrpSpPr>
        <p:grpSpPr>
          <a:xfrm>
            <a:off x="712173" y="2359761"/>
            <a:ext cx="2550654" cy="873271"/>
            <a:chOff x="9604513" y="5032943"/>
            <a:chExt cx="2550654" cy="873271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AC5C6D04-EF2F-D74F-404B-981192C269FC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021D1E9-8C75-E16F-7F7A-83155D9B1A49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연구지원명</a:t>
              </a:r>
              <a:r>
                <a:rPr lang="en-US" altLang="ko-KR" sz="800" dirty="0"/>
                <a:t>$ </a:t>
              </a:r>
              <a:r>
                <a:rPr lang="ko-KR" altLang="en-US" sz="800" dirty="0"/>
                <a:t>의 참여신청이 거절되었습니다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1" name="Input">
              <a:extLst>
                <a:ext uri="{FF2B5EF4-FFF2-40B4-BE49-F238E27FC236}">
                  <a16:creationId xmlns:a16="http://schemas.microsoft.com/office/drawing/2014/main" id="{055585D3-585A-06A5-1D50-E562EB2E8463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2" name="타원 71">
            <a:extLst>
              <a:ext uri="{FF2B5EF4-FFF2-40B4-BE49-F238E27FC236}">
                <a16:creationId xmlns:a16="http://schemas.microsoft.com/office/drawing/2014/main" id="{8788D8C1-68FD-F866-231A-9367CF6D9EAD}"/>
              </a:ext>
            </a:extLst>
          </p:cNvPr>
          <p:cNvSpPr/>
          <p:nvPr/>
        </p:nvSpPr>
        <p:spPr>
          <a:xfrm>
            <a:off x="627574" y="22675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2E58565-48C5-0E13-6681-AC04BCAC6E5E}"/>
              </a:ext>
            </a:extLst>
          </p:cNvPr>
          <p:cNvGrpSpPr/>
          <p:nvPr/>
        </p:nvGrpSpPr>
        <p:grpSpPr>
          <a:xfrm>
            <a:off x="712173" y="3478897"/>
            <a:ext cx="2550654" cy="873271"/>
            <a:chOff x="9604513" y="5032943"/>
            <a:chExt cx="2550654" cy="873271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1764A751-1A2D-198B-485A-223DC1CFAECF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2BA96EF-0694-E446-209C-1569C7BDC1BD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연구지원명</a:t>
              </a:r>
              <a:r>
                <a:rPr lang="en-US" altLang="ko-KR" sz="800" dirty="0"/>
                <a:t>$ </a:t>
              </a:r>
              <a:r>
                <a:rPr lang="ko-KR" altLang="en-US" sz="800" dirty="0"/>
                <a:t>의 참여신청이 진행중입니다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6" name="Input">
              <a:extLst>
                <a:ext uri="{FF2B5EF4-FFF2-40B4-BE49-F238E27FC236}">
                  <a16:creationId xmlns:a16="http://schemas.microsoft.com/office/drawing/2014/main" id="{CBF3D76E-AE9E-1A9A-EF84-EFDFE0D85421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7" name="타원 76">
            <a:extLst>
              <a:ext uri="{FF2B5EF4-FFF2-40B4-BE49-F238E27FC236}">
                <a16:creationId xmlns:a16="http://schemas.microsoft.com/office/drawing/2014/main" id="{AD4313CA-37F4-7B7F-0174-1C1879DCABB6}"/>
              </a:ext>
            </a:extLst>
          </p:cNvPr>
          <p:cNvSpPr/>
          <p:nvPr/>
        </p:nvSpPr>
        <p:spPr>
          <a:xfrm>
            <a:off x="627574" y="338671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169484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3FD62-D47F-F9AB-CDC2-E908D6DD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C1AC2C8-2946-91EB-FA69-DE839CBFC7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495052"/>
              </p:ext>
            </p:extLst>
          </p:nvPr>
        </p:nvGraphicFramePr>
        <p:xfrm>
          <a:off x="9655174" y="276226"/>
          <a:ext cx="2532687" cy="39268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최소입력 조건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게시판 리스트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구성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게시글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게시글 상세로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아이콘과 같이 댓글 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(N)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등록시간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현 시간 기준으로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 이내의 경우는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분단위로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동일일 이내에는 오전 또는 오후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NN:NN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당일이 아닌 경우는 등록된 일자로 표기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글 등록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버튼 선택 시 의견공유 등록 페이지로 이동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권한이 없는 사용자는 버튼 비활성화 처리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1D9C7CD-D389-0073-34AC-4723E27C5A1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F68E39-99B7-75C3-E20D-E20354A1885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의견공유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5C07A9-AD2F-A61F-8E8F-D61802BBD15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AF25A2-1F33-4129-CCCA-529FFCF907A0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A6383DE-FAF3-58CB-EB32-0FD71130D039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609202"/>
          <a:ext cx="923003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50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0750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0750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AB6B2ABB-B6B2-0413-540D-8FF4F126BA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270" y="1706229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6E23117-665F-9B3C-FD05-5E80A42B8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031976"/>
              </p:ext>
            </p:extLst>
          </p:nvPr>
        </p:nvGraphicFramePr>
        <p:xfrm>
          <a:off x="200660" y="2507867"/>
          <a:ext cx="924813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078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13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089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(6)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1C470C20-2C0A-599C-32FC-C7E3D0AE55D2}"/>
              </a:ext>
            </a:extLst>
          </p:cNvPr>
          <p:cNvGrpSpPr/>
          <p:nvPr/>
        </p:nvGrpSpPr>
        <p:grpSpPr>
          <a:xfrm>
            <a:off x="2007975" y="628270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BAD41928-EF4C-7613-A89E-3114FB7A3C4B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6BE4AEF7-6E46-4253-ADBD-1BA135F80C2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E5D82512-9C93-00AA-97A0-D85E3C48CCD9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AABD0FA-AEC6-C49D-013F-1E115FB9D4D9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72ADAF02-2CFB-82D1-8E2E-A08280E3E0A7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408EB76E-E302-A769-3B8B-C022CFB07B71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94514B91-4BEA-18AE-995D-9E9105054DAB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E62FA563-D4C2-13B7-B884-D2BE404C15D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D3A2E314-C19F-2001-4657-0EFA7EF6AFD9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F7200F1F-4384-AF4E-DC65-24C4D80E25D6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19618469-6EAC-AD8E-2966-74509C3CD78A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0EAD5AE9-A69F-86D2-9324-178B9969CAED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E7FAA074-93F0-2690-E1AC-B3703AECE9FA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8551D232-8F42-1FCB-BEF7-B2AB4DC04E24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C527C1CB-618C-F650-4394-55A09381A668}"/>
              </a:ext>
            </a:extLst>
          </p:cNvPr>
          <p:cNvSpPr/>
          <p:nvPr/>
        </p:nvSpPr>
        <p:spPr>
          <a:xfrm>
            <a:off x="8491873" y="6140484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DA205AD4-E620-1B09-5516-B0AC8C2FE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2609398"/>
            <a:ext cx="228600" cy="2286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030C3C73-2AF0-9790-88B3-1CAD07C2A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3040051"/>
            <a:ext cx="228600" cy="2286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14FCCC1E-6AA2-2647-9615-E24B5E7E1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3502424"/>
            <a:ext cx="228600" cy="228600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9235F12F-20BE-3597-7705-454E1A2A2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3982494"/>
            <a:ext cx="228600" cy="228600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150B41A-FF75-8F8F-D2AA-CC5A9E09B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4413147"/>
            <a:ext cx="228600" cy="2286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465EF816-7985-0E16-5D9F-7634BC02A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4822429"/>
            <a:ext cx="228600" cy="228600"/>
          </a:xfrm>
          <a:prstGeom prst="rect">
            <a:avLst/>
          </a:prstGeom>
        </p:spPr>
      </p:pic>
      <p:pic>
        <p:nvPicPr>
          <p:cNvPr id="51" name="그래픽 50">
            <a:extLst>
              <a:ext uri="{FF2B5EF4-FFF2-40B4-BE49-F238E27FC236}">
                <a16:creationId xmlns:a16="http://schemas.microsoft.com/office/drawing/2014/main" id="{E8B485C6-3035-94FB-76F2-F4695B410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5271655"/>
            <a:ext cx="228600" cy="228600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5B74011-BE3D-465C-6223-29DAB7325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5680937"/>
            <a:ext cx="228600" cy="2286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6AB2C69E-25FE-D01C-BEDA-917E81B18F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934091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D5212D3-ECAC-B29B-F275-3ACB0337BE6A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DCD52-190A-C73D-E61E-64B0101A904C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33955F-FFD6-3C61-5EBD-53E888F25D4C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F9F7A9-832E-D225-C9A6-DB63540D4D2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9032D921-8438-2953-46FA-BE694EAD1B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92B2400A-B2AC-76A2-88AD-4067DAD225ED}"/>
              </a:ext>
            </a:extLst>
          </p:cNvPr>
          <p:cNvSpPr/>
          <p:nvPr/>
        </p:nvSpPr>
        <p:spPr>
          <a:xfrm>
            <a:off x="1881975" y="14586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/>
              <a:t>1</a:t>
            </a:r>
            <a:endParaRPr lang="ko-KR" altLang="en-US" sz="900" b="1" spc="-8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99754BE-09A2-BC41-CB94-BC80756D67DE}"/>
              </a:ext>
            </a:extLst>
          </p:cNvPr>
          <p:cNvSpPr/>
          <p:nvPr/>
        </p:nvSpPr>
        <p:spPr>
          <a:xfrm>
            <a:off x="-74196" y="20514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8843CA-06A3-A44C-6CFA-E3943A3F07FC}"/>
              </a:ext>
            </a:extLst>
          </p:cNvPr>
          <p:cNvSpPr/>
          <p:nvPr/>
        </p:nvSpPr>
        <p:spPr>
          <a:xfrm>
            <a:off x="226894" y="2038974"/>
            <a:ext cx="9221903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D9F22601-9D54-886E-EA3D-5328ED7B2356}"/>
              </a:ext>
            </a:extLst>
          </p:cNvPr>
          <p:cNvSpPr/>
          <p:nvPr/>
        </p:nvSpPr>
        <p:spPr>
          <a:xfrm>
            <a:off x="2416635" y="2122544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B3567AC6-E4B6-4721-81C8-3805F390A20C}"/>
              </a:ext>
            </a:extLst>
          </p:cNvPr>
          <p:cNvSpPr/>
          <p:nvPr/>
        </p:nvSpPr>
        <p:spPr>
          <a:xfrm>
            <a:off x="1007239" y="2122544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90A668B-B52E-3FAA-1156-8262748B88B9}"/>
              </a:ext>
            </a:extLst>
          </p:cNvPr>
          <p:cNvGrpSpPr/>
          <p:nvPr/>
        </p:nvGrpSpPr>
        <p:grpSpPr>
          <a:xfrm>
            <a:off x="297315" y="2126667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762C84C4-31F8-A3B4-B978-53D1CE4C4383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09184E58-C61C-F6C8-665E-81D59F2F53F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14AD00D1-AD3D-596C-2A82-09B675E019F3}"/>
              </a:ext>
            </a:extLst>
          </p:cNvPr>
          <p:cNvSpPr/>
          <p:nvPr/>
        </p:nvSpPr>
        <p:spPr>
          <a:xfrm>
            <a:off x="-51339" y="26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D97DC93-151D-85D0-E852-65FE511D0BC3}"/>
              </a:ext>
            </a:extLst>
          </p:cNvPr>
          <p:cNvSpPr/>
          <p:nvPr/>
        </p:nvSpPr>
        <p:spPr>
          <a:xfrm>
            <a:off x="7566710" y="25980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32DDF05-94EA-0EBC-353E-FF3BE11978C5}"/>
              </a:ext>
            </a:extLst>
          </p:cNvPr>
          <p:cNvSpPr/>
          <p:nvPr/>
        </p:nvSpPr>
        <p:spPr>
          <a:xfrm>
            <a:off x="7986440" y="234123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1AA1BDC-0339-331A-90D6-645BD374C8B2}"/>
              </a:ext>
            </a:extLst>
          </p:cNvPr>
          <p:cNvSpPr/>
          <p:nvPr/>
        </p:nvSpPr>
        <p:spPr>
          <a:xfrm>
            <a:off x="9111345" y="61278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7359030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85A3-64D9-53BA-A4C1-6881C3F0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058835C-789C-6A33-A972-A53DF3FA0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715923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280468A-529C-71EA-EC48-C307D80DA5D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2669E-6565-CCF4-FDE7-F125B481899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7E8BB-46C8-5D16-CB57-A798E3E3A8F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77805-281D-A3FA-0A76-03CC49B5C1F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CFA5F2C-CE83-6087-A746-8BF14282B2B6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9428776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연구지원 의견공유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3ABD000-C74D-7E68-1F85-21D0836ADB5B}"/>
              </a:ext>
            </a:extLst>
          </p:cNvPr>
          <p:cNvSpPr/>
          <p:nvPr/>
        </p:nvSpPr>
        <p:spPr>
          <a:xfrm>
            <a:off x="163739" y="1664475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CDDEDC3-CE92-9685-0D6F-60A57042BF29}"/>
              </a:ext>
            </a:extLst>
          </p:cNvPr>
          <p:cNvGrpSpPr/>
          <p:nvPr/>
        </p:nvGrpSpPr>
        <p:grpSpPr>
          <a:xfrm>
            <a:off x="3554406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263075D-ABF8-BEB7-598B-64FDCB754481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37125EF-40C7-92DD-0C53-F7F29E802645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DFCC3F-CC14-3221-DEF3-3173507CDF61}"/>
              </a:ext>
            </a:extLst>
          </p:cNvPr>
          <p:cNvSpPr/>
          <p:nvPr/>
        </p:nvSpPr>
        <p:spPr>
          <a:xfrm>
            <a:off x="173058" y="5518208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AE0337E1-9423-5611-CF31-5B8CA10C7F3B}"/>
              </a:ext>
            </a:extLst>
          </p:cNvPr>
          <p:cNvSpPr/>
          <p:nvPr/>
        </p:nvSpPr>
        <p:spPr>
          <a:xfrm>
            <a:off x="168918" y="5571666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FA9558AE-6ACB-2E44-1F75-D123C60A1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9E9E02E-E4C9-EB13-E7F4-7DC4CB4EFD2B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4D1B6BF-3C41-7AE9-8D77-CDAC00D636D2}"/>
              </a:ext>
            </a:extLst>
          </p:cNvPr>
          <p:cNvSpPr/>
          <p:nvPr/>
        </p:nvSpPr>
        <p:spPr>
          <a:xfrm>
            <a:off x="-5961" y="11009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B2C9667-69F1-BCD6-E8A9-FDB43928CD57}"/>
              </a:ext>
            </a:extLst>
          </p:cNvPr>
          <p:cNvSpPr/>
          <p:nvPr/>
        </p:nvSpPr>
        <p:spPr>
          <a:xfrm>
            <a:off x="-13912" y="143421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E50C56C-41F5-A33B-E4CB-F7DA27D390F5}"/>
              </a:ext>
            </a:extLst>
          </p:cNvPr>
          <p:cNvSpPr/>
          <p:nvPr/>
        </p:nvSpPr>
        <p:spPr>
          <a:xfrm>
            <a:off x="238088" y="16934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197022F-66B9-588B-28DF-A5644B0D1833}"/>
              </a:ext>
            </a:extLst>
          </p:cNvPr>
          <p:cNvSpPr/>
          <p:nvPr/>
        </p:nvSpPr>
        <p:spPr>
          <a:xfrm>
            <a:off x="-20857" y="558246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C20E716-6533-4A25-8AEE-2025B06219A9}"/>
              </a:ext>
            </a:extLst>
          </p:cNvPr>
          <p:cNvSpPr/>
          <p:nvPr/>
        </p:nvSpPr>
        <p:spPr>
          <a:xfrm>
            <a:off x="3192844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98730F-9ACE-603F-3199-C2E1A716D44B}"/>
              </a:ext>
            </a:extLst>
          </p:cNvPr>
          <p:cNvSpPr/>
          <p:nvPr/>
        </p:nvSpPr>
        <p:spPr>
          <a:xfrm>
            <a:off x="6127607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7C51308-9E37-9D12-1384-F43A76A04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45" y="1459217"/>
            <a:ext cx="161139" cy="16113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67B8CB4-DFAD-6925-DFC4-62FC53294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81" y="1484841"/>
            <a:ext cx="154558" cy="15455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6C7D432-2D17-F52E-C565-9328010ED6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097650"/>
            <a:ext cx="313331" cy="313331"/>
          </a:xfrm>
          <a:prstGeom prst="rect">
            <a:avLst/>
          </a:prstGeom>
        </p:spPr>
      </p:pic>
      <p:pic>
        <p:nvPicPr>
          <p:cNvPr id="38" name="그림 37" descr="사용자">
            <a:extLst>
              <a:ext uri="{FF2B5EF4-FFF2-40B4-BE49-F238E27FC236}">
                <a16:creationId xmlns:a16="http://schemas.microsoft.com/office/drawing/2014/main" id="{A55180A7-D730-898F-2A17-B6A174D04D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37976" y="6131675"/>
            <a:ext cx="231747" cy="23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0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43BE-F209-2A0C-08A1-A727A82F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21E6B6C-9F45-7732-BEA5-82E88F2083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739760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185A8FF-4E07-F781-A1C5-6142E7A1D11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97E8D8-2620-F3BB-E494-491A8CAB317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67A4A43-EB4D-F02D-DBB8-E5787463999C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4051449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D824FB0-13D2-1577-0813-247A848E3A7D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729617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5BF029-50DE-81D5-3837-C2053D8F7D8A}"/>
              </a:ext>
            </a:extLst>
          </p:cNvPr>
          <p:cNvSpPr txBox="1"/>
          <p:nvPr/>
        </p:nvSpPr>
        <p:spPr>
          <a:xfrm>
            <a:off x="155492" y="475784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B2A3F6-ACCD-6BF7-7F73-ABD9033404EB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630156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BE491A8-18E3-6F9C-0A84-4C0524E91A85}"/>
              </a:ext>
            </a:extLst>
          </p:cNvPr>
          <p:cNvSpPr/>
          <p:nvPr/>
        </p:nvSpPr>
        <p:spPr>
          <a:xfrm>
            <a:off x="1227668" y="939925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4197C1-043E-2E3C-5DC8-8150A66FC587}"/>
              </a:ext>
            </a:extLst>
          </p:cNvPr>
          <p:cNvSpPr/>
          <p:nvPr/>
        </p:nvSpPr>
        <p:spPr>
          <a:xfrm>
            <a:off x="1227668" y="1825982"/>
            <a:ext cx="8267700" cy="5965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ED4788-793A-DE8F-CF0D-4CB793D25E24}"/>
              </a:ext>
            </a:extLst>
          </p:cNvPr>
          <p:cNvSpPr/>
          <p:nvPr/>
        </p:nvSpPr>
        <p:spPr>
          <a:xfrm>
            <a:off x="155492" y="2886323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0/200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2D0B4F2-5896-4176-026A-A8B2FB786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3089953"/>
            <a:ext cx="71021" cy="563706"/>
          </a:xfrm>
          <a:prstGeom prst="rect">
            <a:avLst/>
          </a:prstGeom>
        </p:spPr>
      </p:pic>
      <p:sp>
        <p:nvSpPr>
          <p:cNvPr id="17" name="Input">
            <a:extLst>
              <a:ext uri="{FF2B5EF4-FFF2-40B4-BE49-F238E27FC236}">
                <a16:creationId xmlns:a16="http://schemas.microsoft.com/office/drawing/2014/main" id="{2D8D8646-733B-0530-0519-66684BB2ACA3}"/>
              </a:ext>
            </a:extLst>
          </p:cNvPr>
          <p:cNvSpPr/>
          <p:nvPr/>
        </p:nvSpPr>
        <p:spPr>
          <a:xfrm>
            <a:off x="8746435" y="4731160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1A481DC-51BE-3AEA-33FB-CAB51170D71D}"/>
              </a:ext>
            </a:extLst>
          </p:cNvPr>
          <p:cNvSpPr/>
          <p:nvPr/>
        </p:nvSpPr>
        <p:spPr>
          <a:xfrm>
            <a:off x="-50411" y="4783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C12D19E-2D6D-3B65-6CF8-2C2FC4C6BC87}"/>
              </a:ext>
            </a:extLst>
          </p:cNvPr>
          <p:cNvSpPr/>
          <p:nvPr/>
        </p:nvSpPr>
        <p:spPr>
          <a:xfrm>
            <a:off x="-50411" y="2886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BF6C39C-0A92-FC34-3F1F-4F6B93303C3F}"/>
              </a:ext>
            </a:extLst>
          </p:cNvPr>
          <p:cNvSpPr/>
          <p:nvPr/>
        </p:nvSpPr>
        <p:spPr>
          <a:xfrm>
            <a:off x="-3238" y="4150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CED5E13-E6CA-AA5F-33D7-AC716B94BF9D}"/>
              </a:ext>
            </a:extLst>
          </p:cNvPr>
          <p:cNvSpPr/>
          <p:nvPr/>
        </p:nvSpPr>
        <p:spPr>
          <a:xfrm>
            <a:off x="8582769" y="47311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EECD798-2B4E-C1BB-1208-76E01A2EF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650046"/>
            <a:ext cx="161139" cy="16113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044AE8E-497E-7643-5884-E1EA6CB6C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675670"/>
            <a:ext cx="154558" cy="154558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1E95569A-6485-1CF8-B11A-CD0F551A4CA0}"/>
              </a:ext>
            </a:extLst>
          </p:cNvPr>
          <p:cNvSpPr/>
          <p:nvPr/>
        </p:nvSpPr>
        <p:spPr>
          <a:xfrm>
            <a:off x="198055" y="77834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F5BB647-678E-F21E-584C-44660D434234}"/>
              </a:ext>
            </a:extLst>
          </p:cNvPr>
          <p:cNvSpPr/>
          <p:nvPr/>
        </p:nvSpPr>
        <p:spPr>
          <a:xfrm>
            <a:off x="9134648" y="14143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136FB50-5BB9-BE01-2E68-5D4C63F35406}"/>
              </a:ext>
            </a:extLst>
          </p:cNvPr>
          <p:cNvSpPr/>
          <p:nvPr/>
        </p:nvSpPr>
        <p:spPr>
          <a:xfrm>
            <a:off x="9202397" y="351385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BBBF72-FC05-C7BC-7562-D46117E126EC}"/>
              </a:ext>
            </a:extLst>
          </p:cNvPr>
          <p:cNvGrpSpPr/>
          <p:nvPr/>
        </p:nvGrpSpPr>
        <p:grpSpPr>
          <a:xfrm>
            <a:off x="8473678" y="3695720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DA80542A-2410-5F8B-C7AD-8A01B64EF872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250FA17-1114-D323-576F-5B0C42961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2" name="타원 31">
            <a:extLst>
              <a:ext uri="{FF2B5EF4-FFF2-40B4-BE49-F238E27FC236}">
                <a16:creationId xmlns:a16="http://schemas.microsoft.com/office/drawing/2014/main" id="{7E7D6FA4-BB7A-3351-3010-39707D23EC1E}"/>
              </a:ext>
            </a:extLst>
          </p:cNvPr>
          <p:cNvSpPr/>
          <p:nvPr/>
        </p:nvSpPr>
        <p:spPr>
          <a:xfrm>
            <a:off x="198055" y="16656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BB2E46B-5D79-6984-54EC-0E797C6FF90F}"/>
              </a:ext>
            </a:extLst>
          </p:cNvPr>
          <p:cNvGrpSpPr/>
          <p:nvPr/>
        </p:nvGrpSpPr>
        <p:grpSpPr>
          <a:xfrm>
            <a:off x="8573586" y="2464849"/>
            <a:ext cx="921782" cy="226043"/>
            <a:chOff x="163739" y="2395192"/>
            <a:chExt cx="921782" cy="226043"/>
          </a:xfrm>
        </p:grpSpPr>
        <p:sp>
          <p:nvSpPr>
            <p:cNvPr id="34" name="Input">
              <a:extLst>
                <a:ext uri="{FF2B5EF4-FFF2-40B4-BE49-F238E27FC236}">
                  <a16:creationId xmlns:a16="http://schemas.microsoft.com/office/drawing/2014/main" id="{5EF02A6F-9229-CCE2-C615-9EB337F10AB7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BECBFD9D-CE6C-89A2-D40F-05A98955D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CFB547C9-710B-4A07-21C8-23AF95863F45}"/>
              </a:ext>
            </a:extLst>
          </p:cNvPr>
          <p:cNvSpPr/>
          <p:nvPr/>
        </p:nvSpPr>
        <p:spPr>
          <a:xfrm>
            <a:off x="8286133" y="24420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6B255-E69D-450C-ADE6-4076C83F719E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</p:spTree>
    <p:extLst>
      <p:ext uri="{BB962C8B-B14F-4D97-AF65-F5344CB8AC3E}">
        <p14:creationId xmlns:p14="http://schemas.microsoft.com/office/powerpoint/2010/main" val="38719069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BC2C8-CBCC-8533-4E7A-C30737F2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A365EB13-48E1-A279-C9A9-035D137D8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4342398"/>
              </p:ext>
            </p:extLst>
          </p:nvPr>
        </p:nvGraphicFramePr>
        <p:xfrm>
          <a:off x="9655174" y="276226"/>
          <a:ext cx="2532687" cy="34089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대상 및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73DB120-519F-A05A-F8DA-1D1B0CC0197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AC9E6B-5BBA-249C-A5EA-90F9528215F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V-HLC-03-005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9FB251-84BC-B257-D9E9-66B24AE0932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CB4D51-8D6B-02ED-9F3E-F63209A0315B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2DC499B-5DF3-6020-5650-3711BBF52FDB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9421887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99BE61C6-3136-7E2F-2615-7390D82E7846}"/>
              </a:ext>
            </a:extLst>
          </p:cNvPr>
          <p:cNvSpPr/>
          <p:nvPr/>
        </p:nvSpPr>
        <p:spPr>
          <a:xfrm>
            <a:off x="1261671" y="1497118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0704BDB7-CFA2-EBCD-EB82-191E3ACB05D5}"/>
              </a:ext>
            </a:extLst>
          </p:cNvPr>
          <p:cNvSpPr/>
          <p:nvPr/>
        </p:nvSpPr>
        <p:spPr>
          <a:xfrm>
            <a:off x="1261671" y="180592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46AD572B-1FB3-1B87-0BEB-4BA6EBDF8A08}"/>
              </a:ext>
            </a:extLst>
          </p:cNvPr>
          <p:cNvSpPr/>
          <p:nvPr/>
        </p:nvSpPr>
        <p:spPr>
          <a:xfrm>
            <a:off x="1261671" y="2864392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CBB5D3F7-4B51-3F2D-E737-C27133B6DFA5}"/>
              </a:ext>
            </a:extLst>
          </p:cNvPr>
          <p:cNvSpPr/>
          <p:nvPr/>
        </p:nvSpPr>
        <p:spPr>
          <a:xfrm>
            <a:off x="8647754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73539215-00CE-7B29-A047-8989C9AA7962}"/>
              </a:ext>
            </a:extLst>
          </p:cNvPr>
          <p:cNvSpPr/>
          <p:nvPr/>
        </p:nvSpPr>
        <p:spPr>
          <a:xfrm>
            <a:off x="8030125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4CA6497-11B3-D4E8-4053-8FDFB269BBD1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ABDE38E-230C-1AFA-85FB-4F347CAB5F2B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845420D-472E-69F0-6DD2-39DCDFF98723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7F204D7-0C00-7C6E-272C-CD207F58C62E}"/>
              </a:ext>
            </a:extLst>
          </p:cNvPr>
          <p:cNvSpPr/>
          <p:nvPr/>
        </p:nvSpPr>
        <p:spPr>
          <a:xfrm>
            <a:off x="8408111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19C9A32-6F2F-5F0C-050D-23280D5B1AD1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FB767-62B9-4ACA-4512-68EB5B0E7A0D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의견공유 등록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91803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AE5B-4127-C1E2-301F-3FBEF456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4DE1013-DD9A-E571-33D8-56869BFA80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1518327"/>
              </p:ext>
            </p:extLst>
          </p:nvPr>
        </p:nvGraphicFramePr>
        <p:xfrm>
          <a:off x="9655174" y="276226"/>
          <a:ext cx="2532687" cy="29490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입력하지 않고 검색 선택 시 전체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 공유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등록일시로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상세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다운로드 가능한 파일의 경우 바로 다운로드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 가능 파일의 확장자와 파일수는 협의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자료공유 등록을 위한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829D63E-6AA5-0DED-1199-82B57555EDE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C0DBD4-3737-2053-C8D5-667E032BCB21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자료공유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6C6564-18BF-9B17-0993-7ECB4F49918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V-HLC-03-006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FEC89C-0932-1552-2E9C-E9780AD5C7EB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0E11DF-F64D-2E11-8ADF-FD791057CEB3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585346"/>
          <a:ext cx="9329552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9D326E69-016B-CDC5-6A12-FDD5E17637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088" y="1682052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8723181-E2A3-F3D0-A200-3BCD1DA42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797619"/>
              </p:ext>
            </p:extLst>
          </p:nvPr>
        </p:nvGraphicFramePr>
        <p:xfrm>
          <a:off x="200659" y="2420402"/>
          <a:ext cx="9329552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53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964">
                  <a:extLst>
                    <a:ext uri="{9D8B030D-6E8A-4147-A177-3AD203B41FA5}">
                      <a16:colId xmlns:a16="http://schemas.microsoft.com/office/drawing/2014/main" val="2147657515"/>
                    </a:ext>
                  </a:extLst>
                </a:gridCol>
                <a:gridCol w="1108931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263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4546A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4546A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4546A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4546A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4546A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44546A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44546A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B80C27B0-1CEF-EB43-728D-D66F16B86BBB}"/>
              </a:ext>
            </a:extLst>
          </p:cNvPr>
          <p:cNvGrpSpPr/>
          <p:nvPr/>
        </p:nvGrpSpPr>
        <p:grpSpPr>
          <a:xfrm>
            <a:off x="2007975" y="620318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DB10B13-FD39-5172-EFD6-5F9429199D55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659097D5-47BA-39FA-86BB-E2A2C28FFCA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775F0978-7A6F-EB86-B5C6-4439E1A0C841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14EE5F68-994F-E1CC-59BD-B3E1FC4D3CEB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BE89AE88-C91E-8F53-A43E-4490900C0DEB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D18B66CC-1325-8C2E-B2EB-F6E9B8576BD0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9E2AA8F2-BF4C-E02B-40CA-2199C69C5CB1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5475B6B4-388D-6F80-D638-3BDF5F3807A4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4CEC5CF1-9DB6-5245-FF40-3ABCAEDB7EFB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58E94665-6D54-DC89-328C-730B1C28F687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0616F454-46CE-D504-2686-5855D5AFA5C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450923AC-6CC2-FB3A-950B-15E8267E2649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80ED0C28-F685-A0AE-7725-F0B890F22481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5E4BD8C4-4468-B095-28E5-E5BB4ED12DD4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762FFA5B-13EE-F4D8-9EAC-03B16FCDAC04}"/>
              </a:ext>
            </a:extLst>
          </p:cNvPr>
          <p:cNvSpPr/>
          <p:nvPr/>
        </p:nvSpPr>
        <p:spPr>
          <a:xfrm>
            <a:off x="8730673" y="619314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DF63F353-832E-587C-7CDD-A1D653C128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846626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802DB553-8140-0C2C-1BE0-85AE5E91C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0286" y="2519710"/>
            <a:ext cx="228600" cy="2286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366D15D9-7A48-8932-52BA-F5AB6C7EC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2942770"/>
            <a:ext cx="228600" cy="228600"/>
          </a:xfrm>
          <a:prstGeom prst="rect">
            <a:avLst/>
          </a:prstGeom>
        </p:spPr>
      </p:pic>
      <p:pic>
        <p:nvPicPr>
          <p:cNvPr id="41" name="그래픽 40">
            <a:extLst>
              <a:ext uri="{FF2B5EF4-FFF2-40B4-BE49-F238E27FC236}">
                <a16:creationId xmlns:a16="http://schemas.microsoft.com/office/drawing/2014/main" id="{53CD5AE6-A9F5-1308-EE81-FBFC42CD2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3421130"/>
            <a:ext cx="228600" cy="228600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2EBACA14-E4FD-3902-0147-11C4C35E5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6534" y="4310236"/>
            <a:ext cx="228600" cy="228600"/>
          </a:xfrm>
          <a:prstGeom prst="rect">
            <a:avLst/>
          </a:prstGeom>
        </p:spPr>
      </p:pic>
      <p:pic>
        <p:nvPicPr>
          <p:cNvPr id="45" name="그래픽 44">
            <a:extLst>
              <a:ext uri="{FF2B5EF4-FFF2-40B4-BE49-F238E27FC236}">
                <a16:creationId xmlns:a16="http://schemas.microsoft.com/office/drawing/2014/main" id="{9A520EF7-7058-07D0-1EB2-801F6F6EEF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4743246"/>
            <a:ext cx="228600" cy="228600"/>
          </a:xfrm>
          <a:prstGeom prst="rect">
            <a:avLst/>
          </a:prstGeom>
        </p:spPr>
      </p:pic>
      <p:pic>
        <p:nvPicPr>
          <p:cNvPr id="46" name="그래픽 45">
            <a:extLst>
              <a:ext uri="{FF2B5EF4-FFF2-40B4-BE49-F238E27FC236}">
                <a16:creationId xmlns:a16="http://schemas.microsoft.com/office/drawing/2014/main" id="{9B9EBDF9-5B57-3C6C-9703-CB7B3C8F0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5176256"/>
            <a:ext cx="228600" cy="228600"/>
          </a:xfrm>
          <a:prstGeom prst="rect">
            <a:avLst/>
          </a:prstGeom>
        </p:spPr>
      </p:pic>
      <p:pic>
        <p:nvPicPr>
          <p:cNvPr id="47" name="그래픽 46">
            <a:extLst>
              <a:ext uri="{FF2B5EF4-FFF2-40B4-BE49-F238E27FC236}">
                <a16:creationId xmlns:a16="http://schemas.microsoft.com/office/drawing/2014/main" id="{4B1B859F-1C9B-FE26-1BE0-2AE5D2D48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5598443"/>
            <a:ext cx="228600" cy="2286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E825D02-659F-6491-D0B6-A9125C38E818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E0336-9321-F1BC-D7E9-69A6386637F6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D123D3-D574-E4BC-A660-9BA938152789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815C1D-645A-FE58-F85C-907434B90A6B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A5225F7-D060-47A7-98D3-DFFB1B7BE3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2EA30EC2-7647-A1D1-8BCD-1A70F27AB0E9}"/>
              </a:ext>
            </a:extLst>
          </p:cNvPr>
          <p:cNvSpPr/>
          <p:nvPr/>
        </p:nvSpPr>
        <p:spPr>
          <a:xfrm>
            <a:off x="226894" y="1975363"/>
            <a:ext cx="9329552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Input">
            <a:extLst>
              <a:ext uri="{FF2B5EF4-FFF2-40B4-BE49-F238E27FC236}">
                <a16:creationId xmlns:a16="http://schemas.microsoft.com/office/drawing/2014/main" id="{958740A2-5844-B59A-86AD-B1A0A46CD7AB}"/>
              </a:ext>
            </a:extLst>
          </p:cNvPr>
          <p:cNvSpPr/>
          <p:nvPr/>
        </p:nvSpPr>
        <p:spPr>
          <a:xfrm>
            <a:off x="2416635" y="2058933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2" name="Input">
            <a:extLst>
              <a:ext uri="{FF2B5EF4-FFF2-40B4-BE49-F238E27FC236}">
                <a16:creationId xmlns:a16="http://schemas.microsoft.com/office/drawing/2014/main" id="{7E25E1BA-29C8-A7F3-527C-52D5C77D75F4}"/>
              </a:ext>
            </a:extLst>
          </p:cNvPr>
          <p:cNvSpPr/>
          <p:nvPr/>
        </p:nvSpPr>
        <p:spPr>
          <a:xfrm>
            <a:off x="1007239" y="2058933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31DA455-9F60-8A03-AC38-EEBDFF15F459}"/>
              </a:ext>
            </a:extLst>
          </p:cNvPr>
          <p:cNvGrpSpPr/>
          <p:nvPr/>
        </p:nvGrpSpPr>
        <p:grpSpPr>
          <a:xfrm>
            <a:off x="297315" y="2063056"/>
            <a:ext cx="662728" cy="224895"/>
            <a:chOff x="2462166" y="2229029"/>
            <a:chExt cx="662728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96A1C789-9E10-F164-30FF-47C9E788D0CA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44A2600E-7F24-6034-8FB8-E1723280D546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C74440E7-820D-5022-15E5-3E06D01EF7BB}"/>
              </a:ext>
            </a:extLst>
          </p:cNvPr>
          <p:cNvSpPr/>
          <p:nvPr/>
        </p:nvSpPr>
        <p:spPr>
          <a:xfrm>
            <a:off x="3520156" y="14308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CD1A6FF-0CA8-12AF-E16D-31C4F39456E5}"/>
              </a:ext>
            </a:extLst>
          </p:cNvPr>
          <p:cNvSpPr/>
          <p:nvPr/>
        </p:nvSpPr>
        <p:spPr>
          <a:xfrm>
            <a:off x="45315" y="20589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BCD0E7F4-6FEB-B5FD-CCDF-30769D3A5110}"/>
              </a:ext>
            </a:extLst>
          </p:cNvPr>
          <p:cNvSpPr/>
          <p:nvPr/>
        </p:nvSpPr>
        <p:spPr>
          <a:xfrm>
            <a:off x="31932" y="25590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47ED513-E49F-15FC-7BA7-F82D7AE3506E}"/>
              </a:ext>
            </a:extLst>
          </p:cNvPr>
          <p:cNvSpPr/>
          <p:nvPr/>
        </p:nvSpPr>
        <p:spPr>
          <a:xfrm>
            <a:off x="7437232" y="249706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330A2A5-7404-8DD9-5B54-45A6254692BE}"/>
              </a:ext>
            </a:extLst>
          </p:cNvPr>
          <p:cNvSpPr/>
          <p:nvPr/>
        </p:nvSpPr>
        <p:spPr>
          <a:xfrm>
            <a:off x="9299670" y="599690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D8AC5DA3-0C43-83E5-C620-96AB8627D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9467" y="2532158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46E15E8-587F-09FA-5A01-FAF33DBC6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0031" y="431023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0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3F92B-00F7-B4D8-28CF-842D224A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1088A2C-677D-8E25-A009-BB5F93B800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86813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52E96C7-6216-D960-D12E-D0044A99338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CD41D-79CE-AB33-0C49-196F0D5F2AC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57D702-4CCE-84FE-973E-2D5E6B8BEC3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B6B07B-D166-98E7-A754-88BC1F23202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9FED1CF-D3AB-1B1B-2897-49EE32B1EE11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9428776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협업공간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자료공유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0081AE60-CE42-83E5-9D4C-837F925AC8DB}"/>
              </a:ext>
            </a:extLst>
          </p:cNvPr>
          <p:cNvSpPr/>
          <p:nvPr/>
        </p:nvSpPr>
        <p:spPr>
          <a:xfrm>
            <a:off x="163739" y="1664475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A9BD96E-78C1-2A35-5AEC-233F7C006534}"/>
              </a:ext>
            </a:extLst>
          </p:cNvPr>
          <p:cNvGrpSpPr/>
          <p:nvPr/>
        </p:nvGrpSpPr>
        <p:grpSpPr>
          <a:xfrm>
            <a:off x="3554406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E037691-28E1-4ACF-ECDB-3A3533D413E4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F956727-A4F5-1181-36D5-D93D0E8190DD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865126B-E1B2-D1D1-0866-2A34ECBD3477}"/>
              </a:ext>
            </a:extLst>
          </p:cNvPr>
          <p:cNvSpPr/>
          <p:nvPr/>
        </p:nvSpPr>
        <p:spPr>
          <a:xfrm>
            <a:off x="173058" y="5518208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A8A5B349-8008-86CD-1DDB-7CBE6D1234F3}"/>
              </a:ext>
            </a:extLst>
          </p:cNvPr>
          <p:cNvSpPr/>
          <p:nvPr/>
        </p:nvSpPr>
        <p:spPr>
          <a:xfrm>
            <a:off x="168918" y="5571666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1.PDF,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2.PDF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2C114DC-79A4-6B32-2D84-1C94866C7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4FD0682-170A-0C8A-0AA8-1A912694FA71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자료공유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12FE84A-55B1-D746-3B1A-D13EE8C70B24}"/>
              </a:ext>
            </a:extLst>
          </p:cNvPr>
          <p:cNvSpPr/>
          <p:nvPr/>
        </p:nvSpPr>
        <p:spPr>
          <a:xfrm>
            <a:off x="-20857" y="11799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1</a:t>
            </a:r>
            <a:endParaRPr lang="ko-KR" altLang="en-US" sz="900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F1BA8B1-0943-D88B-B752-3F94E9A9CCFD}"/>
              </a:ext>
            </a:extLst>
          </p:cNvPr>
          <p:cNvSpPr/>
          <p:nvPr/>
        </p:nvSpPr>
        <p:spPr>
          <a:xfrm>
            <a:off x="-33167" y="14312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2</a:t>
            </a:r>
            <a:endParaRPr lang="ko-KR" altLang="en-US" sz="900" spc="-8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0775D1-6EC3-7D22-7341-8FFEA2116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45" y="1459217"/>
            <a:ext cx="161139" cy="1611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B82027-AF40-9FCD-0A0B-9BD71D6D0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81" y="1484841"/>
            <a:ext cx="154558" cy="1545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C24692-AF0E-DDA3-D255-0A6FD75B1D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097650"/>
            <a:ext cx="313331" cy="313331"/>
          </a:xfrm>
          <a:prstGeom prst="rect">
            <a:avLst/>
          </a:prstGeom>
        </p:spPr>
      </p:pic>
      <p:pic>
        <p:nvPicPr>
          <p:cNvPr id="10" name="그림 37" descr="사용자">
            <a:extLst>
              <a:ext uri="{FF2B5EF4-FFF2-40B4-BE49-F238E27FC236}">
                <a16:creationId xmlns:a16="http://schemas.microsoft.com/office/drawing/2014/main" id="{0EC43588-8857-B757-1CB3-17461FC06E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37976" y="6131675"/>
            <a:ext cx="231747" cy="23174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B587967-EA7E-7217-2D3D-4128A5D2AD87}"/>
              </a:ext>
            </a:extLst>
          </p:cNvPr>
          <p:cNvSpPr/>
          <p:nvPr/>
        </p:nvSpPr>
        <p:spPr>
          <a:xfrm>
            <a:off x="268519" y="176129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3</a:t>
            </a:r>
            <a:endParaRPr lang="ko-KR" altLang="en-US" sz="900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31BA74F-708C-7E9C-35E7-D7A4744083E2}"/>
              </a:ext>
            </a:extLst>
          </p:cNvPr>
          <p:cNvSpPr/>
          <p:nvPr/>
        </p:nvSpPr>
        <p:spPr>
          <a:xfrm>
            <a:off x="-20857" y="55992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6DD5167-F155-C923-986D-16C6D76A1C34}"/>
              </a:ext>
            </a:extLst>
          </p:cNvPr>
          <p:cNvSpPr/>
          <p:nvPr/>
        </p:nvSpPr>
        <p:spPr>
          <a:xfrm>
            <a:off x="3281048" y="61400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A95A9888-1DA3-0CD6-5CAE-4D9C78E9C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732" y="5545290"/>
            <a:ext cx="303511" cy="30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763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75AF-EACE-4841-1809-4E090589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A66B1452-4235-FB2B-1099-448A82744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4711536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FAA09B5-061D-FF47-ABA6-18F97A8265C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481886-9FC6-6146-A2E2-A5AA0BBF8DC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자료공유 상세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0ECD61-49B3-A3D8-2B52-85926B1E922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11BCB45-EF19-4336-37F2-8257358A0797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C65E82-566C-4601-4E98-AD00BB859C5F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9A17CB9-4AF8-106E-3C68-526E45EB1BFA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388624-4544-3A40-55E9-ED6EF2D04BCC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D57A9B4-8410-3FC5-E148-63B33E4EFAE3}"/>
              </a:ext>
            </a:extLst>
          </p:cNvPr>
          <p:cNvSpPr/>
          <p:nvPr/>
        </p:nvSpPr>
        <p:spPr>
          <a:xfrm>
            <a:off x="1227668" y="796802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3A57F1-6E2C-C86D-4BF8-1D06B30399A1}"/>
              </a:ext>
            </a:extLst>
          </p:cNvPr>
          <p:cNvSpPr/>
          <p:nvPr/>
        </p:nvSpPr>
        <p:spPr>
          <a:xfrm>
            <a:off x="1227668" y="1682859"/>
            <a:ext cx="8267700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A58A3AF-309E-04E8-1B7F-7BC159ED20C5}"/>
              </a:ext>
            </a:extLst>
          </p:cNvPr>
          <p:cNvGrpSpPr/>
          <p:nvPr/>
        </p:nvGrpSpPr>
        <p:grpSpPr>
          <a:xfrm>
            <a:off x="8473678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BB09C473-D290-CFF4-1326-691C21F94C2A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44D5E04-77F7-96AB-826C-530BCAAFF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F03F81-B1E5-320D-5F9C-6F90BCA86B2F}"/>
              </a:ext>
            </a:extLst>
          </p:cNvPr>
          <p:cNvSpPr/>
          <p:nvPr/>
        </p:nvSpPr>
        <p:spPr>
          <a:xfrm>
            <a:off x="155492" y="2743200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27003-B16C-E89F-1EFF-6F4CC9936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3CC1A9-990C-78F3-81CC-DEE49B3D86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0159A19-EA50-D2BC-EE8B-91572139E1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A9B24473-0F4D-8CFC-E0F9-B4FABBEE8064}"/>
              </a:ext>
            </a:extLst>
          </p:cNvPr>
          <p:cNvSpPr/>
          <p:nvPr/>
        </p:nvSpPr>
        <p:spPr>
          <a:xfrm>
            <a:off x="9134648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0551D04-01C3-D3F9-D9B0-835DF9472A03}"/>
              </a:ext>
            </a:extLst>
          </p:cNvPr>
          <p:cNvGrpSpPr/>
          <p:nvPr/>
        </p:nvGrpSpPr>
        <p:grpSpPr>
          <a:xfrm>
            <a:off x="8573586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DF17F7A2-FF64-DC1C-69F2-DAA6E25ED02F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5906B3DB-9F44-A722-9B22-C3745BCAD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AA9F78E1-61AA-AB01-70DE-34CD1FF5A471}"/>
              </a:ext>
            </a:extLst>
          </p:cNvPr>
          <p:cNvSpPr/>
          <p:nvPr/>
        </p:nvSpPr>
        <p:spPr>
          <a:xfrm>
            <a:off x="8286133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4439C36C-6454-C1AE-38FA-D3065CDE5351}"/>
              </a:ext>
            </a:extLst>
          </p:cNvPr>
          <p:cNvSpPr/>
          <p:nvPr/>
        </p:nvSpPr>
        <p:spPr>
          <a:xfrm>
            <a:off x="8746435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CA344D2-C5D3-991A-8EBD-3E3558F1CC2C}"/>
              </a:ext>
            </a:extLst>
          </p:cNvPr>
          <p:cNvSpPr/>
          <p:nvPr/>
        </p:nvSpPr>
        <p:spPr>
          <a:xfrm>
            <a:off x="8582769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17AD3B7-051C-07E7-CAE6-084CEBBF3645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9193D70-CC3E-0CA9-8F90-5AC30A0737A9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463550-7BE7-2E4C-C9E7-02D0C60B7904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6369210-547F-4388-2842-C8C30DE4C8C5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AC21707-0779-C369-D343-9F2FCA357158}"/>
              </a:ext>
            </a:extLst>
          </p:cNvPr>
          <p:cNvSpPr/>
          <p:nvPr/>
        </p:nvSpPr>
        <p:spPr>
          <a:xfrm>
            <a:off x="8286133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7A86D8C-46BB-C265-32EC-6931FA8F3AE3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741886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B9D99-1BF9-B593-EB7B-2AD3E1C6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A3745E9-3A81-92CD-18ED-96640BCA82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1219193"/>
              </p:ext>
            </p:extLst>
          </p:nvPr>
        </p:nvGraphicFramePr>
        <p:xfrm>
          <a:off x="9655174" y="276226"/>
          <a:ext cx="2532687" cy="35308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30wk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여부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미첨부시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파일을 첨부해주세요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복수 파일 처리 가능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종류와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1D312C-34F2-A49C-FF23-3A8220E2801E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F728EE-6149-9167-1996-0A76A109DED6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D19B17-80FD-250D-4241-B6C5CC3A3B36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V-HLC-03-008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03263B-24B3-AF53-0A10-713EDBE56A0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89FBDE-64FA-2CE8-AD91-42B792A1BB4E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0FA0AA3-5E9B-7118-CB1F-1BAB15576577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9421887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B2FAF330-33F1-A0EF-1558-61F10B54AAF8}"/>
              </a:ext>
            </a:extLst>
          </p:cNvPr>
          <p:cNvSpPr/>
          <p:nvPr/>
        </p:nvSpPr>
        <p:spPr>
          <a:xfrm>
            <a:off x="1261671" y="1497118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A99F0AE9-196E-3E09-A631-3D3AB84A765A}"/>
              </a:ext>
            </a:extLst>
          </p:cNvPr>
          <p:cNvSpPr/>
          <p:nvPr/>
        </p:nvSpPr>
        <p:spPr>
          <a:xfrm>
            <a:off x="1261671" y="180592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6473AFDE-9F60-4F5D-081B-E179D83BFF13}"/>
              </a:ext>
            </a:extLst>
          </p:cNvPr>
          <p:cNvSpPr/>
          <p:nvPr/>
        </p:nvSpPr>
        <p:spPr>
          <a:xfrm>
            <a:off x="1261671" y="2864392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123.PDF, 234.doc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A7D94FDE-E1B0-826A-71B0-11A22558FA2A}"/>
              </a:ext>
            </a:extLst>
          </p:cNvPr>
          <p:cNvSpPr/>
          <p:nvPr/>
        </p:nvSpPr>
        <p:spPr>
          <a:xfrm>
            <a:off x="8647754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B3C51930-AA76-AD66-072F-C3F993BE1A93}"/>
              </a:ext>
            </a:extLst>
          </p:cNvPr>
          <p:cNvSpPr/>
          <p:nvPr/>
        </p:nvSpPr>
        <p:spPr>
          <a:xfrm>
            <a:off x="8030125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B6FF876-087B-9A26-386E-E07AA071CEE7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07B317E-DC26-17A2-A951-6E44D6897174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C3A8C65-7088-398F-E50A-732A67740670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4BBC309-6963-F589-A8FD-433B856C92E8}"/>
              </a:ext>
            </a:extLst>
          </p:cNvPr>
          <p:cNvSpPr/>
          <p:nvPr/>
        </p:nvSpPr>
        <p:spPr>
          <a:xfrm>
            <a:off x="8408111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070C14A-6A31-1C46-5B31-2E14D47B1D4B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68793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6EE4D-B998-86A6-EEF7-BB7BA588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B8E48C-3E59-8A2D-6254-3D4C60F537DA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C99398F-8298-638A-BBD2-D9E39FCC0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1567055"/>
              </p:ext>
            </p:extLst>
          </p:nvPr>
        </p:nvGraphicFramePr>
        <p:xfrm>
          <a:off x="9655174" y="276226"/>
          <a:ext cx="2532687" cy="47168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페이지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진행 상황 표시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투표에 대한 횟수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완료건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진행건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현재 진행중인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기간내에 있는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종료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투표기간이 종료되어진 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새로운 투표 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투표등록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 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항목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투표등록일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결과보기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팝업 호출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투표인 경우 현재까지 참여인원 기준의 결과로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참여하기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사용자가 참여하기 않은 경우에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선택 팝업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참여를 완료한 경우에는 참여완료로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비활성으로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 표시는 동일하고 일시를 종료로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하단에 종료 플래그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참여 여부 표시는 참여완료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미참여로 표시하나 모두 비활성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532D07-8862-0850-31D7-CC7868D7D26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676740-D5C7-54DC-4256-25F5596D3E8C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CE3C60-3113-1C45-2541-838383F66AB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V-HLC-03-009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0913F2-B312-A210-C8A4-EA856AEACA7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493C2-2111-24CC-289F-FF1E41FA0E68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7E2F3-469F-FF53-2B30-E02EC019ABF5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474D1-8E03-5E02-7270-A9BB66850EA4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F168099-A197-9042-BB01-31ABE3C3EA3A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9249088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272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12272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12272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BD7F973-F8E7-0343-FEE5-1A111BA5B5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973" y="2053536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C1AE54B-B6DF-7B32-F7F4-298391CA7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C701E6EF-033E-0E80-230C-B725997BC4FB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10846E82-147E-6706-372E-106990BDCBDB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FE2830E2-4C0A-60E7-ECFF-125872CB5EF2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09D08E97-E9E5-60BE-DF24-2B9879003A3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9E724A5-B0A1-3E95-EA24-416F2FA44D6A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9989ED43-5538-FDAC-5AF2-C884C88319D2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0332EF93-4F33-C7DC-70A7-8A96D33C26EB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F90A23EA-4C21-E03D-823D-70DA673798F5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5A06DE61-AF40-A272-C5AA-1C1A0E58E9E4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3D036D78-0522-ED66-750C-0E3DE62C26F1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7D5C0FE8-B861-D97D-DD03-8F30F27E75C5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ED642061-2E4F-AE0F-85DC-695A6B472C4E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4E230BF0-1CC4-E615-97B9-2F1DCBA989A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96ACA597-602E-E459-5F78-20CF1C7B9A9A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45EFC011-0916-AA7C-7E8A-16DEEBF62DE8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5149518-6B4D-4965-9C9D-240B34D6A27C}"/>
              </a:ext>
            </a:extLst>
          </p:cNvPr>
          <p:cNvSpPr/>
          <p:nvPr/>
        </p:nvSpPr>
        <p:spPr>
          <a:xfrm>
            <a:off x="218762" y="2645082"/>
            <a:ext cx="9249088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C906B52-6BDD-BD31-5882-0979565F35EA}"/>
              </a:ext>
            </a:extLst>
          </p:cNvPr>
          <p:cNvSpPr/>
          <p:nvPr/>
        </p:nvSpPr>
        <p:spPr>
          <a:xfrm>
            <a:off x="7004978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3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8673721-72AF-A07A-DDE6-058FFD534ACD}"/>
              </a:ext>
            </a:extLst>
          </p:cNvPr>
          <p:cNvSpPr/>
          <p:nvPr/>
        </p:nvSpPr>
        <p:spPr>
          <a:xfrm>
            <a:off x="7571567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2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190E7F1-07FC-C5D7-A07B-69F99C53D800}"/>
              </a:ext>
            </a:extLst>
          </p:cNvPr>
          <p:cNvSpPr/>
          <p:nvPr/>
        </p:nvSpPr>
        <p:spPr>
          <a:xfrm>
            <a:off x="8250676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C99ADC4-3DAF-C7F1-4719-00F05463DDD7}"/>
              </a:ext>
            </a:extLst>
          </p:cNvPr>
          <p:cNvSpPr/>
          <p:nvPr/>
        </p:nvSpPr>
        <p:spPr>
          <a:xfrm>
            <a:off x="300867" y="2720095"/>
            <a:ext cx="913366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FAFAAD-30A8-23A5-BE4C-9FCFC9327979}"/>
              </a:ext>
            </a:extLst>
          </p:cNvPr>
          <p:cNvSpPr txBox="1"/>
          <p:nvPr/>
        </p:nvSpPr>
        <p:spPr>
          <a:xfrm>
            <a:off x="298633" y="2720095"/>
            <a:ext cx="2582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 예정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A3B9AB-E706-1274-6C7B-2B231639E775}"/>
              </a:ext>
            </a:extLst>
          </p:cNvPr>
          <p:cNvSpPr txBox="1"/>
          <p:nvPr/>
        </p:nvSpPr>
        <p:spPr>
          <a:xfrm>
            <a:off x="385179" y="3067448"/>
            <a:ext cx="187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08F9EB7-1BBD-9BED-BCA7-A291192D1BB8}"/>
              </a:ext>
            </a:extLst>
          </p:cNvPr>
          <p:cNvSpPr/>
          <p:nvPr/>
        </p:nvSpPr>
        <p:spPr>
          <a:xfrm>
            <a:off x="8820754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327CB02-A73E-CAEE-CADF-CFFFCBD6466B}"/>
              </a:ext>
            </a:extLst>
          </p:cNvPr>
          <p:cNvSpPr/>
          <p:nvPr/>
        </p:nvSpPr>
        <p:spPr>
          <a:xfrm>
            <a:off x="300867" y="4227773"/>
            <a:ext cx="913366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EE91BD-3C8D-3372-014B-C1927B818BCD}"/>
              </a:ext>
            </a:extLst>
          </p:cNvPr>
          <p:cNvSpPr txBox="1"/>
          <p:nvPr/>
        </p:nvSpPr>
        <p:spPr>
          <a:xfrm>
            <a:off x="300867" y="4227773"/>
            <a:ext cx="2320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EECDED-2924-CC84-0A1C-475D29ECF74F}"/>
              </a:ext>
            </a:extLst>
          </p:cNvPr>
          <p:cNvSpPr txBox="1"/>
          <p:nvPr/>
        </p:nvSpPr>
        <p:spPr>
          <a:xfrm>
            <a:off x="356779" y="4575126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E0000"/>
                </a:solidFill>
              </a:rPr>
              <a:t>[</a:t>
            </a:r>
            <a:r>
              <a:rPr lang="ko-KR" altLang="en-US" sz="1000" dirty="0">
                <a:solidFill>
                  <a:srgbClr val="EE0000"/>
                </a:solidFill>
              </a:rPr>
              <a:t>종료</a:t>
            </a:r>
            <a:r>
              <a:rPr lang="en-US" altLang="ko-KR" sz="1000" dirty="0">
                <a:solidFill>
                  <a:srgbClr val="EE0000"/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554F1FBE-0CA0-8384-BCD9-9247D8B48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1298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8CA2DBF6-CDFE-1D3D-3239-8FF6216E5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1298" y="4558533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7465BB3-6C0A-DEF9-DEB3-3CEBF4E9FA4E}"/>
              </a:ext>
            </a:extLst>
          </p:cNvPr>
          <p:cNvSpPr txBox="1"/>
          <p:nvPr/>
        </p:nvSpPr>
        <p:spPr>
          <a:xfrm>
            <a:off x="7746996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B0F578-01AC-DF8B-DAC6-15D981CBFE4C}"/>
              </a:ext>
            </a:extLst>
          </p:cNvPr>
          <p:cNvSpPr txBox="1"/>
          <p:nvPr/>
        </p:nvSpPr>
        <p:spPr>
          <a:xfrm>
            <a:off x="7746996" y="4584822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292639E2-E57B-A715-062B-FB8F0004E8E2}"/>
              </a:ext>
            </a:extLst>
          </p:cNvPr>
          <p:cNvSpPr/>
          <p:nvPr/>
        </p:nvSpPr>
        <p:spPr>
          <a:xfrm>
            <a:off x="8488545" y="3083494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참여하기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0BBFC93-FB2F-DD5F-F740-CDCB84B57072}"/>
              </a:ext>
            </a:extLst>
          </p:cNvPr>
          <p:cNvSpPr/>
          <p:nvPr/>
        </p:nvSpPr>
        <p:spPr>
          <a:xfrm>
            <a:off x="8488545" y="4573397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7910AAC-BB49-F4D9-95D2-7F0FB169D2F5}"/>
              </a:ext>
            </a:extLst>
          </p:cNvPr>
          <p:cNvSpPr/>
          <p:nvPr/>
        </p:nvSpPr>
        <p:spPr>
          <a:xfrm>
            <a:off x="850011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C1837E0-1545-02EF-D06C-C1D1657BA834}"/>
              </a:ext>
            </a:extLst>
          </p:cNvPr>
          <p:cNvSpPr/>
          <p:nvPr/>
        </p:nvSpPr>
        <p:spPr>
          <a:xfrm>
            <a:off x="8500117" y="433068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26EECFD-7997-B81D-B52C-6BFA417281F7}"/>
              </a:ext>
            </a:extLst>
          </p:cNvPr>
          <p:cNvSpPr/>
          <p:nvPr/>
        </p:nvSpPr>
        <p:spPr>
          <a:xfrm>
            <a:off x="7325522" y="17446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6D8809C-51B5-8FB1-60D6-32E7ABF12312}"/>
              </a:ext>
            </a:extLst>
          </p:cNvPr>
          <p:cNvSpPr/>
          <p:nvPr/>
        </p:nvSpPr>
        <p:spPr>
          <a:xfrm>
            <a:off x="6752978" y="2324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1275BEB-2E32-D045-AC14-460B96F4916A}"/>
              </a:ext>
            </a:extLst>
          </p:cNvPr>
          <p:cNvSpPr/>
          <p:nvPr/>
        </p:nvSpPr>
        <p:spPr>
          <a:xfrm>
            <a:off x="140680" y="26270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BED5C33-1334-93A5-9D64-34577408DF9A}"/>
              </a:ext>
            </a:extLst>
          </p:cNvPr>
          <p:cNvSpPr/>
          <p:nvPr/>
        </p:nvSpPr>
        <p:spPr>
          <a:xfrm>
            <a:off x="122977" y="4208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32A2C62-D4B4-49B5-3846-DA3C3DE8C9FD}"/>
              </a:ext>
            </a:extLst>
          </p:cNvPr>
          <p:cNvSpPr/>
          <p:nvPr/>
        </p:nvSpPr>
        <p:spPr>
          <a:xfrm>
            <a:off x="9096624" y="274372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0877B3A-A8D8-0236-AC9F-57DCFDC812B8}"/>
              </a:ext>
            </a:extLst>
          </p:cNvPr>
          <p:cNvSpPr/>
          <p:nvPr/>
        </p:nvSpPr>
        <p:spPr>
          <a:xfrm>
            <a:off x="9102259" y="305684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8851158-E015-6DCA-ABC1-7AFB4B92C94C}"/>
              </a:ext>
            </a:extLst>
          </p:cNvPr>
          <p:cNvSpPr/>
          <p:nvPr/>
        </p:nvSpPr>
        <p:spPr>
          <a:xfrm>
            <a:off x="9102259" y="45358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A92B140-6115-DFA8-3DF1-C90E94B1C53B}"/>
              </a:ext>
            </a:extLst>
          </p:cNvPr>
          <p:cNvSpPr/>
          <p:nvPr/>
        </p:nvSpPr>
        <p:spPr>
          <a:xfrm>
            <a:off x="300867" y="3482767"/>
            <a:ext cx="913366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390F0C-BA09-809E-C77A-89493E6DFE9F}"/>
              </a:ext>
            </a:extLst>
          </p:cNvPr>
          <p:cNvSpPr txBox="1"/>
          <p:nvPr/>
        </p:nvSpPr>
        <p:spPr>
          <a:xfrm>
            <a:off x="300867" y="3482767"/>
            <a:ext cx="2320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370026-47C8-4518-6B8E-AEA050F8CBE8}"/>
              </a:ext>
            </a:extLst>
          </p:cNvPr>
          <p:cNvSpPr txBox="1"/>
          <p:nvPr/>
        </p:nvSpPr>
        <p:spPr>
          <a:xfrm>
            <a:off x="385179" y="3830120"/>
            <a:ext cx="1926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43" name="그래픽 42">
            <a:extLst>
              <a:ext uri="{FF2B5EF4-FFF2-40B4-BE49-F238E27FC236}">
                <a16:creationId xmlns:a16="http://schemas.microsoft.com/office/drawing/2014/main" id="{159E0C15-620F-61C4-8952-35E224649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1298" y="3830120"/>
            <a:ext cx="228600" cy="2286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4047C22-A692-9F4B-6070-AF4F143C1BF3}"/>
              </a:ext>
            </a:extLst>
          </p:cNvPr>
          <p:cNvSpPr txBox="1"/>
          <p:nvPr/>
        </p:nvSpPr>
        <p:spPr>
          <a:xfrm>
            <a:off x="7746996" y="3849170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8536C7D-4133-43DD-0594-2A36B78C0871}"/>
              </a:ext>
            </a:extLst>
          </p:cNvPr>
          <p:cNvSpPr/>
          <p:nvPr/>
        </p:nvSpPr>
        <p:spPr>
          <a:xfrm>
            <a:off x="8488545" y="3846166"/>
            <a:ext cx="686083" cy="188444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F386157-9D5A-DA82-9B76-1B9387037ACC}"/>
              </a:ext>
            </a:extLst>
          </p:cNvPr>
          <p:cNvSpPr/>
          <p:nvPr/>
        </p:nvSpPr>
        <p:spPr>
          <a:xfrm>
            <a:off x="8500117" y="356644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4358B6F-0717-FC9A-FE6E-75503C1D9BEF}"/>
              </a:ext>
            </a:extLst>
          </p:cNvPr>
          <p:cNvSpPr/>
          <p:nvPr/>
        </p:nvSpPr>
        <p:spPr>
          <a:xfrm>
            <a:off x="9102259" y="38195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083529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B8D0-8661-68E0-A3D3-33D2CE32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6E9D0D-2B01-5D96-8E2E-6FC2C826E0EB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DA7D406-CB77-7E63-1A22-D6892DB4BA7B}"/>
              </a:ext>
            </a:extLst>
          </p:cNvPr>
          <p:cNvGraphicFramePr/>
          <p:nvPr/>
        </p:nvGraphicFramePr>
        <p:xfrm>
          <a:off x="9655174" y="276226"/>
          <a:ext cx="2532687" cy="45671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버튼 선택 시 팝업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투표정보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팝업 닫기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팝업 닫기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버튼을 선택하지 않고 닫는 경우에는 투표 저장하지 않음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MAX 50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입력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필요한 항목을 입력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추가항목 필요시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번에서 추가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이상의 투표항목이 필요한 경우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번부터 순차적으로 생성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생성 후 삭제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 생성된 항목에는 삭제 버튼 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마감시간 설정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등록하는 투표의 마감일정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종료일은 당일까지 선택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데이트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피커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시간은 등록 시간 기준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+1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 이후로 설정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박스에서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10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분단위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자료를 등록하지 않고 팝업 닫힘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투표를 추가함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2618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FA07913-1834-0370-D4A9-02DEEAE0861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8C78C5-CADE-1120-0F2C-2B69C3389AC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투표등록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A38707-9E87-4B08-5137-2EE939CC1E37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V-HLC-03-010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B2A644-9C96-7751-172A-ED53C304A1A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7893C-0D3C-62B5-BB81-5336D3801A5C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DFE85-1A1F-A05E-36B5-028BA5C4FEF3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CE87F-7B1A-6A5C-95CB-E1A865EE70E3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5566AA0-2D20-9C55-6F72-0BED4629130F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1C5183C-EDAE-C1EF-BC7C-83F75B43E9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71F6FB0-4A91-D561-D602-3F8B1991F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ED677A67-F403-6E92-85AA-83E3102C3A78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12AC023A-3D17-136C-686A-5459461A01D6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2984AC05-52BB-DF60-D736-24139A72A265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569E6D22-2908-D63B-7890-4998BF8B692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A0AB2E92-E74F-BDD3-A76E-FDD58B8D7A43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999B4BD9-B3C6-7D95-7550-DA4BECDB079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6EA701E7-D979-85E5-BAC4-662EF9188B07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3BCE2C68-9225-41ED-E0A1-9DAE538D6474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E1F639A2-7304-DD84-8DA7-5DAD32884885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636FF3BC-0CEB-FBB6-FA72-A02B21741360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A8631BBC-F995-F0D8-B57B-ECA90D667734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8264D01E-601F-9CD8-6072-54F7B51E1EE7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FABEE979-CCBB-A302-E460-C6204C7C9E98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5C1FD184-5B9F-D3AC-4434-B0F2DA167C64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94D35A3F-9500-92D2-9A6D-D19EE96D044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CCB75B3C-557E-3046-0FD3-C5EBEF9630E8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BAAAB74-26D6-DBF0-7B23-33A0673C9C82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5991058-00CF-4141-C773-0DA67C26CBB8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87AED1A-173F-E647-1543-6DC0FC6C2242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8E15B0F-EECE-887D-54A3-FB543E316F94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892B939-5A43-836A-EA8D-2D1452F13F4A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4DACC2-75BD-A489-34E2-4B979F12DF02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3D63AD1-F8FD-B2A6-C3A7-982FF859169A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7DF4FD-064F-074B-B5B8-B7CBE4AB492B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4B9FA05-1CA9-3E09-F40E-D7E40D59707B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2606D96-AE3E-11B1-1321-43431A51E34C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5548E3-D72E-9594-E1E1-13FEF110B159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0CA1140-89F8-4C58-5B3C-37CB298F2D95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8CA528-287F-DCE3-4C1B-AD6C0475710F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6744F382-17AE-0733-2526-28121D0C6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F53F504A-DDAD-0332-9C5F-27FBD489E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47DBD0D-5227-5281-7109-A2C1E0F6EEEC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10F37A-ABEA-D9D6-9382-D83C2DEEBDE5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0067B72-2FA0-251E-2F20-914D8B937286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2166044-15AB-8757-0943-6B8F4FA8B723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C7A1F1A-4AC2-E395-8995-0A7DF3BCBB6B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F22CE25-E434-3DB0-DBA2-8458B3523A34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6CBA9F-43D6-3118-BB90-DDD1C9D341AD}"/>
              </a:ext>
            </a:extLst>
          </p:cNvPr>
          <p:cNvSpPr/>
          <p:nvPr/>
        </p:nvSpPr>
        <p:spPr>
          <a:xfrm>
            <a:off x="62894" y="832868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73D4CA-7EF4-1A0E-7923-6986B8F49A8F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1D7848-836B-2249-A553-6B0F39E78162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등록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44AA47AE-7A9E-4301-EB82-00AD656C3A14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77183"/>
          <a:ext cx="4117058" cy="191231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마감 시간설정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  분 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166097"/>
                  </a:ext>
                </a:extLst>
              </a:tr>
            </a:tbl>
          </a:graphicData>
        </a:graphic>
      </p:graphicFrame>
      <p:sp>
        <p:nvSpPr>
          <p:cNvPr id="77" name="Input">
            <a:extLst>
              <a:ext uri="{FF2B5EF4-FFF2-40B4-BE49-F238E27FC236}">
                <a16:creationId xmlns:a16="http://schemas.microsoft.com/office/drawing/2014/main" id="{F3B8C46A-CAB6-B689-1BA5-E144562E6AE4}"/>
              </a:ext>
            </a:extLst>
          </p:cNvPr>
          <p:cNvSpPr/>
          <p:nvPr/>
        </p:nvSpPr>
        <p:spPr>
          <a:xfrm>
            <a:off x="3583452" y="2330181"/>
            <a:ext cx="293605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Input">
            <a:extLst>
              <a:ext uri="{FF2B5EF4-FFF2-40B4-BE49-F238E27FC236}">
                <a16:creationId xmlns:a16="http://schemas.microsoft.com/office/drawing/2014/main" id="{46CE423D-9DF9-D1A4-FDBE-E2840B65238A}"/>
              </a:ext>
            </a:extLst>
          </p:cNvPr>
          <p:cNvSpPr/>
          <p:nvPr/>
        </p:nvSpPr>
        <p:spPr>
          <a:xfrm>
            <a:off x="3865031" y="2655929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1" name="Input">
            <a:extLst>
              <a:ext uri="{FF2B5EF4-FFF2-40B4-BE49-F238E27FC236}">
                <a16:creationId xmlns:a16="http://schemas.microsoft.com/office/drawing/2014/main" id="{C10014E6-3D3A-D0D8-84A5-257F7898B2C3}"/>
              </a:ext>
            </a:extLst>
          </p:cNvPr>
          <p:cNvSpPr/>
          <p:nvPr/>
        </p:nvSpPr>
        <p:spPr>
          <a:xfrm>
            <a:off x="3650272" y="3913447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종료일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42A7AF99-D689-B82F-63DB-D0094C4E400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7795" y="3971564"/>
            <a:ext cx="125194" cy="123781"/>
          </a:xfrm>
          <a:prstGeom prst="rect">
            <a:avLst/>
          </a:prstGeom>
        </p:spPr>
      </p:pic>
      <p:grpSp>
        <p:nvGrpSpPr>
          <p:cNvPr id="104" name="Calendar">
            <a:extLst>
              <a:ext uri="{FF2B5EF4-FFF2-40B4-BE49-F238E27FC236}">
                <a16:creationId xmlns:a16="http://schemas.microsoft.com/office/drawing/2014/main" id="{76D9A794-4FD1-40A9-D897-C4EFDFA1F1FF}"/>
              </a:ext>
            </a:extLst>
          </p:cNvPr>
          <p:cNvGrpSpPr>
            <a:grpSpLocks noChangeAspect="1"/>
          </p:cNvGrpSpPr>
          <p:nvPr/>
        </p:nvGrpSpPr>
        <p:grpSpPr>
          <a:xfrm>
            <a:off x="9787770" y="4955438"/>
            <a:ext cx="2304000" cy="1873558"/>
            <a:chOff x="508000" y="1414760"/>
            <a:chExt cx="1727350" cy="1404640"/>
          </a:xfrm>
        </p:grpSpPr>
        <p:sp>
          <p:nvSpPr>
            <p:cNvPr id="105" name="Calendar Background">
              <a:extLst>
                <a:ext uri="{FF2B5EF4-FFF2-40B4-BE49-F238E27FC236}">
                  <a16:creationId xmlns:a16="http://schemas.microsoft.com/office/drawing/2014/main" id="{DE39F3CA-6FC1-394D-51E4-209F83F2F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414760"/>
              <a:ext cx="1727350" cy="1404640"/>
            </a:xfrm>
            <a:prstGeom prst="roundRect">
              <a:avLst>
                <a:gd name="adj" fmla="val 1539"/>
              </a:avLst>
            </a:prstGeom>
            <a:solidFill>
              <a:schemeClr val="bg1"/>
            </a:solidFill>
            <a:ln w="63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106" name="Month">
              <a:extLst>
                <a:ext uri="{FF2B5EF4-FFF2-40B4-BE49-F238E27FC236}">
                  <a16:creationId xmlns:a16="http://schemas.microsoft.com/office/drawing/2014/main" id="{B013113D-D0E8-F7DC-3FD6-C9F8AAE104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463" y="1552576"/>
              <a:ext cx="1430338" cy="1144588"/>
              <a:chOff x="652463" y="1552576"/>
              <a:chExt cx="1430338" cy="1144588"/>
            </a:xfrm>
          </p:grpSpPr>
          <p:sp>
            <p:nvSpPr>
              <p:cNvPr id="107" name="Previous Month">
                <a:extLst>
                  <a:ext uri="{FF2B5EF4-FFF2-40B4-BE49-F238E27FC236}">
                    <a16:creationId xmlns:a16="http://schemas.microsoft.com/office/drawing/2014/main" id="{CEAD484D-5C53-5000-CEEF-3E16C33AB4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4051" y="1931988"/>
                <a:ext cx="981075" cy="63500"/>
              </a:xfrm>
              <a:custGeom>
                <a:avLst/>
                <a:gdLst>
                  <a:gd name="T0" fmla="*/ 1038 w 4549"/>
                  <a:gd name="T1" fmla="*/ 40 h 294"/>
                  <a:gd name="T2" fmla="*/ 1129 w 4549"/>
                  <a:gd name="T3" fmla="*/ 37 h 294"/>
                  <a:gd name="T4" fmla="*/ 1038 w 4549"/>
                  <a:gd name="T5" fmla="*/ 254 h 294"/>
                  <a:gd name="T6" fmla="*/ 1207 w 4549"/>
                  <a:gd name="T7" fmla="*/ 288 h 294"/>
                  <a:gd name="T8" fmla="*/ 1124 w 4549"/>
                  <a:gd name="T9" fmla="*/ 210 h 294"/>
                  <a:gd name="T10" fmla="*/ 1354 w 4549"/>
                  <a:gd name="T11" fmla="*/ 0 h 294"/>
                  <a:gd name="T12" fmla="*/ 1293 w 4549"/>
                  <a:gd name="T13" fmla="*/ 159 h 294"/>
                  <a:gd name="T14" fmla="*/ 1422 w 4549"/>
                  <a:gd name="T15" fmla="*/ 273 h 294"/>
                  <a:gd name="T16" fmla="*/ 1434 w 4549"/>
                  <a:gd name="T17" fmla="*/ 88 h 294"/>
                  <a:gd name="T18" fmla="*/ 2091 w 4549"/>
                  <a:gd name="T19" fmla="*/ 17 h 294"/>
                  <a:gd name="T20" fmla="*/ 2082 w 4549"/>
                  <a:gd name="T21" fmla="*/ 57 h 294"/>
                  <a:gd name="T22" fmla="*/ 2191 w 4549"/>
                  <a:gd name="T23" fmla="*/ 100 h 294"/>
                  <a:gd name="T24" fmla="*/ 2070 w 4549"/>
                  <a:gd name="T25" fmla="*/ 281 h 294"/>
                  <a:gd name="T26" fmla="*/ 2248 w 4549"/>
                  <a:gd name="T27" fmla="*/ 266 h 294"/>
                  <a:gd name="T28" fmla="*/ 2235 w 4549"/>
                  <a:gd name="T29" fmla="*/ 74 h 294"/>
                  <a:gd name="T30" fmla="*/ 2293 w 4549"/>
                  <a:gd name="T31" fmla="*/ 94 h 294"/>
                  <a:gd name="T32" fmla="*/ 2398 w 4549"/>
                  <a:gd name="T33" fmla="*/ 255 h 294"/>
                  <a:gd name="T34" fmla="*/ 2301 w 4549"/>
                  <a:gd name="T35" fmla="*/ 267 h 294"/>
                  <a:gd name="T36" fmla="*/ 2456 w 4549"/>
                  <a:gd name="T37" fmla="*/ 242 h 294"/>
                  <a:gd name="T38" fmla="*/ 2388 w 4549"/>
                  <a:gd name="T39" fmla="*/ 0 h 294"/>
                  <a:gd name="T40" fmla="*/ 3108 w 4549"/>
                  <a:gd name="T41" fmla="*/ 40 h 294"/>
                  <a:gd name="T42" fmla="*/ 3198 w 4549"/>
                  <a:gd name="T43" fmla="*/ 34 h 294"/>
                  <a:gd name="T44" fmla="*/ 3134 w 4549"/>
                  <a:gd name="T45" fmla="*/ 129 h 294"/>
                  <a:gd name="T46" fmla="*/ 3195 w 4549"/>
                  <a:gd name="T47" fmla="*/ 162 h 294"/>
                  <a:gd name="T48" fmla="*/ 3129 w 4549"/>
                  <a:gd name="T49" fmla="*/ 251 h 294"/>
                  <a:gd name="T50" fmla="*/ 3113 w 4549"/>
                  <a:gd name="T51" fmla="*/ 279 h 294"/>
                  <a:gd name="T52" fmla="*/ 3260 w 4549"/>
                  <a:gd name="T53" fmla="*/ 162 h 294"/>
                  <a:gd name="T54" fmla="*/ 3245 w 4549"/>
                  <a:gd name="T55" fmla="*/ 19 h 294"/>
                  <a:gd name="T56" fmla="*/ 3343 w 4549"/>
                  <a:gd name="T57" fmla="*/ 256 h 294"/>
                  <a:gd name="T58" fmla="*/ 3469 w 4549"/>
                  <a:gd name="T59" fmla="*/ 10 h 294"/>
                  <a:gd name="T60" fmla="*/ 4146 w 4549"/>
                  <a:gd name="T61" fmla="*/ 34 h 294"/>
                  <a:gd name="T62" fmla="*/ 4217 w 4549"/>
                  <a:gd name="T63" fmla="*/ 31 h 294"/>
                  <a:gd name="T64" fmla="*/ 4176 w 4549"/>
                  <a:gd name="T65" fmla="*/ 128 h 294"/>
                  <a:gd name="T66" fmla="*/ 4204 w 4549"/>
                  <a:gd name="T67" fmla="*/ 158 h 294"/>
                  <a:gd name="T68" fmla="*/ 4189 w 4549"/>
                  <a:gd name="T69" fmla="*/ 258 h 294"/>
                  <a:gd name="T70" fmla="*/ 4144 w 4549"/>
                  <a:gd name="T71" fmla="*/ 274 h 294"/>
                  <a:gd name="T72" fmla="*/ 4312 w 4549"/>
                  <a:gd name="T73" fmla="*/ 182 h 294"/>
                  <a:gd name="T74" fmla="*/ 4299 w 4549"/>
                  <a:gd name="T75" fmla="*/ 41 h 294"/>
                  <a:gd name="T76" fmla="*/ 7 w 4549"/>
                  <a:gd name="T77" fmla="*/ 28 h 294"/>
                  <a:gd name="T78" fmla="*/ 33 w 4549"/>
                  <a:gd name="T79" fmla="*/ 47 h 294"/>
                  <a:gd name="T80" fmla="*/ 95 w 4549"/>
                  <a:gd name="T81" fmla="*/ 155 h 294"/>
                  <a:gd name="T82" fmla="*/ 7 w 4549"/>
                  <a:gd name="T83" fmla="*/ 290 h 294"/>
                  <a:gd name="T84" fmla="*/ 173 w 4549"/>
                  <a:gd name="T85" fmla="*/ 259 h 294"/>
                  <a:gd name="T86" fmla="*/ 145 w 4549"/>
                  <a:gd name="T87" fmla="*/ 23 h 294"/>
                  <a:gd name="T88" fmla="*/ 4385 w 4549"/>
                  <a:gd name="T89" fmla="*/ 53 h 294"/>
                  <a:gd name="T90" fmla="*/ 4392 w 4549"/>
                  <a:gd name="T91" fmla="*/ 259 h 294"/>
                  <a:gd name="T92" fmla="*/ 4542 w 4549"/>
                  <a:gd name="T93" fmla="*/ 289 h 294"/>
                  <a:gd name="T94" fmla="*/ 4490 w 4549"/>
                  <a:gd name="T95" fmla="*/ 259 h 294"/>
                  <a:gd name="T96" fmla="*/ 228 w 4549"/>
                  <a:gd name="T97" fmla="*/ 10 h 294"/>
                  <a:gd name="T98" fmla="*/ 269 w 4549"/>
                  <a:gd name="T99" fmla="*/ 291 h 294"/>
                  <a:gd name="T100" fmla="*/ 411 w 4549"/>
                  <a:gd name="T101" fmla="*/ 29 h 294"/>
                  <a:gd name="T102" fmla="*/ 1388 w 4549"/>
                  <a:gd name="T103" fmla="*/ 40 h 294"/>
                  <a:gd name="T104" fmla="*/ 1315 w 4549"/>
                  <a:gd name="T105" fmla="*/ 40 h 294"/>
                  <a:gd name="T106" fmla="*/ 2359 w 4549"/>
                  <a:gd name="T107" fmla="*/ 145 h 294"/>
                  <a:gd name="T108" fmla="*/ 3440 w 4549"/>
                  <a:gd name="T109" fmla="*/ 33 h 294"/>
                  <a:gd name="T110" fmla="*/ 3458 w 4549"/>
                  <a:gd name="T111" fmla="*/ 247 h 294"/>
                  <a:gd name="T112" fmla="*/ 3391 w 4549"/>
                  <a:gd name="T113" fmla="*/ 40 h 294"/>
                  <a:gd name="T114" fmla="*/ 1308 w 4549"/>
                  <a:gd name="T115" fmla="*/ 252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549" h="294">
                    <a:moveTo>
                      <a:pt x="1116" y="0"/>
                    </a:moveTo>
                    <a:cubicBezTo>
                      <a:pt x="1107" y="0"/>
                      <a:pt x="1099" y="1"/>
                      <a:pt x="1091" y="2"/>
                    </a:cubicBezTo>
                    <a:cubicBezTo>
                      <a:pt x="1084" y="4"/>
                      <a:pt x="1077" y="6"/>
                      <a:pt x="1070" y="9"/>
                    </a:cubicBezTo>
                    <a:cubicBezTo>
                      <a:pt x="1064" y="11"/>
                      <a:pt x="1058" y="14"/>
                      <a:pt x="1053" y="17"/>
                    </a:cubicBezTo>
                    <a:cubicBezTo>
                      <a:pt x="1049" y="19"/>
                      <a:pt x="1046" y="21"/>
                      <a:pt x="1045" y="23"/>
                    </a:cubicBezTo>
                    <a:cubicBezTo>
                      <a:pt x="1043" y="24"/>
                      <a:pt x="1042" y="26"/>
                      <a:pt x="1041" y="27"/>
                    </a:cubicBezTo>
                    <a:cubicBezTo>
                      <a:pt x="1041" y="28"/>
                      <a:pt x="1040" y="29"/>
                      <a:pt x="1039" y="30"/>
                    </a:cubicBezTo>
                    <a:cubicBezTo>
                      <a:pt x="1039" y="31"/>
                      <a:pt x="1039" y="33"/>
                      <a:pt x="1038" y="34"/>
                    </a:cubicBezTo>
                    <a:cubicBezTo>
                      <a:pt x="1038" y="36"/>
                      <a:pt x="1038" y="38"/>
                      <a:pt x="1038" y="40"/>
                    </a:cubicBezTo>
                    <a:cubicBezTo>
                      <a:pt x="1038" y="44"/>
                      <a:pt x="1039" y="46"/>
                      <a:pt x="1039" y="48"/>
                    </a:cubicBezTo>
                    <a:cubicBezTo>
                      <a:pt x="1040" y="51"/>
                      <a:pt x="1040" y="52"/>
                      <a:pt x="1040" y="54"/>
                    </a:cubicBezTo>
                    <a:cubicBezTo>
                      <a:pt x="1041" y="55"/>
                      <a:pt x="1041" y="56"/>
                      <a:pt x="1042" y="56"/>
                    </a:cubicBezTo>
                    <a:cubicBezTo>
                      <a:pt x="1043" y="57"/>
                      <a:pt x="1044" y="57"/>
                      <a:pt x="1045" y="57"/>
                    </a:cubicBezTo>
                    <a:cubicBezTo>
                      <a:pt x="1046" y="57"/>
                      <a:pt x="1049" y="56"/>
                      <a:pt x="1053" y="54"/>
                    </a:cubicBezTo>
                    <a:cubicBezTo>
                      <a:pt x="1056" y="51"/>
                      <a:pt x="1061" y="48"/>
                      <a:pt x="1067" y="45"/>
                    </a:cubicBezTo>
                    <a:cubicBezTo>
                      <a:pt x="1072" y="42"/>
                      <a:pt x="1078" y="39"/>
                      <a:pt x="1085" y="37"/>
                    </a:cubicBezTo>
                    <a:cubicBezTo>
                      <a:pt x="1092" y="34"/>
                      <a:pt x="1100" y="33"/>
                      <a:pt x="1109" y="33"/>
                    </a:cubicBezTo>
                    <a:cubicBezTo>
                      <a:pt x="1117" y="33"/>
                      <a:pt x="1123" y="34"/>
                      <a:pt x="1129" y="37"/>
                    </a:cubicBezTo>
                    <a:cubicBezTo>
                      <a:pt x="1135" y="39"/>
                      <a:pt x="1140" y="43"/>
                      <a:pt x="1144" y="47"/>
                    </a:cubicBezTo>
                    <a:cubicBezTo>
                      <a:pt x="1148" y="52"/>
                      <a:pt x="1151" y="56"/>
                      <a:pt x="1153" y="62"/>
                    </a:cubicBezTo>
                    <a:cubicBezTo>
                      <a:pt x="1155" y="67"/>
                      <a:pt x="1157" y="74"/>
                      <a:pt x="1157" y="80"/>
                    </a:cubicBezTo>
                    <a:cubicBezTo>
                      <a:pt x="1157" y="86"/>
                      <a:pt x="1155" y="93"/>
                      <a:pt x="1154" y="100"/>
                    </a:cubicBezTo>
                    <a:cubicBezTo>
                      <a:pt x="1153" y="108"/>
                      <a:pt x="1150" y="115"/>
                      <a:pt x="1146" y="124"/>
                    </a:cubicBezTo>
                    <a:cubicBezTo>
                      <a:pt x="1142" y="133"/>
                      <a:pt x="1136" y="143"/>
                      <a:pt x="1128" y="153"/>
                    </a:cubicBezTo>
                    <a:cubicBezTo>
                      <a:pt x="1121" y="164"/>
                      <a:pt x="1110" y="177"/>
                      <a:pt x="1098" y="190"/>
                    </a:cubicBezTo>
                    <a:lnTo>
                      <a:pt x="1042" y="249"/>
                    </a:lnTo>
                    <a:cubicBezTo>
                      <a:pt x="1040" y="250"/>
                      <a:pt x="1039" y="252"/>
                      <a:pt x="1038" y="254"/>
                    </a:cubicBezTo>
                    <a:cubicBezTo>
                      <a:pt x="1036" y="256"/>
                      <a:pt x="1036" y="257"/>
                      <a:pt x="1035" y="259"/>
                    </a:cubicBezTo>
                    <a:cubicBezTo>
                      <a:pt x="1034" y="261"/>
                      <a:pt x="1033" y="263"/>
                      <a:pt x="1033" y="265"/>
                    </a:cubicBezTo>
                    <a:cubicBezTo>
                      <a:pt x="1033" y="268"/>
                      <a:pt x="1033" y="269"/>
                      <a:pt x="1033" y="272"/>
                    </a:cubicBezTo>
                    <a:cubicBezTo>
                      <a:pt x="1033" y="276"/>
                      <a:pt x="1034" y="279"/>
                      <a:pt x="1034" y="281"/>
                    </a:cubicBezTo>
                    <a:cubicBezTo>
                      <a:pt x="1035" y="283"/>
                      <a:pt x="1036" y="284"/>
                      <a:pt x="1037" y="286"/>
                    </a:cubicBezTo>
                    <a:cubicBezTo>
                      <a:pt x="1038" y="287"/>
                      <a:pt x="1039" y="288"/>
                      <a:pt x="1040" y="288"/>
                    </a:cubicBezTo>
                    <a:cubicBezTo>
                      <a:pt x="1042" y="289"/>
                      <a:pt x="1043" y="289"/>
                      <a:pt x="1046" y="289"/>
                    </a:cubicBezTo>
                    <a:lnTo>
                      <a:pt x="1203" y="289"/>
                    </a:lnTo>
                    <a:cubicBezTo>
                      <a:pt x="1205" y="289"/>
                      <a:pt x="1206" y="289"/>
                      <a:pt x="1207" y="288"/>
                    </a:cubicBezTo>
                    <a:cubicBezTo>
                      <a:pt x="1208" y="288"/>
                      <a:pt x="1209" y="286"/>
                      <a:pt x="1210" y="285"/>
                    </a:cubicBezTo>
                    <a:cubicBezTo>
                      <a:pt x="1210" y="283"/>
                      <a:pt x="1211" y="282"/>
                      <a:pt x="1211" y="280"/>
                    </a:cubicBezTo>
                    <a:cubicBezTo>
                      <a:pt x="1212" y="278"/>
                      <a:pt x="1212" y="276"/>
                      <a:pt x="1212" y="273"/>
                    </a:cubicBezTo>
                    <a:cubicBezTo>
                      <a:pt x="1212" y="271"/>
                      <a:pt x="1212" y="268"/>
                      <a:pt x="1211" y="266"/>
                    </a:cubicBezTo>
                    <a:cubicBezTo>
                      <a:pt x="1211" y="264"/>
                      <a:pt x="1210" y="262"/>
                      <a:pt x="1210" y="261"/>
                    </a:cubicBezTo>
                    <a:cubicBezTo>
                      <a:pt x="1209" y="260"/>
                      <a:pt x="1208" y="259"/>
                      <a:pt x="1207" y="258"/>
                    </a:cubicBezTo>
                    <a:cubicBezTo>
                      <a:pt x="1206" y="258"/>
                      <a:pt x="1205" y="257"/>
                      <a:pt x="1203" y="257"/>
                    </a:cubicBezTo>
                    <a:lnTo>
                      <a:pt x="1079" y="257"/>
                    </a:lnTo>
                    <a:lnTo>
                      <a:pt x="1124" y="210"/>
                    </a:lnTo>
                    <a:cubicBezTo>
                      <a:pt x="1140" y="193"/>
                      <a:pt x="1154" y="179"/>
                      <a:pt x="1164" y="166"/>
                    </a:cubicBezTo>
                    <a:cubicBezTo>
                      <a:pt x="1174" y="153"/>
                      <a:pt x="1181" y="141"/>
                      <a:pt x="1186" y="130"/>
                    </a:cubicBezTo>
                    <a:cubicBezTo>
                      <a:pt x="1191" y="120"/>
                      <a:pt x="1195" y="110"/>
                      <a:pt x="1196" y="101"/>
                    </a:cubicBezTo>
                    <a:cubicBezTo>
                      <a:pt x="1198" y="92"/>
                      <a:pt x="1199" y="83"/>
                      <a:pt x="1199" y="74"/>
                    </a:cubicBezTo>
                    <a:cubicBezTo>
                      <a:pt x="1199" y="64"/>
                      <a:pt x="1197" y="54"/>
                      <a:pt x="1194" y="45"/>
                    </a:cubicBezTo>
                    <a:cubicBezTo>
                      <a:pt x="1190" y="36"/>
                      <a:pt x="1186" y="29"/>
                      <a:pt x="1179" y="22"/>
                    </a:cubicBezTo>
                    <a:cubicBezTo>
                      <a:pt x="1172" y="15"/>
                      <a:pt x="1163" y="9"/>
                      <a:pt x="1152" y="5"/>
                    </a:cubicBezTo>
                    <a:cubicBezTo>
                      <a:pt x="1142" y="1"/>
                      <a:pt x="1130" y="0"/>
                      <a:pt x="1116" y="0"/>
                    </a:cubicBezTo>
                    <a:close/>
                    <a:moveTo>
                      <a:pt x="1354" y="0"/>
                    </a:moveTo>
                    <a:cubicBezTo>
                      <a:pt x="1339" y="0"/>
                      <a:pt x="1326" y="1"/>
                      <a:pt x="1315" y="5"/>
                    </a:cubicBezTo>
                    <a:cubicBezTo>
                      <a:pt x="1303" y="9"/>
                      <a:pt x="1294" y="15"/>
                      <a:pt x="1287" y="21"/>
                    </a:cubicBezTo>
                    <a:cubicBezTo>
                      <a:pt x="1280" y="27"/>
                      <a:pt x="1274" y="34"/>
                      <a:pt x="1270" y="43"/>
                    </a:cubicBezTo>
                    <a:cubicBezTo>
                      <a:pt x="1267" y="52"/>
                      <a:pt x="1265" y="61"/>
                      <a:pt x="1265" y="71"/>
                    </a:cubicBezTo>
                    <a:cubicBezTo>
                      <a:pt x="1265" y="79"/>
                      <a:pt x="1266" y="87"/>
                      <a:pt x="1269" y="93"/>
                    </a:cubicBezTo>
                    <a:cubicBezTo>
                      <a:pt x="1271" y="100"/>
                      <a:pt x="1275" y="107"/>
                      <a:pt x="1280" y="113"/>
                    </a:cubicBezTo>
                    <a:cubicBezTo>
                      <a:pt x="1285" y="119"/>
                      <a:pt x="1290" y="124"/>
                      <a:pt x="1297" y="129"/>
                    </a:cubicBezTo>
                    <a:cubicBezTo>
                      <a:pt x="1304" y="135"/>
                      <a:pt x="1312" y="139"/>
                      <a:pt x="1321" y="144"/>
                    </a:cubicBezTo>
                    <a:cubicBezTo>
                      <a:pt x="1311" y="149"/>
                      <a:pt x="1301" y="154"/>
                      <a:pt x="1293" y="159"/>
                    </a:cubicBezTo>
                    <a:cubicBezTo>
                      <a:pt x="1285" y="165"/>
                      <a:pt x="1278" y="171"/>
                      <a:pt x="1272" y="177"/>
                    </a:cubicBezTo>
                    <a:cubicBezTo>
                      <a:pt x="1267" y="183"/>
                      <a:pt x="1263" y="191"/>
                      <a:pt x="1260" y="198"/>
                    </a:cubicBezTo>
                    <a:cubicBezTo>
                      <a:pt x="1257" y="206"/>
                      <a:pt x="1255" y="214"/>
                      <a:pt x="1255" y="223"/>
                    </a:cubicBezTo>
                    <a:cubicBezTo>
                      <a:pt x="1255" y="234"/>
                      <a:pt x="1257" y="244"/>
                      <a:pt x="1262" y="253"/>
                    </a:cubicBezTo>
                    <a:cubicBezTo>
                      <a:pt x="1266" y="262"/>
                      <a:pt x="1272" y="269"/>
                      <a:pt x="1280" y="275"/>
                    </a:cubicBezTo>
                    <a:cubicBezTo>
                      <a:pt x="1288" y="281"/>
                      <a:pt x="1298" y="286"/>
                      <a:pt x="1310" y="289"/>
                    </a:cubicBezTo>
                    <a:cubicBezTo>
                      <a:pt x="1322" y="292"/>
                      <a:pt x="1335" y="294"/>
                      <a:pt x="1350" y="294"/>
                    </a:cubicBezTo>
                    <a:cubicBezTo>
                      <a:pt x="1366" y="294"/>
                      <a:pt x="1379" y="292"/>
                      <a:pt x="1391" y="288"/>
                    </a:cubicBezTo>
                    <a:cubicBezTo>
                      <a:pt x="1403" y="285"/>
                      <a:pt x="1414" y="280"/>
                      <a:pt x="1422" y="273"/>
                    </a:cubicBezTo>
                    <a:cubicBezTo>
                      <a:pt x="1430" y="267"/>
                      <a:pt x="1437" y="258"/>
                      <a:pt x="1442" y="249"/>
                    </a:cubicBezTo>
                    <a:cubicBezTo>
                      <a:pt x="1446" y="239"/>
                      <a:pt x="1448" y="228"/>
                      <a:pt x="1448" y="216"/>
                    </a:cubicBezTo>
                    <a:cubicBezTo>
                      <a:pt x="1448" y="208"/>
                      <a:pt x="1446" y="200"/>
                      <a:pt x="1443" y="193"/>
                    </a:cubicBezTo>
                    <a:cubicBezTo>
                      <a:pt x="1440" y="186"/>
                      <a:pt x="1436" y="179"/>
                      <a:pt x="1431" y="173"/>
                    </a:cubicBezTo>
                    <a:cubicBezTo>
                      <a:pt x="1425" y="166"/>
                      <a:pt x="1419" y="161"/>
                      <a:pt x="1411" y="156"/>
                    </a:cubicBezTo>
                    <a:cubicBezTo>
                      <a:pt x="1402" y="151"/>
                      <a:pt x="1393" y="145"/>
                      <a:pt x="1382" y="140"/>
                    </a:cubicBezTo>
                    <a:cubicBezTo>
                      <a:pt x="1391" y="135"/>
                      <a:pt x="1399" y="130"/>
                      <a:pt x="1406" y="124"/>
                    </a:cubicBezTo>
                    <a:cubicBezTo>
                      <a:pt x="1413" y="119"/>
                      <a:pt x="1418" y="114"/>
                      <a:pt x="1423" y="107"/>
                    </a:cubicBezTo>
                    <a:cubicBezTo>
                      <a:pt x="1428" y="101"/>
                      <a:pt x="1431" y="95"/>
                      <a:pt x="1434" y="88"/>
                    </a:cubicBezTo>
                    <a:cubicBezTo>
                      <a:pt x="1436" y="81"/>
                      <a:pt x="1438" y="73"/>
                      <a:pt x="1438" y="66"/>
                    </a:cubicBezTo>
                    <a:cubicBezTo>
                      <a:pt x="1438" y="57"/>
                      <a:pt x="1436" y="48"/>
                      <a:pt x="1433" y="40"/>
                    </a:cubicBezTo>
                    <a:cubicBezTo>
                      <a:pt x="1429" y="32"/>
                      <a:pt x="1425" y="25"/>
                      <a:pt x="1418" y="19"/>
                    </a:cubicBezTo>
                    <a:cubicBezTo>
                      <a:pt x="1411" y="13"/>
                      <a:pt x="1402" y="9"/>
                      <a:pt x="1391" y="5"/>
                    </a:cubicBezTo>
                    <a:cubicBezTo>
                      <a:pt x="1381" y="2"/>
                      <a:pt x="1369" y="0"/>
                      <a:pt x="1354" y="0"/>
                    </a:cubicBezTo>
                    <a:close/>
                    <a:moveTo>
                      <a:pt x="2153" y="0"/>
                    </a:moveTo>
                    <a:cubicBezTo>
                      <a:pt x="2145" y="0"/>
                      <a:pt x="2136" y="1"/>
                      <a:pt x="2129" y="2"/>
                    </a:cubicBezTo>
                    <a:cubicBezTo>
                      <a:pt x="2121" y="4"/>
                      <a:pt x="2113" y="6"/>
                      <a:pt x="2106" y="9"/>
                    </a:cubicBezTo>
                    <a:cubicBezTo>
                      <a:pt x="2100" y="11"/>
                      <a:pt x="2095" y="14"/>
                      <a:pt x="2091" y="17"/>
                    </a:cubicBezTo>
                    <a:cubicBezTo>
                      <a:pt x="2086" y="19"/>
                      <a:pt x="2083" y="21"/>
                      <a:pt x="2081" y="23"/>
                    </a:cubicBezTo>
                    <a:cubicBezTo>
                      <a:pt x="2079" y="24"/>
                      <a:pt x="2078" y="26"/>
                      <a:pt x="2077" y="27"/>
                    </a:cubicBezTo>
                    <a:cubicBezTo>
                      <a:pt x="2077" y="28"/>
                      <a:pt x="2077" y="29"/>
                      <a:pt x="2077" y="30"/>
                    </a:cubicBezTo>
                    <a:cubicBezTo>
                      <a:pt x="2076" y="31"/>
                      <a:pt x="2076" y="33"/>
                      <a:pt x="2076" y="34"/>
                    </a:cubicBezTo>
                    <a:cubicBezTo>
                      <a:pt x="2075" y="36"/>
                      <a:pt x="2076" y="38"/>
                      <a:pt x="2076" y="40"/>
                    </a:cubicBezTo>
                    <a:cubicBezTo>
                      <a:pt x="2076" y="44"/>
                      <a:pt x="2075" y="46"/>
                      <a:pt x="2076" y="48"/>
                    </a:cubicBezTo>
                    <a:cubicBezTo>
                      <a:pt x="2076" y="51"/>
                      <a:pt x="2076" y="52"/>
                      <a:pt x="2077" y="54"/>
                    </a:cubicBezTo>
                    <a:cubicBezTo>
                      <a:pt x="2077" y="55"/>
                      <a:pt x="2078" y="56"/>
                      <a:pt x="2079" y="56"/>
                    </a:cubicBezTo>
                    <a:cubicBezTo>
                      <a:pt x="2080" y="57"/>
                      <a:pt x="2081" y="57"/>
                      <a:pt x="2082" y="57"/>
                    </a:cubicBezTo>
                    <a:cubicBezTo>
                      <a:pt x="2084" y="57"/>
                      <a:pt x="2086" y="56"/>
                      <a:pt x="2090" y="54"/>
                    </a:cubicBezTo>
                    <a:cubicBezTo>
                      <a:pt x="2093" y="51"/>
                      <a:pt x="2098" y="48"/>
                      <a:pt x="2103" y="45"/>
                    </a:cubicBezTo>
                    <a:cubicBezTo>
                      <a:pt x="2108" y="42"/>
                      <a:pt x="2114" y="39"/>
                      <a:pt x="2121" y="37"/>
                    </a:cubicBezTo>
                    <a:cubicBezTo>
                      <a:pt x="2129" y="34"/>
                      <a:pt x="2137" y="33"/>
                      <a:pt x="2146" y="33"/>
                    </a:cubicBezTo>
                    <a:cubicBezTo>
                      <a:pt x="2154" y="33"/>
                      <a:pt x="2161" y="34"/>
                      <a:pt x="2166" y="37"/>
                    </a:cubicBezTo>
                    <a:cubicBezTo>
                      <a:pt x="2172" y="39"/>
                      <a:pt x="2177" y="43"/>
                      <a:pt x="2181" y="47"/>
                    </a:cubicBezTo>
                    <a:cubicBezTo>
                      <a:pt x="2184" y="52"/>
                      <a:pt x="2188" y="56"/>
                      <a:pt x="2190" y="62"/>
                    </a:cubicBezTo>
                    <a:cubicBezTo>
                      <a:pt x="2192" y="67"/>
                      <a:pt x="2193" y="74"/>
                      <a:pt x="2193" y="80"/>
                    </a:cubicBezTo>
                    <a:cubicBezTo>
                      <a:pt x="2193" y="86"/>
                      <a:pt x="2192" y="93"/>
                      <a:pt x="2191" y="100"/>
                    </a:cubicBezTo>
                    <a:cubicBezTo>
                      <a:pt x="2190" y="108"/>
                      <a:pt x="2187" y="115"/>
                      <a:pt x="2182" y="124"/>
                    </a:cubicBezTo>
                    <a:cubicBezTo>
                      <a:pt x="2178" y="133"/>
                      <a:pt x="2172" y="143"/>
                      <a:pt x="2165" y="153"/>
                    </a:cubicBezTo>
                    <a:cubicBezTo>
                      <a:pt x="2157" y="164"/>
                      <a:pt x="2147" y="177"/>
                      <a:pt x="2134" y="190"/>
                    </a:cubicBezTo>
                    <a:lnTo>
                      <a:pt x="2079" y="249"/>
                    </a:lnTo>
                    <a:cubicBezTo>
                      <a:pt x="2077" y="250"/>
                      <a:pt x="2076" y="252"/>
                      <a:pt x="2075" y="254"/>
                    </a:cubicBezTo>
                    <a:cubicBezTo>
                      <a:pt x="2074" y="256"/>
                      <a:pt x="2073" y="257"/>
                      <a:pt x="2072" y="259"/>
                    </a:cubicBezTo>
                    <a:cubicBezTo>
                      <a:pt x="2071" y="261"/>
                      <a:pt x="2071" y="263"/>
                      <a:pt x="2070" y="265"/>
                    </a:cubicBezTo>
                    <a:cubicBezTo>
                      <a:pt x="2070" y="268"/>
                      <a:pt x="2070" y="269"/>
                      <a:pt x="2070" y="272"/>
                    </a:cubicBezTo>
                    <a:cubicBezTo>
                      <a:pt x="2070" y="276"/>
                      <a:pt x="2070" y="279"/>
                      <a:pt x="2070" y="281"/>
                    </a:cubicBezTo>
                    <a:cubicBezTo>
                      <a:pt x="2071" y="283"/>
                      <a:pt x="2072" y="284"/>
                      <a:pt x="2073" y="286"/>
                    </a:cubicBezTo>
                    <a:cubicBezTo>
                      <a:pt x="2074" y="287"/>
                      <a:pt x="2076" y="288"/>
                      <a:pt x="2077" y="288"/>
                    </a:cubicBezTo>
                    <a:cubicBezTo>
                      <a:pt x="2079" y="289"/>
                      <a:pt x="2081" y="289"/>
                      <a:pt x="2083" y="289"/>
                    </a:cubicBezTo>
                    <a:lnTo>
                      <a:pt x="2241" y="289"/>
                    </a:lnTo>
                    <a:cubicBezTo>
                      <a:pt x="2242" y="289"/>
                      <a:pt x="2243" y="289"/>
                      <a:pt x="2244" y="288"/>
                    </a:cubicBezTo>
                    <a:cubicBezTo>
                      <a:pt x="2245" y="288"/>
                      <a:pt x="2246" y="286"/>
                      <a:pt x="2247" y="285"/>
                    </a:cubicBezTo>
                    <a:cubicBezTo>
                      <a:pt x="2247" y="283"/>
                      <a:pt x="2247" y="282"/>
                      <a:pt x="2248" y="280"/>
                    </a:cubicBezTo>
                    <a:cubicBezTo>
                      <a:pt x="2248" y="278"/>
                      <a:pt x="2248" y="276"/>
                      <a:pt x="2248" y="273"/>
                    </a:cubicBezTo>
                    <a:cubicBezTo>
                      <a:pt x="2248" y="271"/>
                      <a:pt x="2248" y="268"/>
                      <a:pt x="2248" y="266"/>
                    </a:cubicBezTo>
                    <a:cubicBezTo>
                      <a:pt x="2247" y="264"/>
                      <a:pt x="2247" y="262"/>
                      <a:pt x="2246" y="261"/>
                    </a:cubicBezTo>
                    <a:cubicBezTo>
                      <a:pt x="2245" y="260"/>
                      <a:pt x="2244" y="259"/>
                      <a:pt x="2243" y="258"/>
                    </a:cubicBezTo>
                    <a:cubicBezTo>
                      <a:pt x="2242" y="258"/>
                      <a:pt x="2241" y="257"/>
                      <a:pt x="2240" y="257"/>
                    </a:cubicBezTo>
                    <a:lnTo>
                      <a:pt x="2116" y="257"/>
                    </a:lnTo>
                    <a:lnTo>
                      <a:pt x="2161" y="210"/>
                    </a:lnTo>
                    <a:cubicBezTo>
                      <a:pt x="2177" y="193"/>
                      <a:pt x="2190" y="179"/>
                      <a:pt x="2200" y="166"/>
                    </a:cubicBezTo>
                    <a:cubicBezTo>
                      <a:pt x="2210" y="153"/>
                      <a:pt x="2218" y="141"/>
                      <a:pt x="2223" y="130"/>
                    </a:cubicBezTo>
                    <a:cubicBezTo>
                      <a:pt x="2228" y="120"/>
                      <a:pt x="2232" y="110"/>
                      <a:pt x="2233" y="101"/>
                    </a:cubicBezTo>
                    <a:cubicBezTo>
                      <a:pt x="2235" y="92"/>
                      <a:pt x="2235" y="83"/>
                      <a:pt x="2235" y="74"/>
                    </a:cubicBezTo>
                    <a:cubicBezTo>
                      <a:pt x="2235" y="64"/>
                      <a:pt x="2234" y="54"/>
                      <a:pt x="2231" y="45"/>
                    </a:cubicBezTo>
                    <a:cubicBezTo>
                      <a:pt x="2227" y="36"/>
                      <a:pt x="2222" y="29"/>
                      <a:pt x="2215" y="22"/>
                    </a:cubicBezTo>
                    <a:cubicBezTo>
                      <a:pt x="2208" y="15"/>
                      <a:pt x="2200" y="9"/>
                      <a:pt x="2189" y="5"/>
                    </a:cubicBezTo>
                    <a:cubicBezTo>
                      <a:pt x="2179" y="1"/>
                      <a:pt x="2167" y="0"/>
                      <a:pt x="2153" y="0"/>
                    </a:cubicBezTo>
                    <a:close/>
                    <a:moveTo>
                      <a:pt x="2388" y="0"/>
                    </a:moveTo>
                    <a:cubicBezTo>
                      <a:pt x="2371" y="0"/>
                      <a:pt x="2357" y="3"/>
                      <a:pt x="2345" y="8"/>
                    </a:cubicBezTo>
                    <a:cubicBezTo>
                      <a:pt x="2333" y="13"/>
                      <a:pt x="2322" y="19"/>
                      <a:pt x="2315" y="28"/>
                    </a:cubicBezTo>
                    <a:cubicBezTo>
                      <a:pt x="2307" y="37"/>
                      <a:pt x="2302" y="47"/>
                      <a:pt x="2298" y="58"/>
                    </a:cubicBezTo>
                    <a:cubicBezTo>
                      <a:pt x="2294" y="69"/>
                      <a:pt x="2293" y="82"/>
                      <a:pt x="2293" y="94"/>
                    </a:cubicBezTo>
                    <a:cubicBezTo>
                      <a:pt x="2293" y="106"/>
                      <a:pt x="2293" y="117"/>
                      <a:pt x="2296" y="128"/>
                    </a:cubicBezTo>
                    <a:cubicBezTo>
                      <a:pt x="2299" y="138"/>
                      <a:pt x="2304" y="148"/>
                      <a:pt x="2310" y="155"/>
                    </a:cubicBezTo>
                    <a:cubicBezTo>
                      <a:pt x="2317" y="163"/>
                      <a:pt x="2326" y="168"/>
                      <a:pt x="2337" y="173"/>
                    </a:cubicBezTo>
                    <a:cubicBezTo>
                      <a:pt x="2347" y="177"/>
                      <a:pt x="2360" y="179"/>
                      <a:pt x="2376" y="179"/>
                    </a:cubicBezTo>
                    <a:cubicBezTo>
                      <a:pt x="2390" y="179"/>
                      <a:pt x="2403" y="177"/>
                      <a:pt x="2414" y="174"/>
                    </a:cubicBezTo>
                    <a:cubicBezTo>
                      <a:pt x="2425" y="170"/>
                      <a:pt x="2435" y="166"/>
                      <a:pt x="2443" y="161"/>
                    </a:cubicBezTo>
                    <a:cubicBezTo>
                      <a:pt x="2442" y="175"/>
                      <a:pt x="2440" y="188"/>
                      <a:pt x="2437" y="200"/>
                    </a:cubicBezTo>
                    <a:cubicBezTo>
                      <a:pt x="2434" y="212"/>
                      <a:pt x="2429" y="223"/>
                      <a:pt x="2422" y="233"/>
                    </a:cubicBezTo>
                    <a:cubicBezTo>
                      <a:pt x="2416" y="242"/>
                      <a:pt x="2408" y="249"/>
                      <a:pt x="2398" y="255"/>
                    </a:cubicBezTo>
                    <a:cubicBezTo>
                      <a:pt x="2387" y="260"/>
                      <a:pt x="2375" y="263"/>
                      <a:pt x="2360" y="263"/>
                    </a:cubicBezTo>
                    <a:cubicBezTo>
                      <a:pt x="2353" y="263"/>
                      <a:pt x="2346" y="262"/>
                      <a:pt x="2340" y="261"/>
                    </a:cubicBezTo>
                    <a:cubicBezTo>
                      <a:pt x="2334" y="260"/>
                      <a:pt x="2329" y="259"/>
                      <a:pt x="2324" y="257"/>
                    </a:cubicBezTo>
                    <a:cubicBezTo>
                      <a:pt x="2320" y="256"/>
                      <a:pt x="2317" y="255"/>
                      <a:pt x="2314" y="254"/>
                    </a:cubicBezTo>
                    <a:cubicBezTo>
                      <a:pt x="2311" y="253"/>
                      <a:pt x="2308" y="252"/>
                      <a:pt x="2307" y="252"/>
                    </a:cubicBezTo>
                    <a:cubicBezTo>
                      <a:pt x="2306" y="252"/>
                      <a:pt x="2304" y="253"/>
                      <a:pt x="2303" y="253"/>
                    </a:cubicBezTo>
                    <a:cubicBezTo>
                      <a:pt x="2302" y="253"/>
                      <a:pt x="2302" y="254"/>
                      <a:pt x="2301" y="255"/>
                    </a:cubicBezTo>
                    <a:cubicBezTo>
                      <a:pt x="2301" y="256"/>
                      <a:pt x="2301" y="257"/>
                      <a:pt x="2301" y="259"/>
                    </a:cubicBezTo>
                    <a:cubicBezTo>
                      <a:pt x="2300" y="261"/>
                      <a:pt x="2301" y="264"/>
                      <a:pt x="2301" y="267"/>
                    </a:cubicBezTo>
                    <a:cubicBezTo>
                      <a:pt x="2301" y="271"/>
                      <a:pt x="2301" y="274"/>
                      <a:pt x="2301" y="276"/>
                    </a:cubicBezTo>
                    <a:cubicBezTo>
                      <a:pt x="2302" y="278"/>
                      <a:pt x="2303" y="280"/>
                      <a:pt x="2305" y="281"/>
                    </a:cubicBezTo>
                    <a:cubicBezTo>
                      <a:pt x="2306" y="283"/>
                      <a:pt x="2309" y="284"/>
                      <a:pt x="2312" y="286"/>
                    </a:cubicBezTo>
                    <a:cubicBezTo>
                      <a:pt x="2315" y="287"/>
                      <a:pt x="2319" y="288"/>
                      <a:pt x="2323" y="289"/>
                    </a:cubicBezTo>
                    <a:cubicBezTo>
                      <a:pt x="2328" y="290"/>
                      <a:pt x="2333" y="291"/>
                      <a:pt x="2339" y="292"/>
                    </a:cubicBezTo>
                    <a:cubicBezTo>
                      <a:pt x="2345" y="293"/>
                      <a:pt x="2352" y="294"/>
                      <a:pt x="2358" y="294"/>
                    </a:cubicBezTo>
                    <a:cubicBezTo>
                      <a:pt x="2374" y="294"/>
                      <a:pt x="2389" y="291"/>
                      <a:pt x="2401" y="286"/>
                    </a:cubicBezTo>
                    <a:cubicBezTo>
                      <a:pt x="2413" y="282"/>
                      <a:pt x="2425" y="276"/>
                      <a:pt x="2434" y="269"/>
                    </a:cubicBezTo>
                    <a:cubicBezTo>
                      <a:pt x="2443" y="261"/>
                      <a:pt x="2450" y="253"/>
                      <a:pt x="2456" y="242"/>
                    </a:cubicBezTo>
                    <a:cubicBezTo>
                      <a:pt x="2462" y="232"/>
                      <a:pt x="2467" y="221"/>
                      <a:pt x="2471" y="209"/>
                    </a:cubicBezTo>
                    <a:cubicBezTo>
                      <a:pt x="2474" y="197"/>
                      <a:pt x="2476" y="185"/>
                      <a:pt x="2478" y="173"/>
                    </a:cubicBezTo>
                    <a:cubicBezTo>
                      <a:pt x="2479" y="160"/>
                      <a:pt x="2480" y="148"/>
                      <a:pt x="2480" y="136"/>
                    </a:cubicBezTo>
                    <a:cubicBezTo>
                      <a:pt x="2480" y="123"/>
                      <a:pt x="2479" y="110"/>
                      <a:pt x="2478" y="98"/>
                    </a:cubicBezTo>
                    <a:cubicBezTo>
                      <a:pt x="2477" y="86"/>
                      <a:pt x="2474" y="75"/>
                      <a:pt x="2472" y="65"/>
                    </a:cubicBezTo>
                    <a:cubicBezTo>
                      <a:pt x="2469" y="55"/>
                      <a:pt x="2466" y="46"/>
                      <a:pt x="2461" y="38"/>
                    </a:cubicBezTo>
                    <a:cubicBezTo>
                      <a:pt x="2456" y="30"/>
                      <a:pt x="2450" y="23"/>
                      <a:pt x="2443" y="17"/>
                    </a:cubicBezTo>
                    <a:cubicBezTo>
                      <a:pt x="2437" y="12"/>
                      <a:pt x="2429" y="7"/>
                      <a:pt x="2420" y="4"/>
                    </a:cubicBezTo>
                    <a:cubicBezTo>
                      <a:pt x="2410" y="1"/>
                      <a:pt x="2400" y="0"/>
                      <a:pt x="2388" y="0"/>
                    </a:cubicBezTo>
                    <a:close/>
                    <a:moveTo>
                      <a:pt x="3185" y="0"/>
                    </a:moveTo>
                    <a:cubicBezTo>
                      <a:pt x="3176" y="0"/>
                      <a:pt x="3167" y="1"/>
                      <a:pt x="3159" y="2"/>
                    </a:cubicBezTo>
                    <a:cubicBezTo>
                      <a:pt x="3150" y="4"/>
                      <a:pt x="3144" y="6"/>
                      <a:pt x="3137" y="9"/>
                    </a:cubicBezTo>
                    <a:cubicBezTo>
                      <a:pt x="3131" y="11"/>
                      <a:pt x="3126" y="14"/>
                      <a:pt x="3122" y="17"/>
                    </a:cubicBezTo>
                    <a:cubicBezTo>
                      <a:pt x="3117" y="19"/>
                      <a:pt x="3114" y="21"/>
                      <a:pt x="3113" y="23"/>
                    </a:cubicBezTo>
                    <a:cubicBezTo>
                      <a:pt x="3111" y="24"/>
                      <a:pt x="3111" y="25"/>
                      <a:pt x="3110" y="26"/>
                    </a:cubicBezTo>
                    <a:cubicBezTo>
                      <a:pt x="3110" y="27"/>
                      <a:pt x="3109" y="29"/>
                      <a:pt x="3108" y="30"/>
                    </a:cubicBezTo>
                    <a:cubicBezTo>
                      <a:pt x="3108" y="31"/>
                      <a:pt x="3108" y="33"/>
                      <a:pt x="3108" y="34"/>
                    </a:cubicBezTo>
                    <a:cubicBezTo>
                      <a:pt x="3107" y="36"/>
                      <a:pt x="3108" y="38"/>
                      <a:pt x="3108" y="40"/>
                    </a:cubicBezTo>
                    <a:cubicBezTo>
                      <a:pt x="3108" y="44"/>
                      <a:pt x="3107" y="45"/>
                      <a:pt x="3108" y="47"/>
                    </a:cubicBezTo>
                    <a:cubicBezTo>
                      <a:pt x="3108" y="49"/>
                      <a:pt x="3109" y="52"/>
                      <a:pt x="3109" y="53"/>
                    </a:cubicBezTo>
                    <a:cubicBezTo>
                      <a:pt x="3110" y="54"/>
                      <a:pt x="3110" y="54"/>
                      <a:pt x="3111" y="55"/>
                    </a:cubicBezTo>
                    <a:cubicBezTo>
                      <a:pt x="3112" y="55"/>
                      <a:pt x="3113" y="55"/>
                      <a:pt x="3114" y="55"/>
                    </a:cubicBezTo>
                    <a:cubicBezTo>
                      <a:pt x="3115" y="55"/>
                      <a:pt x="3118" y="54"/>
                      <a:pt x="3122" y="51"/>
                    </a:cubicBezTo>
                    <a:cubicBezTo>
                      <a:pt x="3125" y="48"/>
                      <a:pt x="3130" y="46"/>
                      <a:pt x="3136" y="43"/>
                    </a:cubicBezTo>
                    <a:cubicBezTo>
                      <a:pt x="3141" y="40"/>
                      <a:pt x="3147" y="38"/>
                      <a:pt x="3154" y="35"/>
                    </a:cubicBezTo>
                    <a:cubicBezTo>
                      <a:pt x="3161" y="33"/>
                      <a:pt x="3170" y="31"/>
                      <a:pt x="3178" y="31"/>
                    </a:cubicBezTo>
                    <a:cubicBezTo>
                      <a:pt x="3186" y="31"/>
                      <a:pt x="3192" y="32"/>
                      <a:pt x="3198" y="34"/>
                    </a:cubicBezTo>
                    <a:cubicBezTo>
                      <a:pt x="3204" y="37"/>
                      <a:pt x="3210" y="40"/>
                      <a:pt x="3213" y="44"/>
                    </a:cubicBezTo>
                    <a:cubicBezTo>
                      <a:pt x="3217" y="48"/>
                      <a:pt x="3220" y="53"/>
                      <a:pt x="3222" y="58"/>
                    </a:cubicBezTo>
                    <a:cubicBezTo>
                      <a:pt x="3224" y="63"/>
                      <a:pt x="3225" y="69"/>
                      <a:pt x="3225" y="75"/>
                    </a:cubicBezTo>
                    <a:cubicBezTo>
                      <a:pt x="3225" y="83"/>
                      <a:pt x="3223" y="90"/>
                      <a:pt x="3220" y="97"/>
                    </a:cubicBezTo>
                    <a:cubicBezTo>
                      <a:pt x="3218" y="103"/>
                      <a:pt x="3213" y="109"/>
                      <a:pt x="3208" y="114"/>
                    </a:cubicBezTo>
                    <a:cubicBezTo>
                      <a:pt x="3203" y="118"/>
                      <a:pt x="3196" y="122"/>
                      <a:pt x="3189" y="124"/>
                    </a:cubicBezTo>
                    <a:cubicBezTo>
                      <a:pt x="3181" y="127"/>
                      <a:pt x="3172" y="128"/>
                      <a:pt x="3162" y="128"/>
                    </a:cubicBezTo>
                    <a:lnTo>
                      <a:pt x="3137" y="128"/>
                    </a:lnTo>
                    <a:cubicBezTo>
                      <a:pt x="3136" y="128"/>
                      <a:pt x="3135" y="128"/>
                      <a:pt x="3134" y="129"/>
                    </a:cubicBezTo>
                    <a:cubicBezTo>
                      <a:pt x="3133" y="129"/>
                      <a:pt x="3132" y="130"/>
                      <a:pt x="3131" y="131"/>
                    </a:cubicBezTo>
                    <a:cubicBezTo>
                      <a:pt x="3131" y="132"/>
                      <a:pt x="3130" y="134"/>
                      <a:pt x="3130" y="136"/>
                    </a:cubicBezTo>
                    <a:cubicBezTo>
                      <a:pt x="3129" y="138"/>
                      <a:pt x="3129" y="140"/>
                      <a:pt x="3129" y="143"/>
                    </a:cubicBezTo>
                    <a:cubicBezTo>
                      <a:pt x="3129" y="146"/>
                      <a:pt x="3129" y="148"/>
                      <a:pt x="3130" y="150"/>
                    </a:cubicBezTo>
                    <a:cubicBezTo>
                      <a:pt x="3130" y="152"/>
                      <a:pt x="3131" y="154"/>
                      <a:pt x="3131" y="155"/>
                    </a:cubicBezTo>
                    <a:cubicBezTo>
                      <a:pt x="3132" y="156"/>
                      <a:pt x="3133" y="156"/>
                      <a:pt x="3134" y="157"/>
                    </a:cubicBezTo>
                    <a:cubicBezTo>
                      <a:pt x="3135" y="157"/>
                      <a:pt x="3136" y="158"/>
                      <a:pt x="3137" y="158"/>
                    </a:cubicBezTo>
                    <a:lnTo>
                      <a:pt x="3165" y="158"/>
                    </a:lnTo>
                    <a:cubicBezTo>
                      <a:pt x="3176" y="158"/>
                      <a:pt x="3186" y="160"/>
                      <a:pt x="3195" y="162"/>
                    </a:cubicBezTo>
                    <a:cubicBezTo>
                      <a:pt x="3204" y="165"/>
                      <a:pt x="3212" y="168"/>
                      <a:pt x="3218" y="173"/>
                    </a:cubicBezTo>
                    <a:cubicBezTo>
                      <a:pt x="3224" y="177"/>
                      <a:pt x="3228" y="183"/>
                      <a:pt x="3231" y="189"/>
                    </a:cubicBezTo>
                    <a:cubicBezTo>
                      <a:pt x="3234" y="196"/>
                      <a:pt x="3236" y="203"/>
                      <a:pt x="3236" y="212"/>
                    </a:cubicBezTo>
                    <a:cubicBezTo>
                      <a:pt x="3236" y="219"/>
                      <a:pt x="3235" y="226"/>
                      <a:pt x="3233" y="232"/>
                    </a:cubicBezTo>
                    <a:cubicBezTo>
                      <a:pt x="3230" y="238"/>
                      <a:pt x="3226" y="243"/>
                      <a:pt x="3221" y="248"/>
                    </a:cubicBezTo>
                    <a:cubicBezTo>
                      <a:pt x="3216" y="252"/>
                      <a:pt x="3210" y="256"/>
                      <a:pt x="3203" y="258"/>
                    </a:cubicBezTo>
                    <a:cubicBezTo>
                      <a:pt x="3195" y="261"/>
                      <a:pt x="3187" y="262"/>
                      <a:pt x="3177" y="262"/>
                    </a:cubicBezTo>
                    <a:cubicBezTo>
                      <a:pt x="3167" y="262"/>
                      <a:pt x="3158" y="261"/>
                      <a:pt x="3150" y="258"/>
                    </a:cubicBezTo>
                    <a:cubicBezTo>
                      <a:pt x="3142" y="256"/>
                      <a:pt x="3135" y="254"/>
                      <a:pt x="3129" y="251"/>
                    </a:cubicBezTo>
                    <a:cubicBezTo>
                      <a:pt x="3123" y="248"/>
                      <a:pt x="3118" y="246"/>
                      <a:pt x="3114" y="243"/>
                    </a:cubicBezTo>
                    <a:cubicBezTo>
                      <a:pt x="3110" y="241"/>
                      <a:pt x="3107" y="240"/>
                      <a:pt x="3106" y="240"/>
                    </a:cubicBezTo>
                    <a:cubicBezTo>
                      <a:pt x="3104" y="240"/>
                      <a:pt x="3102" y="241"/>
                      <a:pt x="3101" y="243"/>
                    </a:cubicBezTo>
                    <a:cubicBezTo>
                      <a:pt x="3100" y="245"/>
                      <a:pt x="3100" y="249"/>
                      <a:pt x="3100" y="254"/>
                    </a:cubicBezTo>
                    <a:cubicBezTo>
                      <a:pt x="3100" y="257"/>
                      <a:pt x="3099" y="260"/>
                      <a:pt x="3100" y="262"/>
                    </a:cubicBezTo>
                    <a:cubicBezTo>
                      <a:pt x="3100" y="264"/>
                      <a:pt x="3101" y="266"/>
                      <a:pt x="3101" y="267"/>
                    </a:cubicBezTo>
                    <a:cubicBezTo>
                      <a:pt x="3102" y="269"/>
                      <a:pt x="3102" y="270"/>
                      <a:pt x="3102" y="271"/>
                    </a:cubicBezTo>
                    <a:cubicBezTo>
                      <a:pt x="3103" y="272"/>
                      <a:pt x="3104" y="273"/>
                      <a:pt x="3105" y="274"/>
                    </a:cubicBezTo>
                    <a:cubicBezTo>
                      <a:pt x="3106" y="275"/>
                      <a:pt x="3109" y="276"/>
                      <a:pt x="3113" y="279"/>
                    </a:cubicBezTo>
                    <a:cubicBezTo>
                      <a:pt x="3117" y="281"/>
                      <a:pt x="3123" y="283"/>
                      <a:pt x="3130" y="286"/>
                    </a:cubicBezTo>
                    <a:cubicBezTo>
                      <a:pt x="3136" y="288"/>
                      <a:pt x="3143" y="289"/>
                      <a:pt x="3152" y="291"/>
                    </a:cubicBezTo>
                    <a:cubicBezTo>
                      <a:pt x="3160" y="292"/>
                      <a:pt x="3169" y="294"/>
                      <a:pt x="3178" y="294"/>
                    </a:cubicBezTo>
                    <a:cubicBezTo>
                      <a:pt x="3194" y="294"/>
                      <a:pt x="3208" y="291"/>
                      <a:pt x="3220" y="287"/>
                    </a:cubicBezTo>
                    <a:cubicBezTo>
                      <a:pt x="3233" y="283"/>
                      <a:pt x="3244" y="277"/>
                      <a:pt x="3252" y="270"/>
                    </a:cubicBezTo>
                    <a:cubicBezTo>
                      <a:pt x="3261" y="262"/>
                      <a:pt x="3267" y="254"/>
                      <a:pt x="3272" y="243"/>
                    </a:cubicBezTo>
                    <a:cubicBezTo>
                      <a:pt x="3276" y="233"/>
                      <a:pt x="3279" y="221"/>
                      <a:pt x="3279" y="208"/>
                    </a:cubicBezTo>
                    <a:cubicBezTo>
                      <a:pt x="3279" y="199"/>
                      <a:pt x="3277" y="190"/>
                      <a:pt x="3273" y="182"/>
                    </a:cubicBezTo>
                    <a:cubicBezTo>
                      <a:pt x="3270" y="175"/>
                      <a:pt x="3266" y="168"/>
                      <a:pt x="3260" y="162"/>
                    </a:cubicBezTo>
                    <a:cubicBezTo>
                      <a:pt x="3254" y="156"/>
                      <a:pt x="3247" y="151"/>
                      <a:pt x="3239" y="147"/>
                    </a:cubicBezTo>
                    <a:cubicBezTo>
                      <a:pt x="3231" y="143"/>
                      <a:pt x="3221" y="141"/>
                      <a:pt x="3212" y="140"/>
                    </a:cubicBezTo>
                    <a:lnTo>
                      <a:pt x="3212" y="139"/>
                    </a:lnTo>
                    <a:cubicBezTo>
                      <a:pt x="3220" y="138"/>
                      <a:pt x="3228" y="135"/>
                      <a:pt x="3235" y="130"/>
                    </a:cubicBezTo>
                    <a:cubicBezTo>
                      <a:pt x="3241" y="126"/>
                      <a:pt x="3247" y="121"/>
                      <a:pt x="3251" y="115"/>
                    </a:cubicBezTo>
                    <a:cubicBezTo>
                      <a:pt x="3256" y="109"/>
                      <a:pt x="3259" y="103"/>
                      <a:pt x="3262" y="95"/>
                    </a:cubicBezTo>
                    <a:cubicBezTo>
                      <a:pt x="3264" y="87"/>
                      <a:pt x="3265" y="78"/>
                      <a:pt x="3265" y="70"/>
                    </a:cubicBezTo>
                    <a:cubicBezTo>
                      <a:pt x="3265" y="59"/>
                      <a:pt x="3263" y="50"/>
                      <a:pt x="3260" y="41"/>
                    </a:cubicBezTo>
                    <a:cubicBezTo>
                      <a:pt x="3257" y="33"/>
                      <a:pt x="3252" y="25"/>
                      <a:pt x="3245" y="19"/>
                    </a:cubicBezTo>
                    <a:cubicBezTo>
                      <a:pt x="3238" y="13"/>
                      <a:pt x="3230" y="9"/>
                      <a:pt x="3220" y="5"/>
                    </a:cubicBezTo>
                    <a:cubicBezTo>
                      <a:pt x="3210" y="2"/>
                      <a:pt x="3198" y="0"/>
                      <a:pt x="3185" y="0"/>
                    </a:cubicBezTo>
                    <a:close/>
                    <a:moveTo>
                      <a:pt x="3423" y="0"/>
                    </a:moveTo>
                    <a:cubicBezTo>
                      <a:pt x="3404" y="0"/>
                      <a:pt x="3389" y="3"/>
                      <a:pt x="3376" y="10"/>
                    </a:cubicBezTo>
                    <a:cubicBezTo>
                      <a:pt x="3363" y="18"/>
                      <a:pt x="3353" y="27"/>
                      <a:pt x="3345" y="40"/>
                    </a:cubicBezTo>
                    <a:cubicBezTo>
                      <a:pt x="3337" y="53"/>
                      <a:pt x="3331" y="69"/>
                      <a:pt x="3327" y="87"/>
                    </a:cubicBezTo>
                    <a:cubicBezTo>
                      <a:pt x="3324" y="105"/>
                      <a:pt x="3322" y="125"/>
                      <a:pt x="3322" y="147"/>
                    </a:cubicBezTo>
                    <a:cubicBezTo>
                      <a:pt x="3322" y="171"/>
                      <a:pt x="3324" y="192"/>
                      <a:pt x="3327" y="210"/>
                    </a:cubicBezTo>
                    <a:cubicBezTo>
                      <a:pt x="3330" y="228"/>
                      <a:pt x="3335" y="243"/>
                      <a:pt x="3343" y="256"/>
                    </a:cubicBezTo>
                    <a:cubicBezTo>
                      <a:pt x="3350" y="268"/>
                      <a:pt x="3360" y="277"/>
                      <a:pt x="3372" y="284"/>
                    </a:cubicBezTo>
                    <a:cubicBezTo>
                      <a:pt x="3384" y="290"/>
                      <a:pt x="3400" y="294"/>
                      <a:pt x="3418" y="294"/>
                    </a:cubicBezTo>
                    <a:cubicBezTo>
                      <a:pt x="3437" y="294"/>
                      <a:pt x="3453" y="290"/>
                      <a:pt x="3466" y="283"/>
                    </a:cubicBezTo>
                    <a:cubicBezTo>
                      <a:pt x="3479" y="276"/>
                      <a:pt x="3489" y="265"/>
                      <a:pt x="3497" y="252"/>
                    </a:cubicBezTo>
                    <a:cubicBezTo>
                      <a:pt x="3505" y="239"/>
                      <a:pt x="3511" y="224"/>
                      <a:pt x="3514" y="206"/>
                    </a:cubicBezTo>
                    <a:cubicBezTo>
                      <a:pt x="3518" y="188"/>
                      <a:pt x="3519" y="168"/>
                      <a:pt x="3519" y="146"/>
                    </a:cubicBezTo>
                    <a:cubicBezTo>
                      <a:pt x="3519" y="123"/>
                      <a:pt x="3518" y="102"/>
                      <a:pt x="3515" y="84"/>
                    </a:cubicBezTo>
                    <a:cubicBezTo>
                      <a:pt x="3512" y="65"/>
                      <a:pt x="3507" y="50"/>
                      <a:pt x="3499" y="38"/>
                    </a:cubicBezTo>
                    <a:cubicBezTo>
                      <a:pt x="3492" y="25"/>
                      <a:pt x="3481" y="16"/>
                      <a:pt x="3469" y="10"/>
                    </a:cubicBezTo>
                    <a:cubicBezTo>
                      <a:pt x="3457" y="3"/>
                      <a:pt x="3441" y="0"/>
                      <a:pt x="3423" y="0"/>
                    </a:cubicBezTo>
                    <a:close/>
                    <a:moveTo>
                      <a:pt x="4224" y="0"/>
                    </a:moveTo>
                    <a:cubicBezTo>
                      <a:pt x="4215" y="0"/>
                      <a:pt x="4206" y="1"/>
                      <a:pt x="4198" y="2"/>
                    </a:cubicBezTo>
                    <a:cubicBezTo>
                      <a:pt x="4189" y="4"/>
                      <a:pt x="4183" y="6"/>
                      <a:pt x="4176" y="9"/>
                    </a:cubicBezTo>
                    <a:cubicBezTo>
                      <a:pt x="4170" y="11"/>
                      <a:pt x="4165" y="14"/>
                      <a:pt x="4161" y="17"/>
                    </a:cubicBezTo>
                    <a:cubicBezTo>
                      <a:pt x="4156" y="19"/>
                      <a:pt x="4153" y="21"/>
                      <a:pt x="4152" y="23"/>
                    </a:cubicBezTo>
                    <a:cubicBezTo>
                      <a:pt x="4150" y="24"/>
                      <a:pt x="4150" y="25"/>
                      <a:pt x="4149" y="26"/>
                    </a:cubicBezTo>
                    <a:cubicBezTo>
                      <a:pt x="4148" y="27"/>
                      <a:pt x="4148" y="29"/>
                      <a:pt x="4147" y="30"/>
                    </a:cubicBezTo>
                    <a:cubicBezTo>
                      <a:pt x="4147" y="31"/>
                      <a:pt x="4147" y="33"/>
                      <a:pt x="4146" y="34"/>
                    </a:cubicBezTo>
                    <a:cubicBezTo>
                      <a:pt x="4146" y="36"/>
                      <a:pt x="4146" y="38"/>
                      <a:pt x="4146" y="40"/>
                    </a:cubicBezTo>
                    <a:cubicBezTo>
                      <a:pt x="4146" y="44"/>
                      <a:pt x="4146" y="45"/>
                      <a:pt x="4146" y="47"/>
                    </a:cubicBezTo>
                    <a:cubicBezTo>
                      <a:pt x="4147" y="49"/>
                      <a:pt x="4148" y="52"/>
                      <a:pt x="4148" y="53"/>
                    </a:cubicBezTo>
                    <a:cubicBezTo>
                      <a:pt x="4149" y="54"/>
                      <a:pt x="4149" y="54"/>
                      <a:pt x="4150" y="55"/>
                    </a:cubicBezTo>
                    <a:cubicBezTo>
                      <a:pt x="4151" y="55"/>
                      <a:pt x="4152" y="55"/>
                      <a:pt x="4153" y="55"/>
                    </a:cubicBezTo>
                    <a:cubicBezTo>
                      <a:pt x="4154" y="55"/>
                      <a:pt x="4157" y="54"/>
                      <a:pt x="4161" y="51"/>
                    </a:cubicBezTo>
                    <a:cubicBezTo>
                      <a:pt x="4164" y="48"/>
                      <a:pt x="4169" y="46"/>
                      <a:pt x="4175" y="43"/>
                    </a:cubicBezTo>
                    <a:cubicBezTo>
                      <a:pt x="4180" y="40"/>
                      <a:pt x="4186" y="38"/>
                      <a:pt x="4193" y="35"/>
                    </a:cubicBezTo>
                    <a:cubicBezTo>
                      <a:pt x="4200" y="33"/>
                      <a:pt x="4208" y="31"/>
                      <a:pt x="4217" y="31"/>
                    </a:cubicBezTo>
                    <a:cubicBezTo>
                      <a:pt x="4225" y="31"/>
                      <a:pt x="4231" y="32"/>
                      <a:pt x="4237" y="34"/>
                    </a:cubicBezTo>
                    <a:cubicBezTo>
                      <a:pt x="4243" y="37"/>
                      <a:pt x="4248" y="40"/>
                      <a:pt x="4252" y="44"/>
                    </a:cubicBezTo>
                    <a:cubicBezTo>
                      <a:pt x="4256" y="48"/>
                      <a:pt x="4259" y="53"/>
                      <a:pt x="4261" y="58"/>
                    </a:cubicBezTo>
                    <a:cubicBezTo>
                      <a:pt x="4263" y="63"/>
                      <a:pt x="4264" y="69"/>
                      <a:pt x="4264" y="75"/>
                    </a:cubicBezTo>
                    <a:cubicBezTo>
                      <a:pt x="4264" y="83"/>
                      <a:pt x="4262" y="90"/>
                      <a:pt x="4259" y="97"/>
                    </a:cubicBezTo>
                    <a:cubicBezTo>
                      <a:pt x="4256" y="103"/>
                      <a:pt x="4252" y="109"/>
                      <a:pt x="4247" y="114"/>
                    </a:cubicBezTo>
                    <a:cubicBezTo>
                      <a:pt x="4242" y="118"/>
                      <a:pt x="4235" y="122"/>
                      <a:pt x="4228" y="124"/>
                    </a:cubicBezTo>
                    <a:cubicBezTo>
                      <a:pt x="4220" y="127"/>
                      <a:pt x="4211" y="128"/>
                      <a:pt x="4201" y="128"/>
                    </a:cubicBezTo>
                    <a:lnTo>
                      <a:pt x="4176" y="128"/>
                    </a:lnTo>
                    <a:cubicBezTo>
                      <a:pt x="4175" y="128"/>
                      <a:pt x="4174" y="128"/>
                      <a:pt x="4173" y="129"/>
                    </a:cubicBezTo>
                    <a:cubicBezTo>
                      <a:pt x="4172" y="129"/>
                      <a:pt x="4171" y="130"/>
                      <a:pt x="4170" y="131"/>
                    </a:cubicBezTo>
                    <a:cubicBezTo>
                      <a:pt x="4169" y="132"/>
                      <a:pt x="4169" y="134"/>
                      <a:pt x="4168" y="136"/>
                    </a:cubicBezTo>
                    <a:cubicBezTo>
                      <a:pt x="4168" y="138"/>
                      <a:pt x="4168" y="140"/>
                      <a:pt x="4168" y="143"/>
                    </a:cubicBezTo>
                    <a:cubicBezTo>
                      <a:pt x="4168" y="146"/>
                      <a:pt x="4168" y="148"/>
                      <a:pt x="4168" y="150"/>
                    </a:cubicBezTo>
                    <a:cubicBezTo>
                      <a:pt x="4169" y="152"/>
                      <a:pt x="4169" y="154"/>
                      <a:pt x="4170" y="155"/>
                    </a:cubicBezTo>
                    <a:cubicBezTo>
                      <a:pt x="4171" y="156"/>
                      <a:pt x="4172" y="156"/>
                      <a:pt x="4173" y="157"/>
                    </a:cubicBezTo>
                    <a:cubicBezTo>
                      <a:pt x="4174" y="157"/>
                      <a:pt x="4175" y="158"/>
                      <a:pt x="4176" y="158"/>
                    </a:cubicBezTo>
                    <a:lnTo>
                      <a:pt x="4204" y="158"/>
                    </a:lnTo>
                    <a:cubicBezTo>
                      <a:pt x="4215" y="158"/>
                      <a:pt x="4225" y="160"/>
                      <a:pt x="4234" y="162"/>
                    </a:cubicBezTo>
                    <a:cubicBezTo>
                      <a:pt x="4243" y="165"/>
                      <a:pt x="4251" y="168"/>
                      <a:pt x="4257" y="173"/>
                    </a:cubicBezTo>
                    <a:cubicBezTo>
                      <a:pt x="4263" y="177"/>
                      <a:pt x="4267" y="183"/>
                      <a:pt x="4270" y="189"/>
                    </a:cubicBezTo>
                    <a:cubicBezTo>
                      <a:pt x="4273" y="196"/>
                      <a:pt x="4275" y="203"/>
                      <a:pt x="4275" y="212"/>
                    </a:cubicBezTo>
                    <a:cubicBezTo>
                      <a:pt x="4275" y="219"/>
                      <a:pt x="4274" y="226"/>
                      <a:pt x="4272" y="232"/>
                    </a:cubicBezTo>
                    <a:cubicBezTo>
                      <a:pt x="4269" y="238"/>
                      <a:pt x="4265" y="243"/>
                      <a:pt x="4260" y="248"/>
                    </a:cubicBezTo>
                    <a:cubicBezTo>
                      <a:pt x="4255" y="252"/>
                      <a:pt x="4249" y="256"/>
                      <a:pt x="4242" y="258"/>
                    </a:cubicBezTo>
                    <a:cubicBezTo>
                      <a:pt x="4234" y="261"/>
                      <a:pt x="4226" y="262"/>
                      <a:pt x="4216" y="262"/>
                    </a:cubicBezTo>
                    <a:cubicBezTo>
                      <a:pt x="4206" y="262"/>
                      <a:pt x="4197" y="261"/>
                      <a:pt x="4189" y="258"/>
                    </a:cubicBezTo>
                    <a:cubicBezTo>
                      <a:pt x="4181" y="256"/>
                      <a:pt x="4174" y="254"/>
                      <a:pt x="4168" y="251"/>
                    </a:cubicBezTo>
                    <a:cubicBezTo>
                      <a:pt x="4161" y="248"/>
                      <a:pt x="4156" y="246"/>
                      <a:pt x="4153" y="243"/>
                    </a:cubicBezTo>
                    <a:cubicBezTo>
                      <a:pt x="4149" y="241"/>
                      <a:pt x="4146" y="240"/>
                      <a:pt x="4145" y="240"/>
                    </a:cubicBezTo>
                    <a:cubicBezTo>
                      <a:pt x="4143" y="240"/>
                      <a:pt x="4141" y="241"/>
                      <a:pt x="4140" y="243"/>
                    </a:cubicBezTo>
                    <a:cubicBezTo>
                      <a:pt x="4139" y="245"/>
                      <a:pt x="4138" y="249"/>
                      <a:pt x="4138" y="254"/>
                    </a:cubicBezTo>
                    <a:cubicBezTo>
                      <a:pt x="4138" y="257"/>
                      <a:pt x="4138" y="260"/>
                      <a:pt x="4138" y="262"/>
                    </a:cubicBezTo>
                    <a:cubicBezTo>
                      <a:pt x="4139" y="264"/>
                      <a:pt x="4140" y="266"/>
                      <a:pt x="4140" y="267"/>
                    </a:cubicBezTo>
                    <a:cubicBezTo>
                      <a:pt x="4141" y="269"/>
                      <a:pt x="4141" y="270"/>
                      <a:pt x="4141" y="271"/>
                    </a:cubicBezTo>
                    <a:cubicBezTo>
                      <a:pt x="4142" y="272"/>
                      <a:pt x="4143" y="273"/>
                      <a:pt x="4144" y="274"/>
                    </a:cubicBezTo>
                    <a:cubicBezTo>
                      <a:pt x="4145" y="275"/>
                      <a:pt x="4147" y="276"/>
                      <a:pt x="4152" y="279"/>
                    </a:cubicBezTo>
                    <a:cubicBezTo>
                      <a:pt x="4156" y="281"/>
                      <a:pt x="4162" y="283"/>
                      <a:pt x="4168" y="286"/>
                    </a:cubicBezTo>
                    <a:cubicBezTo>
                      <a:pt x="4175" y="288"/>
                      <a:pt x="4182" y="289"/>
                      <a:pt x="4191" y="291"/>
                    </a:cubicBezTo>
                    <a:cubicBezTo>
                      <a:pt x="4199" y="292"/>
                      <a:pt x="4207" y="294"/>
                      <a:pt x="4217" y="294"/>
                    </a:cubicBezTo>
                    <a:cubicBezTo>
                      <a:pt x="4233" y="294"/>
                      <a:pt x="4247" y="291"/>
                      <a:pt x="4259" y="287"/>
                    </a:cubicBezTo>
                    <a:cubicBezTo>
                      <a:pt x="4272" y="283"/>
                      <a:pt x="4283" y="277"/>
                      <a:pt x="4291" y="270"/>
                    </a:cubicBezTo>
                    <a:cubicBezTo>
                      <a:pt x="4300" y="262"/>
                      <a:pt x="4306" y="254"/>
                      <a:pt x="4310" y="243"/>
                    </a:cubicBezTo>
                    <a:cubicBezTo>
                      <a:pt x="4315" y="233"/>
                      <a:pt x="4318" y="221"/>
                      <a:pt x="4318" y="208"/>
                    </a:cubicBezTo>
                    <a:cubicBezTo>
                      <a:pt x="4318" y="199"/>
                      <a:pt x="4316" y="190"/>
                      <a:pt x="4312" y="182"/>
                    </a:cubicBezTo>
                    <a:cubicBezTo>
                      <a:pt x="4309" y="175"/>
                      <a:pt x="4305" y="168"/>
                      <a:pt x="4299" y="162"/>
                    </a:cubicBezTo>
                    <a:cubicBezTo>
                      <a:pt x="4293" y="156"/>
                      <a:pt x="4286" y="151"/>
                      <a:pt x="4278" y="147"/>
                    </a:cubicBezTo>
                    <a:cubicBezTo>
                      <a:pt x="4270" y="143"/>
                      <a:pt x="4260" y="141"/>
                      <a:pt x="4251" y="140"/>
                    </a:cubicBezTo>
                    <a:lnTo>
                      <a:pt x="4251" y="139"/>
                    </a:lnTo>
                    <a:cubicBezTo>
                      <a:pt x="4259" y="138"/>
                      <a:pt x="4267" y="135"/>
                      <a:pt x="4273" y="130"/>
                    </a:cubicBezTo>
                    <a:cubicBezTo>
                      <a:pt x="4280" y="126"/>
                      <a:pt x="4286" y="121"/>
                      <a:pt x="4290" y="115"/>
                    </a:cubicBezTo>
                    <a:cubicBezTo>
                      <a:pt x="4295" y="109"/>
                      <a:pt x="4298" y="103"/>
                      <a:pt x="4301" y="95"/>
                    </a:cubicBezTo>
                    <a:cubicBezTo>
                      <a:pt x="4303" y="87"/>
                      <a:pt x="4304" y="78"/>
                      <a:pt x="4304" y="70"/>
                    </a:cubicBezTo>
                    <a:cubicBezTo>
                      <a:pt x="4304" y="59"/>
                      <a:pt x="4302" y="50"/>
                      <a:pt x="4299" y="41"/>
                    </a:cubicBezTo>
                    <a:cubicBezTo>
                      <a:pt x="4296" y="33"/>
                      <a:pt x="4291" y="25"/>
                      <a:pt x="4284" y="19"/>
                    </a:cubicBezTo>
                    <a:cubicBezTo>
                      <a:pt x="4277" y="13"/>
                      <a:pt x="4269" y="9"/>
                      <a:pt x="4259" y="5"/>
                    </a:cubicBezTo>
                    <a:cubicBezTo>
                      <a:pt x="4249" y="2"/>
                      <a:pt x="4237" y="0"/>
                      <a:pt x="4224" y="0"/>
                    </a:cubicBezTo>
                    <a:close/>
                    <a:moveTo>
                      <a:pt x="83" y="1"/>
                    </a:moveTo>
                    <a:cubicBezTo>
                      <a:pt x="75" y="1"/>
                      <a:pt x="66" y="2"/>
                      <a:pt x="59" y="3"/>
                    </a:cubicBezTo>
                    <a:cubicBezTo>
                      <a:pt x="51" y="5"/>
                      <a:pt x="43" y="8"/>
                      <a:pt x="37" y="10"/>
                    </a:cubicBezTo>
                    <a:cubicBezTo>
                      <a:pt x="30" y="13"/>
                      <a:pt x="25" y="16"/>
                      <a:pt x="21" y="18"/>
                    </a:cubicBezTo>
                    <a:cubicBezTo>
                      <a:pt x="16" y="21"/>
                      <a:pt x="13" y="23"/>
                      <a:pt x="11" y="25"/>
                    </a:cubicBezTo>
                    <a:cubicBezTo>
                      <a:pt x="9" y="26"/>
                      <a:pt x="8" y="27"/>
                      <a:pt x="7" y="28"/>
                    </a:cubicBezTo>
                    <a:cubicBezTo>
                      <a:pt x="7" y="29"/>
                      <a:pt x="7" y="30"/>
                      <a:pt x="7" y="32"/>
                    </a:cubicBezTo>
                    <a:cubicBezTo>
                      <a:pt x="6" y="33"/>
                      <a:pt x="6" y="34"/>
                      <a:pt x="6" y="36"/>
                    </a:cubicBezTo>
                    <a:cubicBezTo>
                      <a:pt x="6" y="38"/>
                      <a:pt x="5" y="39"/>
                      <a:pt x="5" y="41"/>
                    </a:cubicBezTo>
                    <a:cubicBezTo>
                      <a:pt x="5" y="44"/>
                      <a:pt x="5" y="47"/>
                      <a:pt x="6" y="49"/>
                    </a:cubicBezTo>
                    <a:cubicBezTo>
                      <a:pt x="6" y="51"/>
                      <a:pt x="6" y="53"/>
                      <a:pt x="7" y="55"/>
                    </a:cubicBezTo>
                    <a:cubicBezTo>
                      <a:pt x="7" y="56"/>
                      <a:pt x="8" y="57"/>
                      <a:pt x="9" y="57"/>
                    </a:cubicBezTo>
                    <a:cubicBezTo>
                      <a:pt x="10" y="58"/>
                      <a:pt x="11" y="58"/>
                      <a:pt x="12" y="58"/>
                    </a:cubicBezTo>
                    <a:cubicBezTo>
                      <a:pt x="14" y="58"/>
                      <a:pt x="16" y="57"/>
                      <a:pt x="20" y="55"/>
                    </a:cubicBezTo>
                    <a:cubicBezTo>
                      <a:pt x="23" y="52"/>
                      <a:pt x="28" y="50"/>
                      <a:pt x="33" y="47"/>
                    </a:cubicBezTo>
                    <a:cubicBezTo>
                      <a:pt x="38" y="44"/>
                      <a:pt x="44" y="41"/>
                      <a:pt x="52" y="39"/>
                    </a:cubicBezTo>
                    <a:cubicBezTo>
                      <a:pt x="59" y="36"/>
                      <a:pt x="67" y="34"/>
                      <a:pt x="76" y="34"/>
                    </a:cubicBezTo>
                    <a:cubicBezTo>
                      <a:pt x="84" y="34"/>
                      <a:pt x="91" y="36"/>
                      <a:pt x="97" y="39"/>
                    </a:cubicBezTo>
                    <a:cubicBezTo>
                      <a:pt x="102" y="41"/>
                      <a:pt x="107" y="44"/>
                      <a:pt x="111" y="48"/>
                    </a:cubicBezTo>
                    <a:cubicBezTo>
                      <a:pt x="115" y="53"/>
                      <a:pt x="118" y="58"/>
                      <a:pt x="120" y="63"/>
                    </a:cubicBezTo>
                    <a:cubicBezTo>
                      <a:pt x="122" y="69"/>
                      <a:pt x="123" y="75"/>
                      <a:pt x="123" y="81"/>
                    </a:cubicBezTo>
                    <a:cubicBezTo>
                      <a:pt x="123" y="87"/>
                      <a:pt x="123" y="94"/>
                      <a:pt x="121" y="101"/>
                    </a:cubicBezTo>
                    <a:cubicBezTo>
                      <a:pt x="120" y="108"/>
                      <a:pt x="117" y="117"/>
                      <a:pt x="112" y="126"/>
                    </a:cubicBezTo>
                    <a:cubicBezTo>
                      <a:pt x="108" y="135"/>
                      <a:pt x="102" y="144"/>
                      <a:pt x="95" y="155"/>
                    </a:cubicBezTo>
                    <a:cubicBezTo>
                      <a:pt x="87" y="166"/>
                      <a:pt x="77" y="178"/>
                      <a:pt x="64" y="191"/>
                    </a:cubicBezTo>
                    <a:lnTo>
                      <a:pt x="9" y="250"/>
                    </a:lnTo>
                    <a:cubicBezTo>
                      <a:pt x="7" y="252"/>
                      <a:pt x="6" y="254"/>
                      <a:pt x="5" y="256"/>
                    </a:cubicBezTo>
                    <a:cubicBezTo>
                      <a:pt x="4" y="257"/>
                      <a:pt x="2" y="259"/>
                      <a:pt x="1" y="261"/>
                    </a:cubicBezTo>
                    <a:cubicBezTo>
                      <a:pt x="1" y="263"/>
                      <a:pt x="1" y="264"/>
                      <a:pt x="0" y="266"/>
                    </a:cubicBezTo>
                    <a:cubicBezTo>
                      <a:pt x="0" y="268"/>
                      <a:pt x="0" y="271"/>
                      <a:pt x="0" y="274"/>
                    </a:cubicBezTo>
                    <a:cubicBezTo>
                      <a:pt x="0" y="277"/>
                      <a:pt x="0" y="280"/>
                      <a:pt x="0" y="282"/>
                    </a:cubicBezTo>
                    <a:cubicBezTo>
                      <a:pt x="1" y="284"/>
                      <a:pt x="2" y="286"/>
                      <a:pt x="3" y="287"/>
                    </a:cubicBezTo>
                    <a:cubicBezTo>
                      <a:pt x="4" y="289"/>
                      <a:pt x="6" y="289"/>
                      <a:pt x="7" y="290"/>
                    </a:cubicBezTo>
                    <a:cubicBezTo>
                      <a:pt x="9" y="291"/>
                      <a:pt x="11" y="291"/>
                      <a:pt x="13" y="291"/>
                    </a:cubicBezTo>
                    <a:lnTo>
                      <a:pt x="170" y="291"/>
                    </a:lnTo>
                    <a:cubicBezTo>
                      <a:pt x="171" y="291"/>
                      <a:pt x="173" y="291"/>
                      <a:pt x="174" y="290"/>
                    </a:cubicBezTo>
                    <a:cubicBezTo>
                      <a:pt x="175" y="289"/>
                      <a:pt x="176" y="288"/>
                      <a:pt x="177" y="286"/>
                    </a:cubicBezTo>
                    <a:cubicBezTo>
                      <a:pt x="177" y="285"/>
                      <a:pt x="177" y="283"/>
                      <a:pt x="178" y="281"/>
                    </a:cubicBezTo>
                    <a:cubicBezTo>
                      <a:pt x="178" y="279"/>
                      <a:pt x="179" y="277"/>
                      <a:pt x="179" y="274"/>
                    </a:cubicBezTo>
                    <a:cubicBezTo>
                      <a:pt x="179" y="271"/>
                      <a:pt x="178" y="269"/>
                      <a:pt x="178" y="267"/>
                    </a:cubicBezTo>
                    <a:cubicBezTo>
                      <a:pt x="177" y="265"/>
                      <a:pt x="177" y="264"/>
                      <a:pt x="176" y="263"/>
                    </a:cubicBezTo>
                    <a:cubicBezTo>
                      <a:pt x="175" y="261"/>
                      <a:pt x="174" y="260"/>
                      <a:pt x="173" y="259"/>
                    </a:cubicBezTo>
                    <a:cubicBezTo>
                      <a:pt x="172" y="258"/>
                      <a:pt x="171" y="258"/>
                      <a:pt x="170" y="258"/>
                    </a:cubicBezTo>
                    <a:lnTo>
                      <a:pt x="45" y="258"/>
                    </a:lnTo>
                    <a:lnTo>
                      <a:pt x="91" y="212"/>
                    </a:lnTo>
                    <a:cubicBezTo>
                      <a:pt x="108" y="195"/>
                      <a:pt x="120" y="179"/>
                      <a:pt x="130" y="167"/>
                    </a:cubicBezTo>
                    <a:cubicBezTo>
                      <a:pt x="140" y="154"/>
                      <a:pt x="148" y="143"/>
                      <a:pt x="153" y="132"/>
                    </a:cubicBezTo>
                    <a:cubicBezTo>
                      <a:pt x="158" y="122"/>
                      <a:pt x="161" y="111"/>
                      <a:pt x="163" y="102"/>
                    </a:cubicBezTo>
                    <a:cubicBezTo>
                      <a:pt x="164" y="93"/>
                      <a:pt x="165" y="84"/>
                      <a:pt x="165" y="75"/>
                    </a:cubicBezTo>
                    <a:cubicBezTo>
                      <a:pt x="165" y="65"/>
                      <a:pt x="163" y="56"/>
                      <a:pt x="160" y="47"/>
                    </a:cubicBezTo>
                    <a:cubicBezTo>
                      <a:pt x="157" y="38"/>
                      <a:pt x="152" y="30"/>
                      <a:pt x="145" y="23"/>
                    </a:cubicBezTo>
                    <a:cubicBezTo>
                      <a:pt x="138" y="16"/>
                      <a:pt x="130" y="11"/>
                      <a:pt x="119" y="7"/>
                    </a:cubicBezTo>
                    <a:cubicBezTo>
                      <a:pt x="109" y="3"/>
                      <a:pt x="97" y="1"/>
                      <a:pt x="83" y="1"/>
                    </a:cubicBezTo>
                    <a:close/>
                    <a:moveTo>
                      <a:pt x="4466" y="2"/>
                    </a:moveTo>
                    <a:cubicBezTo>
                      <a:pt x="4464" y="2"/>
                      <a:pt x="4463" y="2"/>
                      <a:pt x="4461" y="2"/>
                    </a:cubicBezTo>
                    <a:cubicBezTo>
                      <a:pt x="4460" y="3"/>
                      <a:pt x="4459" y="3"/>
                      <a:pt x="4458" y="3"/>
                    </a:cubicBezTo>
                    <a:cubicBezTo>
                      <a:pt x="4457" y="4"/>
                      <a:pt x="4457" y="4"/>
                      <a:pt x="4456" y="4"/>
                    </a:cubicBezTo>
                    <a:lnTo>
                      <a:pt x="4390" y="47"/>
                    </a:lnTo>
                    <a:cubicBezTo>
                      <a:pt x="4389" y="47"/>
                      <a:pt x="4387" y="48"/>
                      <a:pt x="4386" y="49"/>
                    </a:cubicBezTo>
                    <a:cubicBezTo>
                      <a:pt x="4386" y="50"/>
                      <a:pt x="4385" y="52"/>
                      <a:pt x="4385" y="53"/>
                    </a:cubicBezTo>
                    <a:cubicBezTo>
                      <a:pt x="4384" y="54"/>
                      <a:pt x="4384" y="55"/>
                      <a:pt x="4384" y="57"/>
                    </a:cubicBezTo>
                    <a:cubicBezTo>
                      <a:pt x="4383" y="59"/>
                      <a:pt x="4384" y="61"/>
                      <a:pt x="4384" y="63"/>
                    </a:cubicBezTo>
                    <a:cubicBezTo>
                      <a:pt x="4384" y="67"/>
                      <a:pt x="4383" y="69"/>
                      <a:pt x="4384" y="71"/>
                    </a:cubicBezTo>
                    <a:cubicBezTo>
                      <a:pt x="4384" y="73"/>
                      <a:pt x="4385" y="76"/>
                      <a:pt x="4386" y="77"/>
                    </a:cubicBezTo>
                    <a:cubicBezTo>
                      <a:pt x="4387" y="78"/>
                      <a:pt x="4388" y="78"/>
                      <a:pt x="4390" y="77"/>
                    </a:cubicBezTo>
                    <a:cubicBezTo>
                      <a:pt x="4392" y="77"/>
                      <a:pt x="4394" y="76"/>
                      <a:pt x="4397" y="75"/>
                    </a:cubicBezTo>
                    <a:lnTo>
                      <a:pt x="4452" y="42"/>
                    </a:lnTo>
                    <a:lnTo>
                      <a:pt x="4452" y="259"/>
                    </a:lnTo>
                    <a:lnTo>
                      <a:pt x="4392" y="259"/>
                    </a:lnTo>
                    <a:cubicBezTo>
                      <a:pt x="4391" y="259"/>
                      <a:pt x="4390" y="259"/>
                      <a:pt x="4389" y="260"/>
                    </a:cubicBezTo>
                    <a:cubicBezTo>
                      <a:pt x="4388" y="261"/>
                      <a:pt x="4388" y="261"/>
                      <a:pt x="4387" y="263"/>
                    </a:cubicBezTo>
                    <a:cubicBezTo>
                      <a:pt x="4387" y="264"/>
                      <a:pt x="4386" y="265"/>
                      <a:pt x="4385" y="267"/>
                    </a:cubicBezTo>
                    <a:cubicBezTo>
                      <a:pt x="4385" y="269"/>
                      <a:pt x="4385" y="271"/>
                      <a:pt x="4385" y="274"/>
                    </a:cubicBezTo>
                    <a:cubicBezTo>
                      <a:pt x="4385" y="277"/>
                      <a:pt x="4385" y="279"/>
                      <a:pt x="4385" y="281"/>
                    </a:cubicBezTo>
                    <a:cubicBezTo>
                      <a:pt x="4386" y="283"/>
                      <a:pt x="4386" y="284"/>
                      <a:pt x="4387" y="286"/>
                    </a:cubicBezTo>
                    <a:cubicBezTo>
                      <a:pt x="4388" y="287"/>
                      <a:pt x="4389" y="288"/>
                      <a:pt x="4390" y="288"/>
                    </a:cubicBezTo>
                    <a:cubicBezTo>
                      <a:pt x="4391" y="289"/>
                      <a:pt x="4391" y="289"/>
                      <a:pt x="4392" y="289"/>
                    </a:cubicBezTo>
                    <a:lnTo>
                      <a:pt x="4542" y="289"/>
                    </a:lnTo>
                    <a:cubicBezTo>
                      <a:pt x="4543" y="289"/>
                      <a:pt x="4543" y="289"/>
                      <a:pt x="4544" y="288"/>
                    </a:cubicBezTo>
                    <a:cubicBezTo>
                      <a:pt x="4545" y="288"/>
                      <a:pt x="4546" y="287"/>
                      <a:pt x="4547" y="286"/>
                    </a:cubicBezTo>
                    <a:cubicBezTo>
                      <a:pt x="4548" y="284"/>
                      <a:pt x="4548" y="283"/>
                      <a:pt x="4549" y="281"/>
                    </a:cubicBezTo>
                    <a:cubicBezTo>
                      <a:pt x="4549" y="279"/>
                      <a:pt x="4549" y="277"/>
                      <a:pt x="4549" y="274"/>
                    </a:cubicBezTo>
                    <a:cubicBezTo>
                      <a:pt x="4549" y="271"/>
                      <a:pt x="4549" y="269"/>
                      <a:pt x="4549" y="267"/>
                    </a:cubicBezTo>
                    <a:cubicBezTo>
                      <a:pt x="4548" y="265"/>
                      <a:pt x="4548" y="264"/>
                      <a:pt x="4548" y="263"/>
                    </a:cubicBezTo>
                    <a:cubicBezTo>
                      <a:pt x="4547" y="261"/>
                      <a:pt x="4546" y="261"/>
                      <a:pt x="4545" y="260"/>
                    </a:cubicBezTo>
                    <a:cubicBezTo>
                      <a:pt x="4544" y="259"/>
                      <a:pt x="4543" y="259"/>
                      <a:pt x="4542" y="259"/>
                    </a:cubicBezTo>
                    <a:lnTo>
                      <a:pt x="4490" y="259"/>
                    </a:lnTo>
                    <a:lnTo>
                      <a:pt x="4490" y="8"/>
                    </a:lnTo>
                    <a:cubicBezTo>
                      <a:pt x="4490" y="7"/>
                      <a:pt x="4490" y="6"/>
                      <a:pt x="4490" y="5"/>
                    </a:cubicBezTo>
                    <a:cubicBezTo>
                      <a:pt x="4489" y="4"/>
                      <a:pt x="4488" y="4"/>
                      <a:pt x="4487" y="3"/>
                    </a:cubicBezTo>
                    <a:cubicBezTo>
                      <a:pt x="4486" y="3"/>
                      <a:pt x="4484" y="3"/>
                      <a:pt x="4482" y="2"/>
                    </a:cubicBezTo>
                    <a:cubicBezTo>
                      <a:pt x="4479" y="2"/>
                      <a:pt x="4476" y="2"/>
                      <a:pt x="4473" y="2"/>
                    </a:cubicBezTo>
                    <a:cubicBezTo>
                      <a:pt x="4470" y="2"/>
                      <a:pt x="4467" y="2"/>
                      <a:pt x="4466" y="2"/>
                    </a:cubicBezTo>
                    <a:close/>
                    <a:moveTo>
                      <a:pt x="234" y="5"/>
                    </a:moveTo>
                    <a:cubicBezTo>
                      <a:pt x="233" y="5"/>
                      <a:pt x="232" y="5"/>
                      <a:pt x="231" y="6"/>
                    </a:cubicBezTo>
                    <a:cubicBezTo>
                      <a:pt x="230" y="7"/>
                      <a:pt x="229" y="8"/>
                      <a:pt x="228" y="10"/>
                    </a:cubicBezTo>
                    <a:cubicBezTo>
                      <a:pt x="227" y="11"/>
                      <a:pt x="227" y="13"/>
                      <a:pt x="226" y="15"/>
                    </a:cubicBezTo>
                    <a:cubicBezTo>
                      <a:pt x="226" y="17"/>
                      <a:pt x="226" y="19"/>
                      <a:pt x="226" y="22"/>
                    </a:cubicBezTo>
                    <a:cubicBezTo>
                      <a:pt x="226" y="27"/>
                      <a:pt x="227" y="31"/>
                      <a:pt x="228" y="34"/>
                    </a:cubicBezTo>
                    <a:cubicBezTo>
                      <a:pt x="229" y="37"/>
                      <a:pt x="231" y="39"/>
                      <a:pt x="234" y="39"/>
                    </a:cubicBezTo>
                    <a:lnTo>
                      <a:pt x="372" y="39"/>
                    </a:lnTo>
                    <a:lnTo>
                      <a:pt x="263" y="280"/>
                    </a:lnTo>
                    <a:cubicBezTo>
                      <a:pt x="262" y="282"/>
                      <a:pt x="262" y="284"/>
                      <a:pt x="261" y="286"/>
                    </a:cubicBezTo>
                    <a:cubicBezTo>
                      <a:pt x="261" y="287"/>
                      <a:pt x="262" y="288"/>
                      <a:pt x="263" y="289"/>
                    </a:cubicBezTo>
                    <a:cubicBezTo>
                      <a:pt x="264" y="290"/>
                      <a:pt x="267" y="290"/>
                      <a:pt x="269" y="291"/>
                    </a:cubicBezTo>
                    <a:cubicBezTo>
                      <a:pt x="272" y="291"/>
                      <a:pt x="276" y="292"/>
                      <a:pt x="281" y="292"/>
                    </a:cubicBezTo>
                    <a:cubicBezTo>
                      <a:pt x="285" y="292"/>
                      <a:pt x="288" y="292"/>
                      <a:pt x="291" y="292"/>
                    </a:cubicBezTo>
                    <a:cubicBezTo>
                      <a:pt x="293" y="292"/>
                      <a:pt x="296" y="291"/>
                      <a:pt x="298" y="290"/>
                    </a:cubicBezTo>
                    <a:cubicBezTo>
                      <a:pt x="299" y="289"/>
                      <a:pt x="300" y="288"/>
                      <a:pt x="301" y="287"/>
                    </a:cubicBezTo>
                    <a:cubicBezTo>
                      <a:pt x="302" y="286"/>
                      <a:pt x="303" y="285"/>
                      <a:pt x="304" y="283"/>
                    </a:cubicBezTo>
                    <a:lnTo>
                      <a:pt x="407" y="47"/>
                    </a:lnTo>
                    <a:cubicBezTo>
                      <a:pt x="408" y="45"/>
                      <a:pt x="409" y="42"/>
                      <a:pt x="410" y="40"/>
                    </a:cubicBezTo>
                    <a:cubicBezTo>
                      <a:pt x="410" y="39"/>
                      <a:pt x="410" y="37"/>
                      <a:pt x="411" y="35"/>
                    </a:cubicBezTo>
                    <a:cubicBezTo>
                      <a:pt x="411" y="33"/>
                      <a:pt x="411" y="31"/>
                      <a:pt x="411" y="29"/>
                    </a:cubicBezTo>
                    <a:cubicBezTo>
                      <a:pt x="412" y="27"/>
                      <a:pt x="412" y="25"/>
                      <a:pt x="412" y="22"/>
                    </a:cubicBezTo>
                    <a:cubicBezTo>
                      <a:pt x="412" y="19"/>
                      <a:pt x="412" y="16"/>
                      <a:pt x="411" y="14"/>
                    </a:cubicBezTo>
                    <a:cubicBezTo>
                      <a:pt x="411" y="12"/>
                      <a:pt x="410" y="10"/>
                      <a:pt x="410" y="9"/>
                    </a:cubicBezTo>
                    <a:cubicBezTo>
                      <a:pt x="409" y="7"/>
                      <a:pt x="408" y="6"/>
                      <a:pt x="406" y="6"/>
                    </a:cubicBezTo>
                    <a:cubicBezTo>
                      <a:pt x="405" y="6"/>
                      <a:pt x="403" y="5"/>
                      <a:pt x="401" y="5"/>
                    </a:cubicBezTo>
                    <a:lnTo>
                      <a:pt x="234" y="5"/>
                    </a:lnTo>
                    <a:close/>
                    <a:moveTo>
                      <a:pt x="1352" y="29"/>
                    </a:moveTo>
                    <a:cubicBezTo>
                      <a:pt x="1359" y="29"/>
                      <a:pt x="1366" y="30"/>
                      <a:pt x="1372" y="32"/>
                    </a:cubicBezTo>
                    <a:cubicBezTo>
                      <a:pt x="1378" y="33"/>
                      <a:pt x="1384" y="37"/>
                      <a:pt x="1388" y="40"/>
                    </a:cubicBezTo>
                    <a:cubicBezTo>
                      <a:pt x="1392" y="44"/>
                      <a:pt x="1394" y="48"/>
                      <a:pt x="1397" y="53"/>
                    </a:cubicBezTo>
                    <a:cubicBezTo>
                      <a:pt x="1399" y="58"/>
                      <a:pt x="1400" y="63"/>
                      <a:pt x="1400" y="70"/>
                    </a:cubicBezTo>
                    <a:cubicBezTo>
                      <a:pt x="1400" y="81"/>
                      <a:pt x="1397" y="91"/>
                      <a:pt x="1389" y="100"/>
                    </a:cubicBezTo>
                    <a:cubicBezTo>
                      <a:pt x="1381" y="110"/>
                      <a:pt x="1369" y="118"/>
                      <a:pt x="1354" y="126"/>
                    </a:cubicBezTo>
                    <a:cubicBezTo>
                      <a:pt x="1345" y="121"/>
                      <a:pt x="1338" y="117"/>
                      <a:pt x="1331" y="113"/>
                    </a:cubicBezTo>
                    <a:cubicBezTo>
                      <a:pt x="1325" y="109"/>
                      <a:pt x="1320" y="104"/>
                      <a:pt x="1315" y="100"/>
                    </a:cubicBezTo>
                    <a:cubicBezTo>
                      <a:pt x="1311" y="95"/>
                      <a:pt x="1308" y="90"/>
                      <a:pt x="1306" y="85"/>
                    </a:cubicBezTo>
                    <a:cubicBezTo>
                      <a:pt x="1304" y="80"/>
                      <a:pt x="1303" y="75"/>
                      <a:pt x="1303" y="70"/>
                    </a:cubicBezTo>
                    <a:cubicBezTo>
                      <a:pt x="1303" y="57"/>
                      <a:pt x="1307" y="48"/>
                      <a:pt x="1315" y="40"/>
                    </a:cubicBezTo>
                    <a:cubicBezTo>
                      <a:pt x="1324" y="33"/>
                      <a:pt x="1336" y="29"/>
                      <a:pt x="1352" y="29"/>
                    </a:cubicBezTo>
                    <a:close/>
                    <a:moveTo>
                      <a:pt x="2384" y="30"/>
                    </a:moveTo>
                    <a:cubicBezTo>
                      <a:pt x="2394" y="30"/>
                      <a:pt x="2402" y="32"/>
                      <a:pt x="2409" y="35"/>
                    </a:cubicBezTo>
                    <a:cubicBezTo>
                      <a:pt x="2416" y="39"/>
                      <a:pt x="2422" y="45"/>
                      <a:pt x="2427" y="53"/>
                    </a:cubicBezTo>
                    <a:cubicBezTo>
                      <a:pt x="2431" y="61"/>
                      <a:pt x="2436" y="71"/>
                      <a:pt x="2438" y="84"/>
                    </a:cubicBezTo>
                    <a:cubicBezTo>
                      <a:pt x="2441" y="96"/>
                      <a:pt x="2442" y="112"/>
                      <a:pt x="2442" y="131"/>
                    </a:cubicBezTo>
                    <a:cubicBezTo>
                      <a:pt x="2434" y="137"/>
                      <a:pt x="2425" y="141"/>
                      <a:pt x="2415" y="144"/>
                    </a:cubicBezTo>
                    <a:cubicBezTo>
                      <a:pt x="2405" y="148"/>
                      <a:pt x="2394" y="149"/>
                      <a:pt x="2383" y="149"/>
                    </a:cubicBezTo>
                    <a:cubicBezTo>
                      <a:pt x="2373" y="149"/>
                      <a:pt x="2365" y="148"/>
                      <a:pt x="2359" y="145"/>
                    </a:cubicBezTo>
                    <a:cubicBezTo>
                      <a:pt x="2352" y="143"/>
                      <a:pt x="2346" y="139"/>
                      <a:pt x="2342" y="134"/>
                    </a:cubicBezTo>
                    <a:cubicBezTo>
                      <a:pt x="2338" y="129"/>
                      <a:pt x="2335" y="123"/>
                      <a:pt x="2333" y="115"/>
                    </a:cubicBezTo>
                    <a:cubicBezTo>
                      <a:pt x="2331" y="108"/>
                      <a:pt x="2331" y="100"/>
                      <a:pt x="2331" y="92"/>
                    </a:cubicBezTo>
                    <a:cubicBezTo>
                      <a:pt x="2331" y="84"/>
                      <a:pt x="2332" y="76"/>
                      <a:pt x="2334" y="69"/>
                    </a:cubicBezTo>
                    <a:cubicBezTo>
                      <a:pt x="2336" y="61"/>
                      <a:pt x="2339" y="55"/>
                      <a:pt x="2343" y="49"/>
                    </a:cubicBezTo>
                    <a:cubicBezTo>
                      <a:pt x="2347" y="43"/>
                      <a:pt x="2353" y="39"/>
                      <a:pt x="2360" y="35"/>
                    </a:cubicBezTo>
                    <a:cubicBezTo>
                      <a:pt x="2366" y="32"/>
                      <a:pt x="2375" y="30"/>
                      <a:pt x="2384" y="30"/>
                    </a:cubicBezTo>
                    <a:close/>
                    <a:moveTo>
                      <a:pt x="3421" y="31"/>
                    </a:moveTo>
                    <a:cubicBezTo>
                      <a:pt x="3429" y="31"/>
                      <a:pt x="3434" y="32"/>
                      <a:pt x="3440" y="33"/>
                    </a:cubicBezTo>
                    <a:cubicBezTo>
                      <a:pt x="3446" y="35"/>
                      <a:pt x="3451" y="38"/>
                      <a:pt x="3456" y="42"/>
                    </a:cubicBezTo>
                    <a:cubicBezTo>
                      <a:pt x="3460" y="46"/>
                      <a:pt x="3463" y="52"/>
                      <a:pt x="3466" y="58"/>
                    </a:cubicBezTo>
                    <a:cubicBezTo>
                      <a:pt x="3470" y="64"/>
                      <a:pt x="3472" y="71"/>
                      <a:pt x="3474" y="80"/>
                    </a:cubicBezTo>
                    <a:cubicBezTo>
                      <a:pt x="3476" y="89"/>
                      <a:pt x="3478" y="99"/>
                      <a:pt x="3479" y="110"/>
                    </a:cubicBezTo>
                    <a:cubicBezTo>
                      <a:pt x="3480" y="121"/>
                      <a:pt x="3481" y="135"/>
                      <a:pt x="3481" y="149"/>
                    </a:cubicBezTo>
                    <a:cubicBezTo>
                      <a:pt x="3481" y="159"/>
                      <a:pt x="3480" y="169"/>
                      <a:pt x="3480" y="179"/>
                    </a:cubicBezTo>
                    <a:cubicBezTo>
                      <a:pt x="3479" y="189"/>
                      <a:pt x="3478" y="198"/>
                      <a:pt x="3476" y="206"/>
                    </a:cubicBezTo>
                    <a:cubicBezTo>
                      <a:pt x="3474" y="215"/>
                      <a:pt x="3472" y="222"/>
                      <a:pt x="3469" y="229"/>
                    </a:cubicBezTo>
                    <a:cubicBezTo>
                      <a:pt x="3466" y="236"/>
                      <a:pt x="3462" y="242"/>
                      <a:pt x="3458" y="247"/>
                    </a:cubicBezTo>
                    <a:cubicBezTo>
                      <a:pt x="3453" y="252"/>
                      <a:pt x="3448" y="256"/>
                      <a:pt x="3442" y="258"/>
                    </a:cubicBezTo>
                    <a:cubicBezTo>
                      <a:pt x="3436" y="261"/>
                      <a:pt x="3428" y="263"/>
                      <a:pt x="3420" y="263"/>
                    </a:cubicBezTo>
                    <a:cubicBezTo>
                      <a:pt x="3409" y="263"/>
                      <a:pt x="3401" y="260"/>
                      <a:pt x="3393" y="256"/>
                    </a:cubicBezTo>
                    <a:cubicBezTo>
                      <a:pt x="3386" y="251"/>
                      <a:pt x="3380" y="245"/>
                      <a:pt x="3375" y="235"/>
                    </a:cubicBezTo>
                    <a:cubicBezTo>
                      <a:pt x="3370" y="226"/>
                      <a:pt x="3366" y="214"/>
                      <a:pt x="3364" y="199"/>
                    </a:cubicBezTo>
                    <a:cubicBezTo>
                      <a:pt x="3362" y="184"/>
                      <a:pt x="3361" y="166"/>
                      <a:pt x="3361" y="144"/>
                    </a:cubicBezTo>
                    <a:cubicBezTo>
                      <a:pt x="3361" y="129"/>
                      <a:pt x="3362" y="114"/>
                      <a:pt x="3363" y="100"/>
                    </a:cubicBezTo>
                    <a:cubicBezTo>
                      <a:pt x="3365" y="87"/>
                      <a:pt x="3368" y="75"/>
                      <a:pt x="3372" y="64"/>
                    </a:cubicBezTo>
                    <a:cubicBezTo>
                      <a:pt x="3377" y="54"/>
                      <a:pt x="3383" y="45"/>
                      <a:pt x="3391" y="40"/>
                    </a:cubicBezTo>
                    <a:cubicBezTo>
                      <a:pt x="3398" y="34"/>
                      <a:pt x="3409" y="31"/>
                      <a:pt x="3421" y="31"/>
                    </a:cubicBezTo>
                    <a:close/>
                    <a:moveTo>
                      <a:pt x="1349" y="159"/>
                    </a:moveTo>
                    <a:cubicBezTo>
                      <a:pt x="1359" y="163"/>
                      <a:pt x="1368" y="167"/>
                      <a:pt x="1375" y="172"/>
                    </a:cubicBezTo>
                    <a:cubicBezTo>
                      <a:pt x="1383" y="176"/>
                      <a:pt x="1389" y="181"/>
                      <a:pt x="1394" y="186"/>
                    </a:cubicBezTo>
                    <a:cubicBezTo>
                      <a:pt x="1399" y="191"/>
                      <a:pt x="1403" y="196"/>
                      <a:pt x="1405" y="202"/>
                    </a:cubicBezTo>
                    <a:cubicBezTo>
                      <a:pt x="1408" y="207"/>
                      <a:pt x="1410" y="214"/>
                      <a:pt x="1410" y="220"/>
                    </a:cubicBezTo>
                    <a:cubicBezTo>
                      <a:pt x="1410" y="234"/>
                      <a:pt x="1404" y="244"/>
                      <a:pt x="1395" y="252"/>
                    </a:cubicBezTo>
                    <a:cubicBezTo>
                      <a:pt x="1385" y="260"/>
                      <a:pt x="1371" y="264"/>
                      <a:pt x="1352" y="264"/>
                    </a:cubicBezTo>
                    <a:cubicBezTo>
                      <a:pt x="1333" y="264"/>
                      <a:pt x="1318" y="260"/>
                      <a:pt x="1308" y="252"/>
                    </a:cubicBezTo>
                    <a:cubicBezTo>
                      <a:pt x="1299" y="244"/>
                      <a:pt x="1294" y="234"/>
                      <a:pt x="1294" y="219"/>
                    </a:cubicBezTo>
                    <a:cubicBezTo>
                      <a:pt x="1294" y="213"/>
                      <a:pt x="1295" y="206"/>
                      <a:pt x="1297" y="201"/>
                    </a:cubicBezTo>
                    <a:cubicBezTo>
                      <a:pt x="1299" y="196"/>
                      <a:pt x="1303" y="191"/>
                      <a:pt x="1307" y="186"/>
                    </a:cubicBezTo>
                    <a:cubicBezTo>
                      <a:pt x="1312" y="181"/>
                      <a:pt x="1317" y="176"/>
                      <a:pt x="1324" y="172"/>
                    </a:cubicBezTo>
                    <a:cubicBezTo>
                      <a:pt x="1331" y="167"/>
                      <a:pt x="1340" y="163"/>
                      <a:pt x="1349" y="159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8" name="Month">
                <a:extLst>
                  <a:ext uri="{FF2B5EF4-FFF2-40B4-BE49-F238E27FC236}">
                    <a16:creationId xmlns:a16="http://schemas.microsoft.com/office/drawing/2014/main" id="{5793A2D9-A3CC-C77B-59EB-ECF8AFD927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463" y="1933576"/>
                <a:ext cx="1430338" cy="763588"/>
              </a:xfrm>
              <a:custGeom>
                <a:avLst/>
                <a:gdLst>
                  <a:gd name="T0" fmla="*/ 6506 w 6627"/>
                  <a:gd name="T1" fmla="*/ 266 h 3532"/>
                  <a:gd name="T2" fmla="*/ 5461 w 6627"/>
                  <a:gd name="T3" fmla="*/ 287 h 3532"/>
                  <a:gd name="T4" fmla="*/ 155 w 6627"/>
                  <a:gd name="T5" fmla="*/ 775 h 3532"/>
                  <a:gd name="T6" fmla="*/ 256 w 6627"/>
                  <a:gd name="T7" fmla="*/ 777 h 3532"/>
                  <a:gd name="T8" fmla="*/ 3387 w 6627"/>
                  <a:gd name="T9" fmla="*/ 686 h 3532"/>
                  <a:gd name="T10" fmla="*/ 5465 w 6627"/>
                  <a:gd name="T11" fmla="*/ 733 h 3532"/>
                  <a:gd name="T12" fmla="*/ 6511 w 6627"/>
                  <a:gd name="T13" fmla="*/ 781 h 3532"/>
                  <a:gd name="T14" fmla="*/ 2340 w 6627"/>
                  <a:gd name="T15" fmla="*/ 912 h 3532"/>
                  <a:gd name="T16" fmla="*/ 1306 w 6627"/>
                  <a:gd name="T17" fmla="*/ 930 h 3532"/>
                  <a:gd name="T18" fmla="*/ 4263 w 6627"/>
                  <a:gd name="T19" fmla="*/ 650 h 3532"/>
                  <a:gd name="T20" fmla="*/ 3356 w 6627"/>
                  <a:gd name="T21" fmla="*/ 889 h 3532"/>
                  <a:gd name="T22" fmla="*/ 316 w 6627"/>
                  <a:gd name="T23" fmla="*/ 1294 h 3532"/>
                  <a:gd name="T24" fmla="*/ 3468 w 6627"/>
                  <a:gd name="T25" fmla="*/ 1505 h 3532"/>
                  <a:gd name="T26" fmla="*/ 6433 w 6627"/>
                  <a:gd name="T27" fmla="*/ 1414 h 3532"/>
                  <a:gd name="T28" fmla="*/ 5268 w 6627"/>
                  <a:gd name="T29" fmla="*/ 1295 h 3532"/>
                  <a:gd name="T30" fmla="*/ 90 w 6627"/>
                  <a:gd name="T31" fmla="*/ 1296 h 3532"/>
                  <a:gd name="T32" fmla="*/ 3200 w 6627"/>
                  <a:gd name="T33" fmla="*/ 1296 h 3532"/>
                  <a:gd name="T34" fmla="*/ 4233 w 6627"/>
                  <a:gd name="T35" fmla="*/ 1296 h 3532"/>
                  <a:gd name="T36" fmla="*/ 6298 w 6627"/>
                  <a:gd name="T37" fmla="*/ 1296 h 3532"/>
                  <a:gd name="T38" fmla="*/ 1129 w 6627"/>
                  <a:gd name="T39" fmla="*/ 1297 h 3532"/>
                  <a:gd name="T40" fmla="*/ 1358 w 6627"/>
                  <a:gd name="T41" fmla="*/ 1297 h 3532"/>
                  <a:gd name="T42" fmla="*/ 4483 w 6627"/>
                  <a:gd name="T43" fmla="*/ 1297 h 3532"/>
                  <a:gd name="T44" fmla="*/ 5416 w 6627"/>
                  <a:gd name="T45" fmla="*/ 1439 h 3532"/>
                  <a:gd name="T46" fmla="*/ 5560 w 6627"/>
                  <a:gd name="T47" fmla="*/ 1326 h 3532"/>
                  <a:gd name="T48" fmla="*/ 6549 w 6627"/>
                  <a:gd name="T49" fmla="*/ 1552 h 3532"/>
                  <a:gd name="T50" fmla="*/ 1415 w 6627"/>
                  <a:gd name="T51" fmla="*/ 1961 h 3532"/>
                  <a:gd name="T52" fmla="*/ 2458 w 6627"/>
                  <a:gd name="T53" fmla="*/ 1980 h 3532"/>
                  <a:gd name="T54" fmla="*/ 3282 w 6627"/>
                  <a:gd name="T55" fmla="*/ 2227 h 3532"/>
                  <a:gd name="T56" fmla="*/ 6220 w 6627"/>
                  <a:gd name="T57" fmla="*/ 1973 h 3532"/>
                  <a:gd name="T58" fmla="*/ 6367 w 6627"/>
                  <a:gd name="T59" fmla="*/ 2073 h 3532"/>
                  <a:gd name="T60" fmla="*/ 6479 w 6627"/>
                  <a:gd name="T61" fmla="*/ 2100 h 3532"/>
                  <a:gd name="T62" fmla="*/ 93 w 6627"/>
                  <a:gd name="T63" fmla="*/ 1944 h 3532"/>
                  <a:gd name="T64" fmla="*/ 1126 w 6627"/>
                  <a:gd name="T65" fmla="*/ 1944 h 3532"/>
                  <a:gd name="T66" fmla="*/ 2163 w 6627"/>
                  <a:gd name="T67" fmla="*/ 1944 h 3532"/>
                  <a:gd name="T68" fmla="*/ 4227 w 6627"/>
                  <a:gd name="T69" fmla="*/ 1944 h 3532"/>
                  <a:gd name="T70" fmla="*/ 4320 w 6627"/>
                  <a:gd name="T71" fmla="*/ 2205 h 3532"/>
                  <a:gd name="T72" fmla="*/ 5181 w 6627"/>
                  <a:gd name="T73" fmla="*/ 2204 h 3532"/>
                  <a:gd name="T74" fmla="*/ 5441 w 6627"/>
                  <a:gd name="T75" fmla="*/ 1989 h 3532"/>
                  <a:gd name="T76" fmla="*/ 4464 w 6627"/>
                  <a:gd name="T77" fmla="*/ 1947 h 3532"/>
                  <a:gd name="T78" fmla="*/ 228 w 6627"/>
                  <a:gd name="T79" fmla="*/ 1948 h 3532"/>
                  <a:gd name="T80" fmla="*/ 2406 w 6627"/>
                  <a:gd name="T81" fmla="*/ 1978 h 3532"/>
                  <a:gd name="T82" fmla="*/ 1393 w 6627"/>
                  <a:gd name="T83" fmla="*/ 2195 h 3532"/>
                  <a:gd name="T84" fmla="*/ 1049 w 6627"/>
                  <a:gd name="T85" fmla="*/ 2879 h 3532"/>
                  <a:gd name="T86" fmla="*/ 2192 w 6627"/>
                  <a:gd name="T87" fmla="*/ 2652 h 3532"/>
                  <a:gd name="T88" fmla="*/ 4147 w 6627"/>
                  <a:gd name="T89" fmla="*/ 2621 h 3532"/>
                  <a:gd name="T90" fmla="*/ 4293 w 6627"/>
                  <a:gd name="T91" fmla="*/ 2720 h 3532"/>
                  <a:gd name="T92" fmla="*/ 5261 w 6627"/>
                  <a:gd name="T93" fmla="*/ 2590 h 3532"/>
                  <a:gd name="T94" fmla="*/ 5353 w 6627"/>
                  <a:gd name="T95" fmla="*/ 2852 h 3532"/>
                  <a:gd name="T96" fmla="*/ 5447 w 6627"/>
                  <a:gd name="T97" fmla="*/ 2883 h 3532"/>
                  <a:gd name="T98" fmla="*/ 6242 w 6627"/>
                  <a:gd name="T99" fmla="*/ 2720 h 3532"/>
                  <a:gd name="T100" fmla="*/ 6359 w 6627"/>
                  <a:gd name="T101" fmla="*/ 2705 h 3532"/>
                  <a:gd name="T102" fmla="*/ 2486 w 6627"/>
                  <a:gd name="T103" fmla="*/ 2787 h 3532"/>
                  <a:gd name="T104" fmla="*/ 9 w 6627"/>
                  <a:gd name="T105" fmla="*/ 2648 h 3532"/>
                  <a:gd name="T106" fmla="*/ 119 w 6627"/>
                  <a:gd name="T107" fmla="*/ 2598 h 3532"/>
                  <a:gd name="T108" fmla="*/ 3286 w 6627"/>
                  <a:gd name="T109" fmla="*/ 2865 h 3532"/>
                  <a:gd name="T110" fmla="*/ 412 w 6627"/>
                  <a:gd name="T111" fmla="*/ 2816 h 3532"/>
                  <a:gd name="T112" fmla="*/ 1295 w 6627"/>
                  <a:gd name="T113" fmla="*/ 2877 h 3532"/>
                  <a:gd name="T114" fmla="*/ 3517 w 6627"/>
                  <a:gd name="T115" fmla="*/ 2631 h 3532"/>
                  <a:gd name="T116" fmla="*/ 6574 w 6627"/>
                  <a:gd name="T117" fmla="*/ 2648 h 3532"/>
                  <a:gd name="T118" fmla="*/ 4483 w 6627"/>
                  <a:gd name="T119" fmla="*/ 2763 h 3532"/>
                  <a:gd name="T120" fmla="*/ 34 w 6627"/>
                  <a:gd name="T121" fmla="*/ 3374 h 3532"/>
                  <a:gd name="T122" fmla="*/ 167 w 6627"/>
                  <a:gd name="T123" fmla="*/ 3333 h 3532"/>
                  <a:gd name="T124" fmla="*/ 355 w 6627"/>
                  <a:gd name="T125" fmla="*/ 3244 h 3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27" h="3532">
                    <a:moveTo>
                      <a:pt x="6411" y="0"/>
                    </a:moveTo>
                    <a:cubicBezTo>
                      <a:pt x="6402" y="0"/>
                      <a:pt x="6394" y="0"/>
                      <a:pt x="6386" y="2"/>
                    </a:cubicBezTo>
                    <a:cubicBezTo>
                      <a:pt x="6378" y="4"/>
                      <a:pt x="6371" y="7"/>
                      <a:pt x="6364" y="9"/>
                    </a:cubicBezTo>
                    <a:cubicBezTo>
                      <a:pt x="6358" y="12"/>
                      <a:pt x="6353" y="14"/>
                      <a:pt x="6348" y="16"/>
                    </a:cubicBezTo>
                    <a:cubicBezTo>
                      <a:pt x="6344" y="19"/>
                      <a:pt x="6341" y="22"/>
                      <a:pt x="6339" y="23"/>
                    </a:cubicBezTo>
                    <a:cubicBezTo>
                      <a:pt x="6338" y="25"/>
                      <a:pt x="6336" y="26"/>
                      <a:pt x="6336" y="27"/>
                    </a:cubicBezTo>
                    <a:cubicBezTo>
                      <a:pt x="6335" y="28"/>
                      <a:pt x="6334" y="29"/>
                      <a:pt x="6334" y="30"/>
                    </a:cubicBezTo>
                    <a:cubicBezTo>
                      <a:pt x="6334" y="32"/>
                      <a:pt x="6333" y="32"/>
                      <a:pt x="6333" y="34"/>
                    </a:cubicBezTo>
                    <a:cubicBezTo>
                      <a:pt x="6333" y="36"/>
                      <a:pt x="6333" y="38"/>
                      <a:pt x="6333" y="40"/>
                    </a:cubicBezTo>
                    <a:cubicBezTo>
                      <a:pt x="6333" y="43"/>
                      <a:pt x="6333" y="46"/>
                      <a:pt x="6333" y="48"/>
                    </a:cubicBezTo>
                    <a:cubicBezTo>
                      <a:pt x="6334" y="50"/>
                      <a:pt x="6334" y="52"/>
                      <a:pt x="6335" y="53"/>
                    </a:cubicBezTo>
                    <a:cubicBezTo>
                      <a:pt x="6336" y="55"/>
                      <a:pt x="6336" y="55"/>
                      <a:pt x="6337" y="56"/>
                    </a:cubicBezTo>
                    <a:cubicBezTo>
                      <a:pt x="6338" y="57"/>
                      <a:pt x="6338" y="57"/>
                      <a:pt x="6339" y="57"/>
                    </a:cubicBezTo>
                    <a:cubicBezTo>
                      <a:pt x="6341" y="57"/>
                      <a:pt x="6344" y="56"/>
                      <a:pt x="6347" y="53"/>
                    </a:cubicBezTo>
                    <a:cubicBezTo>
                      <a:pt x="6351" y="51"/>
                      <a:pt x="6355" y="48"/>
                      <a:pt x="6361" y="45"/>
                    </a:cubicBezTo>
                    <a:cubicBezTo>
                      <a:pt x="6366" y="43"/>
                      <a:pt x="6373" y="39"/>
                      <a:pt x="6380" y="37"/>
                    </a:cubicBezTo>
                    <a:cubicBezTo>
                      <a:pt x="6387" y="34"/>
                      <a:pt x="6395" y="33"/>
                      <a:pt x="6404" y="33"/>
                    </a:cubicBezTo>
                    <a:cubicBezTo>
                      <a:pt x="6411" y="33"/>
                      <a:pt x="6418" y="34"/>
                      <a:pt x="6424" y="37"/>
                    </a:cubicBezTo>
                    <a:cubicBezTo>
                      <a:pt x="6430" y="39"/>
                      <a:pt x="6435" y="43"/>
                      <a:pt x="6439" y="47"/>
                    </a:cubicBezTo>
                    <a:cubicBezTo>
                      <a:pt x="6443" y="51"/>
                      <a:pt x="6446" y="57"/>
                      <a:pt x="6448" y="62"/>
                    </a:cubicBezTo>
                    <a:cubicBezTo>
                      <a:pt x="6450" y="68"/>
                      <a:pt x="6451" y="74"/>
                      <a:pt x="6451" y="80"/>
                    </a:cubicBezTo>
                    <a:cubicBezTo>
                      <a:pt x="6451" y="86"/>
                      <a:pt x="6450" y="93"/>
                      <a:pt x="6449" y="100"/>
                    </a:cubicBezTo>
                    <a:cubicBezTo>
                      <a:pt x="6447" y="107"/>
                      <a:pt x="6445" y="115"/>
                      <a:pt x="6441" y="124"/>
                    </a:cubicBezTo>
                    <a:cubicBezTo>
                      <a:pt x="6437" y="133"/>
                      <a:pt x="6430" y="143"/>
                      <a:pt x="6422" y="154"/>
                    </a:cubicBezTo>
                    <a:cubicBezTo>
                      <a:pt x="6415" y="165"/>
                      <a:pt x="6405" y="177"/>
                      <a:pt x="6392" y="190"/>
                    </a:cubicBezTo>
                    <a:lnTo>
                      <a:pt x="6337" y="248"/>
                    </a:lnTo>
                    <a:cubicBezTo>
                      <a:pt x="6335" y="250"/>
                      <a:pt x="6333" y="253"/>
                      <a:pt x="6332" y="254"/>
                    </a:cubicBezTo>
                    <a:cubicBezTo>
                      <a:pt x="6331" y="256"/>
                      <a:pt x="6330" y="257"/>
                      <a:pt x="6330" y="259"/>
                    </a:cubicBezTo>
                    <a:cubicBezTo>
                      <a:pt x="6329" y="261"/>
                      <a:pt x="6328" y="263"/>
                      <a:pt x="6328" y="265"/>
                    </a:cubicBezTo>
                    <a:cubicBezTo>
                      <a:pt x="6328" y="267"/>
                      <a:pt x="6328" y="270"/>
                      <a:pt x="6328" y="273"/>
                    </a:cubicBezTo>
                    <a:cubicBezTo>
                      <a:pt x="6328" y="276"/>
                      <a:pt x="6328" y="279"/>
                      <a:pt x="6329" y="281"/>
                    </a:cubicBezTo>
                    <a:cubicBezTo>
                      <a:pt x="6329" y="283"/>
                      <a:pt x="6329" y="285"/>
                      <a:pt x="6331" y="286"/>
                    </a:cubicBezTo>
                    <a:cubicBezTo>
                      <a:pt x="6332" y="287"/>
                      <a:pt x="6333" y="288"/>
                      <a:pt x="6335" y="289"/>
                    </a:cubicBezTo>
                    <a:cubicBezTo>
                      <a:pt x="6337" y="289"/>
                      <a:pt x="6338" y="289"/>
                      <a:pt x="6340" y="289"/>
                    </a:cubicBezTo>
                    <a:lnTo>
                      <a:pt x="6498" y="289"/>
                    </a:lnTo>
                    <a:cubicBezTo>
                      <a:pt x="6499" y="289"/>
                      <a:pt x="6501" y="289"/>
                      <a:pt x="6502" y="288"/>
                    </a:cubicBezTo>
                    <a:cubicBezTo>
                      <a:pt x="6503" y="287"/>
                      <a:pt x="6504" y="287"/>
                      <a:pt x="6504" y="285"/>
                    </a:cubicBezTo>
                    <a:cubicBezTo>
                      <a:pt x="6505" y="284"/>
                      <a:pt x="6506" y="282"/>
                      <a:pt x="6506" y="280"/>
                    </a:cubicBezTo>
                    <a:cubicBezTo>
                      <a:pt x="6506" y="278"/>
                      <a:pt x="6506" y="276"/>
                      <a:pt x="6506" y="273"/>
                    </a:cubicBezTo>
                    <a:cubicBezTo>
                      <a:pt x="6506" y="270"/>
                      <a:pt x="6506" y="268"/>
                      <a:pt x="6506" y="266"/>
                    </a:cubicBezTo>
                    <a:cubicBezTo>
                      <a:pt x="6506" y="264"/>
                      <a:pt x="6505" y="262"/>
                      <a:pt x="6504" y="261"/>
                    </a:cubicBezTo>
                    <a:cubicBezTo>
                      <a:pt x="6504" y="259"/>
                      <a:pt x="6502" y="259"/>
                      <a:pt x="6501" y="258"/>
                    </a:cubicBezTo>
                    <a:cubicBezTo>
                      <a:pt x="6500" y="257"/>
                      <a:pt x="6499" y="257"/>
                      <a:pt x="6498" y="257"/>
                    </a:cubicBezTo>
                    <a:lnTo>
                      <a:pt x="6374" y="257"/>
                    </a:lnTo>
                    <a:lnTo>
                      <a:pt x="6419" y="210"/>
                    </a:lnTo>
                    <a:cubicBezTo>
                      <a:pt x="6435" y="193"/>
                      <a:pt x="6449" y="178"/>
                      <a:pt x="6458" y="165"/>
                    </a:cubicBezTo>
                    <a:cubicBezTo>
                      <a:pt x="6468" y="153"/>
                      <a:pt x="6475" y="141"/>
                      <a:pt x="6481" y="130"/>
                    </a:cubicBezTo>
                    <a:cubicBezTo>
                      <a:pt x="6486" y="120"/>
                      <a:pt x="6489" y="110"/>
                      <a:pt x="6491" y="101"/>
                    </a:cubicBezTo>
                    <a:cubicBezTo>
                      <a:pt x="6493" y="92"/>
                      <a:pt x="6494" y="83"/>
                      <a:pt x="6494" y="74"/>
                    </a:cubicBezTo>
                    <a:cubicBezTo>
                      <a:pt x="6494" y="64"/>
                      <a:pt x="6492" y="54"/>
                      <a:pt x="6488" y="45"/>
                    </a:cubicBezTo>
                    <a:cubicBezTo>
                      <a:pt x="6485" y="37"/>
                      <a:pt x="6479" y="28"/>
                      <a:pt x="6473" y="22"/>
                    </a:cubicBezTo>
                    <a:cubicBezTo>
                      <a:pt x="6466" y="15"/>
                      <a:pt x="6457" y="10"/>
                      <a:pt x="6447" y="6"/>
                    </a:cubicBezTo>
                    <a:cubicBezTo>
                      <a:pt x="6437" y="2"/>
                      <a:pt x="6425" y="0"/>
                      <a:pt x="6411" y="0"/>
                    </a:cubicBezTo>
                    <a:close/>
                    <a:moveTo>
                      <a:pt x="5389" y="0"/>
                    </a:moveTo>
                    <a:cubicBezTo>
                      <a:pt x="5386" y="0"/>
                      <a:pt x="5383" y="1"/>
                      <a:pt x="5382" y="1"/>
                    </a:cubicBezTo>
                    <a:cubicBezTo>
                      <a:pt x="5380" y="1"/>
                      <a:pt x="5379" y="1"/>
                      <a:pt x="5377" y="1"/>
                    </a:cubicBezTo>
                    <a:cubicBezTo>
                      <a:pt x="5376" y="2"/>
                      <a:pt x="5375" y="2"/>
                      <a:pt x="5374" y="2"/>
                    </a:cubicBezTo>
                    <a:cubicBezTo>
                      <a:pt x="5373" y="3"/>
                      <a:pt x="5373" y="3"/>
                      <a:pt x="5372" y="3"/>
                    </a:cubicBezTo>
                    <a:lnTo>
                      <a:pt x="5306" y="45"/>
                    </a:lnTo>
                    <a:cubicBezTo>
                      <a:pt x="5304" y="46"/>
                      <a:pt x="5304" y="47"/>
                      <a:pt x="5303" y="48"/>
                    </a:cubicBezTo>
                    <a:cubicBezTo>
                      <a:pt x="5302" y="49"/>
                      <a:pt x="5301" y="50"/>
                      <a:pt x="5300" y="52"/>
                    </a:cubicBezTo>
                    <a:cubicBezTo>
                      <a:pt x="5300" y="53"/>
                      <a:pt x="5300" y="54"/>
                      <a:pt x="5300" y="56"/>
                    </a:cubicBezTo>
                    <a:cubicBezTo>
                      <a:pt x="5299" y="58"/>
                      <a:pt x="5300" y="60"/>
                      <a:pt x="5300" y="62"/>
                    </a:cubicBezTo>
                    <a:cubicBezTo>
                      <a:pt x="5300" y="66"/>
                      <a:pt x="5300" y="68"/>
                      <a:pt x="5300" y="70"/>
                    </a:cubicBezTo>
                    <a:cubicBezTo>
                      <a:pt x="5301" y="72"/>
                      <a:pt x="5301" y="75"/>
                      <a:pt x="5302" y="75"/>
                    </a:cubicBezTo>
                    <a:cubicBezTo>
                      <a:pt x="5303" y="76"/>
                      <a:pt x="5305" y="77"/>
                      <a:pt x="5307" y="76"/>
                    </a:cubicBezTo>
                    <a:cubicBezTo>
                      <a:pt x="5308" y="76"/>
                      <a:pt x="5310" y="75"/>
                      <a:pt x="5313" y="74"/>
                    </a:cubicBezTo>
                    <a:lnTo>
                      <a:pt x="5368" y="41"/>
                    </a:lnTo>
                    <a:lnTo>
                      <a:pt x="5368" y="258"/>
                    </a:lnTo>
                    <a:lnTo>
                      <a:pt x="5308" y="258"/>
                    </a:lnTo>
                    <a:cubicBezTo>
                      <a:pt x="5307" y="258"/>
                      <a:pt x="5307" y="258"/>
                      <a:pt x="5306" y="259"/>
                    </a:cubicBezTo>
                    <a:cubicBezTo>
                      <a:pt x="5305" y="260"/>
                      <a:pt x="5304" y="260"/>
                      <a:pt x="5303" y="262"/>
                    </a:cubicBezTo>
                    <a:cubicBezTo>
                      <a:pt x="5302" y="263"/>
                      <a:pt x="5302" y="264"/>
                      <a:pt x="5301" y="266"/>
                    </a:cubicBezTo>
                    <a:cubicBezTo>
                      <a:pt x="5301" y="268"/>
                      <a:pt x="5300" y="270"/>
                      <a:pt x="5300" y="273"/>
                    </a:cubicBezTo>
                    <a:cubicBezTo>
                      <a:pt x="5300" y="276"/>
                      <a:pt x="5301" y="278"/>
                      <a:pt x="5301" y="280"/>
                    </a:cubicBezTo>
                    <a:cubicBezTo>
                      <a:pt x="5302" y="282"/>
                      <a:pt x="5302" y="283"/>
                      <a:pt x="5303" y="284"/>
                    </a:cubicBezTo>
                    <a:cubicBezTo>
                      <a:pt x="5304" y="286"/>
                      <a:pt x="5305" y="287"/>
                      <a:pt x="5306" y="287"/>
                    </a:cubicBezTo>
                    <a:cubicBezTo>
                      <a:pt x="5307" y="288"/>
                      <a:pt x="5307" y="288"/>
                      <a:pt x="5308" y="288"/>
                    </a:cubicBezTo>
                    <a:lnTo>
                      <a:pt x="5457" y="288"/>
                    </a:lnTo>
                    <a:cubicBezTo>
                      <a:pt x="5459" y="288"/>
                      <a:pt x="5460" y="288"/>
                      <a:pt x="5461" y="287"/>
                    </a:cubicBezTo>
                    <a:cubicBezTo>
                      <a:pt x="5462" y="287"/>
                      <a:pt x="5462" y="286"/>
                      <a:pt x="5463" y="284"/>
                    </a:cubicBezTo>
                    <a:cubicBezTo>
                      <a:pt x="5463" y="283"/>
                      <a:pt x="5464" y="282"/>
                      <a:pt x="5465" y="280"/>
                    </a:cubicBezTo>
                    <a:cubicBezTo>
                      <a:pt x="5465" y="278"/>
                      <a:pt x="5465" y="276"/>
                      <a:pt x="5465" y="273"/>
                    </a:cubicBezTo>
                    <a:cubicBezTo>
                      <a:pt x="5465" y="270"/>
                      <a:pt x="5466" y="268"/>
                      <a:pt x="5465" y="266"/>
                    </a:cubicBezTo>
                    <a:cubicBezTo>
                      <a:pt x="5465" y="264"/>
                      <a:pt x="5464" y="263"/>
                      <a:pt x="5464" y="262"/>
                    </a:cubicBezTo>
                    <a:cubicBezTo>
                      <a:pt x="5463" y="260"/>
                      <a:pt x="5462" y="260"/>
                      <a:pt x="5461" y="259"/>
                    </a:cubicBezTo>
                    <a:cubicBezTo>
                      <a:pt x="5460" y="258"/>
                      <a:pt x="5459" y="258"/>
                      <a:pt x="5457" y="258"/>
                    </a:cubicBezTo>
                    <a:lnTo>
                      <a:pt x="5406" y="258"/>
                    </a:lnTo>
                    <a:lnTo>
                      <a:pt x="5406" y="7"/>
                    </a:lnTo>
                    <a:cubicBezTo>
                      <a:pt x="5406" y="6"/>
                      <a:pt x="5406" y="6"/>
                      <a:pt x="5405" y="5"/>
                    </a:cubicBezTo>
                    <a:cubicBezTo>
                      <a:pt x="5405" y="4"/>
                      <a:pt x="5404" y="3"/>
                      <a:pt x="5403" y="2"/>
                    </a:cubicBezTo>
                    <a:cubicBezTo>
                      <a:pt x="5401" y="2"/>
                      <a:pt x="5400" y="2"/>
                      <a:pt x="5398" y="1"/>
                    </a:cubicBezTo>
                    <a:cubicBezTo>
                      <a:pt x="5395" y="1"/>
                      <a:pt x="5392" y="0"/>
                      <a:pt x="5389" y="0"/>
                    </a:cubicBezTo>
                    <a:close/>
                    <a:moveTo>
                      <a:pt x="206" y="646"/>
                    </a:moveTo>
                    <a:cubicBezTo>
                      <a:pt x="197" y="646"/>
                      <a:pt x="188" y="647"/>
                      <a:pt x="180" y="649"/>
                    </a:cubicBezTo>
                    <a:cubicBezTo>
                      <a:pt x="172" y="650"/>
                      <a:pt x="165" y="652"/>
                      <a:pt x="159" y="655"/>
                    </a:cubicBezTo>
                    <a:cubicBezTo>
                      <a:pt x="153" y="657"/>
                      <a:pt x="147" y="660"/>
                      <a:pt x="143" y="663"/>
                    </a:cubicBezTo>
                    <a:cubicBezTo>
                      <a:pt x="139" y="665"/>
                      <a:pt x="135" y="668"/>
                      <a:pt x="134" y="669"/>
                    </a:cubicBezTo>
                    <a:cubicBezTo>
                      <a:pt x="133" y="670"/>
                      <a:pt x="132" y="672"/>
                      <a:pt x="131" y="673"/>
                    </a:cubicBezTo>
                    <a:cubicBezTo>
                      <a:pt x="131" y="674"/>
                      <a:pt x="130" y="675"/>
                      <a:pt x="130" y="676"/>
                    </a:cubicBezTo>
                    <a:cubicBezTo>
                      <a:pt x="129" y="677"/>
                      <a:pt x="129" y="679"/>
                      <a:pt x="129" y="680"/>
                    </a:cubicBezTo>
                    <a:cubicBezTo>
                      <a:pt x="129" y="682"/>
                      <a:pt x="129" y="684"/>
                      <a:pt x="129" y="686"/>
                    </a:cubicBezTo>
                    <a:cubicBezTo>
                      <a:pt x="129" y="689"/>
                      <a:pt x="129" y="692"/>
                      <a:pt x="129" y="694"/>
                    </a:cubicBezTo>
                    <a:cubicBezTo>
                      <a:pt x="129" y="696"/>
                      <a:pt x="129" y="698"/>
                      <a:pt x="130" y="699"/>
                    </a:cubicBezTo>
                    <a:cubicBezTo>
                      <a:pt x="130" y="700"/>
                      <a:pt x="131" y="700"/>
                      <a:pt x="132" y="701"/>
                    </a:cubicBezTo>
                    <a:cubicBezTo>
                      <a:pt x="133" y="701"/>
                      <a:pt x="134" y="702"/>
                      <a:pt x="135" y="702"/>
                    </a:cubicBezTo>
                    <a:cubicBezTo>
                      <a:pt x="136" y="702"/>
                      <a:pt x="139" y="700"/>
                      <a:pt x="143" y="697"/>
                    </a:cubicBezTo>
                    <a:cubicBezTo>
                      <a:pt x="147" y="695"/>
                      <a:pt x="151" y="692"/>
                      <a:pt x="156" y="689"/>
                    </a:cubicBezTo>
                    <a:cubicBezTo>
                      <a:pt x="162" y="686"/>
                      <a:pt x="168" y="684"/>
                      <a:pt x="176" y="681"/>
                    </a:cubicBezTo>
                    <a:cubicBezTo>
                      <a:pt x="183" y="679"/>
                      <a:pt x="191" y="677"/>
                      <a:pt x="199" y="677"/>
                    </a:cubicBezTo>
                    <a:cubicBezTo>
                      <a:pt x="207" y="677"/>
                      <a:pt x="214" y="678"/>
                      <a:pt x="220" y="680"/>
                    </a:cubicBezTo>
                    <a:cubicBezTo>
                      <a:pt x="226" y="683"/>
                      <a:pt x="231" y="686"/>
                      <a:pt x="235" y="690"/>
                    </a:cubicBezTo>
                    <a:cubicBezTo>
                      <a:pt x="238" y="694"/>
                      <a:pt x="241" y="699"/>
                      <a:pt x="243" y="704"/>
                    </a:cubicBezTo>
                    <a:cubicBezTo>
                      <a:pt x="244" y="710"/>
                      <a:pt x="246" y="715"/>
                      <a:pt x="246" y="721"/>
                    </a:cubicBezTo>
                    <a:cubicBezTo>
                      <a:pt x="246" y="729"/>
                      <a:pt x="245" y="737"/>
                      <a:pt x="242" y="743"/>
                    </a:cubicBezTo>
                    <a:cubicBezTo>
                      <a:pt x="239" y="750"/>
                      <a:pt x="235" y="755"/>
                      <a:pt x="229" y="760"/>
                    </a:cubicBezTo>
                    <a:cubicBezTo>
                      <a:pt x="224" y="765"/>
                      <a:pt x="217" y="768"/>
                      <a:pt x="209" y="770"/>
                    </a:cubicBezTo>
                    <a:cubicBezTo>
                      <a:pt x="201" y="773"/>
                      <a:pt x="193" y="774"/>
                      <a:pt x="183" y="774"/>
                    </a:cubicBezTo>
                    <a:lnTo>
                      <a:pt x="159" y="774"/>
                    </a:lnTo>
                    <a:cubicBezTo>
                      <a:pt x="157" y="774"/>
                      <a:pt x="156" y="774"/>
                      <a:pt x="155" y="775"/>
                    </a:cubicBezTo>
                    <a:cubicBezTo>
                      <a:pt x="154" y="775"/>
                      <a:pt x="153" y="776"/>
                      <a:pt x="152" y="777"/>
                    </a:cubicBezTo>
                    <a:cubicBezTo>
                      <a:pt x="151" y="779"/>
                      <a:pt x="150" y="780"/>
                      <a:pt x="150" y="782"/>
                    </a:cubicBezTo>
                    <a:cubicBezTo>
                      <a:pt x="149" y="784"/>
                      <a:pt x="150" y="786"/>
                      <a:pt x="150" y="789"/>
                    </a:cubicBezTo>
                    <a:cubicBezTo>
                      <a:pt x="150" y="792"/>
                      <a:pt x="149" y="794"/>
                      <a:pt x="150" y="796"/>
                    </a:cubicBezTo>
                    <a:cubicBezTo>
                      <a:pt x="150" y="798"/>
                      <a:pt x="152" y="799"/>
                      <a:pt x="153" y="800"/>
                    </a:cubicBezTo>
                    <a:cubicBezTo>
                      <a:pt x="153" y="802"/>
                      <a:pt x="154" y="803"/>
                      <a:pt x="155" y="803"/>
                    </a:cubicBezTo>
                    <a:cubicBezTo>
                      <a:pt x="156" y="804"/>
                      <a:pt x="158" y="804"/>
                      <a:pt x="159" y="804"/>
                    </a:cubicBezTo>
                    <a:lnTo>
                      <a:pt x="185" y="804"/>
                    </a:lnTo>
                    <a:cubicBezTo>
                      <a:pt x="197" y="804"/>
                      <a:pt x="207" y="805"/>
                      <a:pt x="216" y="807"/>
                    </a:cubicBezTo>
                    <a:cubicBezTo>
                      <a:pt x="225" y="810"/>
                      <a:pt x="232" y="814"/>
                      <a:pt x="238" y="819"/>
                    </a:cubicBezTo>
                    <a:cubicBezTo>
                      <a:pt x="244" y="824"/>
                      <a:pt x="249" y="829"/>
                      <a:pt x="252" y="836"/>
                    </a:cubicBezTo>
                    <a:cubicBezTo>
                      <a:pt x="255" y="842"/>
                      <a:pt x="257" y="849"/>
                      <a:pt x="257" y="857"/>
                    </a:cubicBezTo>
                    <a:cubicBezTo>
                      <a:pt x="257" y="864"/>
                      <a:pt x="256" y="872"/>
                      <a:pt x="253" y="878"/>
                    </a:cubicBezTo>
                    <a:cubicBezTo>
                      <a:pt x="251" y="884"/>
                      <a:pt x="247" y="889"/>
                      <a:pt x="242" y="894"/>
                    </a:cubicBezTo>
                    <a:cubicBezTo>
                      <a:pt x="237" y="898"/>
                      <a:pt x="230" y="902"/>
                      <a:pt x="223" y="904"/>
                    </a:cubicBezTo>
                    <a:cubicBezTo>
                      <a:pt x="216" y="907"/>
                      <a:pt x="207" y="908"/>
                      <a:pt x="198" y="908"/>
                    </a:cubicBezTo>
                    <a:cubicBezTo>
                      <a:pt x="188" y="908"/>
                      <a:pt x="179" y="907"/>
                      <a:pt x="171" y="904"/>
                    </a:cubicBezTo>
                    <a:cubicBezTo>
                      <a:pt x="163" y="902"/>
                      <a:pt x="155" y="900"/>
                      <a:pt x="149" y="897"/>
                    </a:cubicBezTo>
                    <a:cubicBezTo>
                      <a:pt x="143" y="895"/>
                      <a:pt x="138" y="892"/>
                      <a:pt x="134" y="889"/>
                    </a:cubicBezTo>
                    <a:cubicBezTo>
                      <a:pt x="130" y="887"/>
                      <a:pt x="127" y="886"/>
                      <a:pt x="126" y="886"/>
                    </a:cubicBezTo>
                    <a:cubicBezTo>
                      <a:pt x="124" y="886"/>
                      <a:pt x="123" y="887"/>
                      <a:pt x="122" y="889"/>
                    </a:cubicBezTo>
                    <a:cubicBezTo>
                      <a:pt x="121" y="891"/>
                      <a:pt x="121" y="895"/>
                      <a:pt x="121" y="900"/>
                    </a:cubicBezTo>
                    <a:cubicBezTo>
                      <a:pt x="121" y="903"/>
                      <a:pt x="121" y="906"/>
                      <a:pt x="121" y="908"/>
                    </a:cubicBezTo>
                    <a:cubicBezTo>
                      <a:pt x="121" y="910"/>
                      <a:pt x="121" y="912"/>
                      <a:pt x="122" y="913"/>
                    </a:cubicBezTo>
                    <a:cubicBezTo>
                      <a:pt x="122" y="915"/>
                      <a:pt x="123" y="916"/>
                      <a:pt x="123" y="917"/>
                    </a:cubicBezTo>
                    <a:cubicBezTo>
                      <a:pt x="124" y="918"/>
                      <a:pt x="125" y="919"/>
                      <a:pt x="126" y="920"/>
                    </a:cubicBezTo>
                    <a:cubicBezTo>
                      <a:pt x="127" y="921"/>
                      <a:pt x="130" y="922"/>
                      <a:pt x="134" y="925"/>
                    </a:cubicBezTo>
                    <a:cubicBezTo>
                      <a:pt x="138" y="927"/>
                      <a:pt x="143" y="930"/>
                      <a:pt x="150" y="932"/>
                    </a:cubicBezTo>
                    <a:cubicBezTo>
                      <a:pt x="156" y="934"/>
                      <a:pt x="164" y="936"/>
                      <a:pt x="172" y="937"/>
                    </a:cubicBezTo>
                    <a:cubicBezTo>
                      <a:pt x="180" y="939"/>
                      <a:pt x="190" y="940"/>
                      <a:pt x="199" y="940"/>
                    </a:cubicBezTo>
                    <a:cubicBezTo>
                      <a:pt x="215" y="940"/>
                      <a:pt x="229" y="938"/>
                      <a:pt x="242" y="934"/>
                    </a:cubicBezTo>
                    <a:cubicBezTo>
                      <a:pt x="254" y="930"/>
                      <a:pt x="264" y="923"/>
                      <a:pt x="273" y="916"/>
                    </a:cubicBezTo>
                    <a:cubicBezTo>
                      <a:pt x="281" y="908"/>
                      <a:pt x="288" y="900"/>
                      <a:pt x="293" y="889"/>
                    </a:cubicBezTo>
                    <a:cubicBezTo>
                      <a:pt x="297" y="879"/>
                      <a:pt x="299" y="866"/>
                      <a:pt x="299" y="853"/>
                    </a:cubicBezTo>
                    <a:lnTo>
                      <a:pt x="300" y="853"/>
                    </a:lnTo>
                    <a:cubicBezTo>
                      <a:pt x="300" y="844"/>
                      <a:pt x="298" y="837"/>
                      <a:pt x="295" y="829"/>
                    </a:cubicBezTo>
                    <a:cubicBezTo>
                      <a:pt x="291" y="821"/>
                      <a:pt x="286" y="813"/>
                      <a:pt x="280" y="807"/>
                    </a:cubicBezTo>
                    <a:cubicBezTo>
                      <a:pt x="275" y="802"/>
                      <a:pt x="267" y="797"/>
                      <a:pt x="259" y="793"/>
                    </a:cubicBezTo>
                    <a:cubicBezTo>
                      <a:pt x="251" y="789"/>
                      <a:pt x="243" y="786"/>
                      <a:pt x="233" y="785"/>
                    </a:cubicBezTo>
                    <a:cubicBezTo>
                      <a:pt x="242" y="784"/>
                      <a:pt x="249" y="781"/>
                      <a:pt x="256" y="777"/>
                    </a:cubicBezTo>
                    <a:cubicBezTo>
                      <a:pt x="262" y="772"/>
                      <a:pt x="268" y="768"/>
                      <a:pt x="273" y="762"/>
                    </a:cubicBezTo>
                    <a:cubicBezTo>
                      <a:pt x="277" y="756"/>
                      <a:pt x="281" y="749"/>
                      <a:pt x="283" y="741"/>
                    </a:cubicBezTo>
                    <a:cubicBezTo>
                      <a:pt x="285" y="734"/>
                      <a:pt x="287" y="725"/>
                      <a:pt x="287" y="716"/>
                    </a:cubicBezTo>
                    <a:cubicBezTo>
                      <a:pt x="287" y="705"/>
                      <a:pt x="285" y="696"/>
                      <a:pt x="281" y="688"/>
                    </a:cubicBezTo>
                    <a:cubicBezTo>
                      <a:pt x="278" y="679"/>
                      <a:pt x="273" y="672"/>
                      <a:pt x="266" y="665"/>
                    </a:cubicBezTo>
                    <a:cubicBezTo>
                      <a:pt x="260" y="659"/>
                      <a:pt x="252" y="654"/>
                      <a:pt x="242" y="650"/>
                    </a:cubicBezTo>
                    <a:cubicBezTo>
                      <a:pt x="232" y="647"/>
                      <a:pt x="220" y="646"/>
                      <a:pt x="206" y="646"/>
                    </a:cubicBezTo>
                    <a:close/>
                    <a:moveTo>
                      <a:pt x="3338" y="646"/>
                    </a:moveTo>
                    <a:cubicBezTo>
                      <a:pt x="3322" y="646"/>
                      <a:pt x="3308" y="648"/>
                      <a:pt x="3296" y="652"/>
                    </a:cubicBezTo>
                    <a:cubicBezTo>
                      <a:pt x="3284" y="657"/>
                      <a:pt x="3273" y="663"/>
                      <a:pt x="3264" y="671"/>
                    </a:cubicBezTo>
                    <a:cubicBezTo>
                      <a:pt x="3255" y="678"/>
                      <a:pt x="3249" y="687"/>
                      <a:pt x="3243" y="697"/>
                    </a:cubicBezTo>
                    <a:cubicBezTo>
                      <a:pt x="3237" y="707"/>
                      <a:pt x="3232" y="718"/>
                      <a:pt x="3229" y="730"/>
                    </a:cubicBezTo>
                    <a:cubicBezTo>
                      <a:pt x="3225" y="741"/>
                      <a:pt x="3223" y="754"/>
                      <a:pt x="3222" y="766"/>
                    </a:cubicBezTo>
                    <a:cubicBezTo>
                      <a:pt x="3220" y="779"/>
                      <a:pt x="3220" y="791"/>
                      <a:pt x="3220" y="803"/>
                    </a:cubicBezTo>
                    <a:cubicBezTo>
                      <a:pt x="3220" y="817"/>
                      <a:pt x="3221" y="830"/>
                      <a:pt x="3222" y="842"/>
                    </a:cubicBezTo>
                    <a:cubicBezTo>
                      <a:pt x="3223" y="854"/>
                      <a:pt x="3224" y="865"/>
                      <a:pt x="3227" y="875"/>
                    </a:cubicBezTo>
                    <a:cubicBezTo>
                      <a:pt x="3230" y="886"/>
                      <a:pt x="3234" y="895"/>
                      <a:pt x="3239" y="903"/>
                    </a:cubicBezTo>
                    <a:cubicBezTo>
                      <a:pt x="3243" y="911"/>
                      <a:pt x="3248" y="917"/>
                      <a:pt x="3255" y="922"/>
                    </a:cubicBezTo>
                    <a:cubicBezTo>
                      <a:pt x="3262" y="928"/>
                      <a:pt x="3270" y="932"/>
                      <a:pt x="3279" y="935"/>
                    </a:cubicBezTo>
                    <a:cubicBezTo>
                      <a:pt x="3288" y="938"/>
                      <a:pt x="3299" y="940"/>
                      <a:pt x="3311" y="940"/>
                    </a:cubicBezTo>
                    <a:cubicBezTo>
                      <a:pt x="3327" y="940"/>
                      <a:pt x="3342" y="936"/>
                      <a:pt x="3354" y="931"/>
                    </a:cubicBezTo>
                    <a:cubicBezTo>
                      <a:pt x="3366" y="926"/>
                      <a:pt x="3376" y="919"/>
                      <a:pt x="3384" y="910"/>
                    </a:cubicBezTo>
                    <a:cubicBezTo>
                      <a:pt x="3392" y="901"/>
                      <a:pt x="3398" y="891"/>
                      <a:pt x="3402" y="879"/>
                    </a:cubicBezTo>
                    <a:cubicBezTo>
                      <a:pt x="3405" y="867"/>
                      <a:pt x="3407" y="855"/>
                      <a:pt x="3407" y="843"/>
                    </a:cubicBezTo>
                    <a:cubicBezTo>
                      <a:pt x="3407" y="831"/>
                      <a:pt x="3406" y="820"/>
                      <a:pt x="3403" y="810"/>
                    </a:cubicBezTo>
                    <a:cubicBezTo>
                      <a:pt x="3401" y="800"/>
                      <a:pt x="3396" y="791"/>
                      <a:pt x="3389" y="784"/>
                    </a:cubicBezTo>
                    <a:cubicBezTo>
                      <a:pt x="3383" y="776"/>
                      <a:pt x="3374" y="770"/>
                      <a:pt x="3364" y="766"/>
                    </a:cubicBezTo>
                    <a:cubicBezTo>
                      <a:pt x="3353" y="762"/>
                      <a:pt x="3339" y="760"/>
                      <a:pt x="3324" y="760"/>
                    </a:cubicBezTo>
                    <a:cubicBezTo>
                      <a:pt x="3317" y="760"/>
                      <a:pt x="3310" y="761"/>
                      <a:pt x="3304" y="762"/>
                    </a:cubicBezTo>
                    <a:cubicBezTo>
                      <a:pt x="3297" y="763"/>
                      <a:pt x="3292" y="764"/>
                      <a:pt x="3286" y="766"/>
                    </a:cubicBezTo>
                    <a:cubicBezTo>
                      <a:pt x="3280" y="768"/>
                      <a:pt x="3275" y="770"/>
                      <a:pt x="3270" y="772"/>
                    </a:cubicBezTo>
                    <a:cubicBezTo>
                      <a:pt x="3265" y="774"/>
                      <a:pt x="3262" y="776"/>
                      <a:pt x="3258" y="778"/>
                    </a:cubicBezTo>
                    <a:cubicBezTo>
                      <a:pt x="3258" y="765"/>
                      <a:pt x="3259" y="752"/>
                      <a:pt x="3262" y="740"/>
                    </a:cubicBezTo>
                    <a:cubicBezTo>
                      <a:pt x="3265" y="727"/>
                      <a:pt x="3270" y="716"/>
                      <a:pt x="3276" y="707"/>
                    </a:cubicBezTo>
                    <a:cubicBezTo>
                      <a:pt x="3283" y="698"/>
                      <a:pt x="3291" y="690"/>
                      <a:pt x="3301" y="685"/>
                    </a:cubicBezTo>
                    <a:cubicBezTo>
                      <a:pt x="3311" y="679"/>
                      <a:pt x="3323" y="676"/>
                      <a:pt x="3336" y="676"/>
                    </a:cubicBezTo>
                    <a:cubicBezTo>
                      <a:pt x="3344" y="676"/>
                      <a:pt x="3350" y="677"/>
                      <a:pt x="3356" y="678"/>
                    </a:cubicBezTo>
                    <a:cubicBezTo>
                      <a:pt x="3361" y="679"/>
                      <a:pt x="3366" y="680"/>
                      <a:pt x="3370" y="681"/>
                    </a:cubicBezTo>
                    <a:cubicBezTo>
                      <a:pt x="3374" y="683"/>
                      <a:pt x="3378" y="684"/>
                      <a:pt x="3380" y="685"/>
                    </a:cubicBezTo>
                    <a:cubicBezTo>
                      <a:pt x="3383" y="686"/>
                      <a:pt x="3385" y="686"/>
                      <a:pt x="3387" y="686"/>
                    </a:cubicBezTo>
                    <a:cubicBezTo>
                      <a:pt x="3388" y="686"/>
                      <a:pt x="3389" y="685"/>
                      <a:pt x="3390" y="685"/>
                    </a:cubicBezTo>
                    <a:cubicBezTo>
                      <a:pt x="3391" y="684"/>
                      <a:pt x="3391" y="683"/>
                      <a:pt x="3392" y="682"/>
                    </a:cubicBezTo>
                    <a:cubicBezTo>
                      <a:pt x="3392" y="681"/>
                      <a:pt x="3393" y="680"/>
                      <a:pt x="3393" y="678"/>
                    </a:cubicBezTo>
                    <a:cubicBezTo>
                      <a:pt x="3393" y="676"/>
                      <a:pt x="3393" y="673"/>
                      <a:pt x="3393" y="671"/>
                    </a:cubicBezTo>
                    <a:cubicBezTo>
                      <a:pt x="3393" y="669"/>
                      <a:pt x="3393" y="667"/>
                      <a:pt x="3393" y="665"/>
                    </a:cubicBezTo>
                    <a:cubicBezTo>
                      <a:pt x="3393" y="664"/>
                      <a:pt x="3392" y="663"/>
                      <a:pt x="3392" y="662"/>
                    </a:cubicBezTo>
                    <a:cubicBezTo>
                      <a:pt x="3392" y="661"/>
                      <a:pt x="3392" y="660"/>
                      <a:pt x="3391" y="659"/>
                    </a:cubicBezTo>
                    <a:cubicBezTo>
                      <a:pt x="3391" y="658"/>
                      <a:pt x="3389" y="657"/>
                      <a:pt x="3388" y="657"/>
                    </a:cubicBezTo>
                    <a:cubicBezTo>
                      <a:pt x="3387" y="656"/>
                      <a:pt x="3385" y="654"/>
                      <a:pt x="3382" y="653"/>
                    </a:cubicBezTo>
                    <a:cubicBezTo>
                      <a:pt x="3379" y="652"/>
                      <a:pt x="3375" y="651"/>
                      <a:pt x="3371" y="650"/>
                    </a:cubicBezTo>
                    <a:cubicBezTo>
                      <a:pt x="3366" y="649"/>
                      <a:pt x="3361" y="648"/>
                      <a:pt x="3355" y="647"/>
                    </a:cubicBezTo>
                    <a:cubicBezTo>
                      <a:pt x="3349" y="646"/>
                      <a:pt x="3344" y="646"/>
                      <a:pt x="3338" y="646"/>
                    </a:cubicBezTo>
                    <a:close/>
                    <a:moveTo>
                      <a:pt x="5385" y="646"/>
                    </a:moveTo>
                    <a:cubicBezTo>
                      <a:pt x="5370" y="646"/>
                      <a:pt x="5357" y="648"/>
                      <a:pt x="5345" y="651"/>
                    </a:cubicBezTo>
                    <a:cubicBezTo>
                      <a:pt x="5334" y="655"/>
                      <a:pt x="5325" y="660"/>
                      <a:pt x="5318" y="666"/>
                    </a:cubicBezTo>
                    <a:cubicBezTo>
                      <a:pt x="5311" y="673"/>
                      <a:pt x="5305" y="681"/>
                      <a:pt x="5301" y="689"/>
                    </a:cubicBezTo>
                    <a:cubicBezTo>
                      <a:pt x="5298" y="698"/>
                      <a:pt x="5296" y="708"/>
                      <a:pt x="5296" y="718"/>
                    </a:cubicBezTo>
                    <a:cubicBezTo>
                      <a:pt x="5296" y="725"/>
                      <a:pt x="5297" y="733"/>
                      <a:pt x="5300" y="740"/>
                    </a:cubicBezTo>
                    <a:cubicBezTo>
                      <a:pt x="5302" y="746"/>
                      <a:pt x="5306" y="753"/>
                      <a:pt x="5311" y="759"/>
                    </a:cubicBezTo>
                    <a:cubicBezTo>
                      <a:pt x="5316" y="765"/>
                      <a:pt x="5321" y="771"/>
                      <a:pt x="5328" y="776"/>
                    </a:cubicBezTo>
                    <a:cubicBezTo>
                      <a:pt x="5335" y="781"/>
                      <a:pt x="5343" y="785"/>
                      <a:pt x="5352" y="790"/>
                    </a:cubicBezTo>
                    <a:cubicBezTo>
                      <a:pt x="5341" y="795"/>
                      <a:pt x="5332" y="800"/>
                      <a:pt x="5324" y="806"/>
                    </a:cubicBezTo>
                    <a:cubicBezTo>
                      <a:pt x="5316" y="811"/>
                      <a:pt x="5309" y="817"/>
                      <a:pt x="5303" y="823"/>
                    </a:cubicBezTo>
                    <a:cubicBezTo>
                      <a:pt x="5298" y="830"/>
                      <a:pt x="5294" y="836"/>
                      <a:pt x="5291" y="844"/>
                    </a:cubicBezTo>
                    <a:cubicBezTo>
                      <a:pt x="5288" y="851"/>
                      <a:pt x="5286" y="859"/>
                      <a:pt x="5286" y="868"/>
                    </a:cubicBezTo>
                    <a:cubicBezTo>
                      <a:pt x="5286" y="880"/>
                      <a:pt x="5288" y="890"/>
                      <a:pt x="5293" y="899"/>
                    </a:cubicBezTo>
                    <a:cubicBezTo>
                      <a:pt x="5297" y="908"/>
                      <a:pt x="5303" y="915"/>
                      <a:pt x="5311" y="921"/>
                    </a:cubicBezTo>
                    <a:cubicBezTo>
                      <a:pt x="5319" y="927"/>
                      <a:pt x="5329" y="931"/>
                      <a:pt x="5341" y="934"/>
                    </a:cubicBezTo>
                    <a:cubicBezTo>
                      <a:pt x="5353" y="938"/>
                      <a:pt x="5366" y="940"/>
                      <a:pt x="5381" y="940"/>
                    </a:cubicBezTo>
                    <a:cubicBezTo>
                      <a:pt x="5396" y="940"/>
                      <a:pt x="5410" y="938"/>
                      <a:pt x="5422" y="934"/>
                    </a:cubicBezTo>
                    <a:cubicBezTo>
                      <a:pt x="5434" y="931"/>
                      <a:pt x="5445" y="926"/>
                      <a:pt x="5453" y="919"/>
                    </a:cubicBezTo>
                    <a:cubicBezTo>
                      <a:pt x="5461" y="913"/>
                      <a:pt x="5468" y="904"/>
                      <a:pt x="5472" y="895"/>
                    </a:cubicBezTo>
                    <a:cubicBezTo>
                      <a:pt x="5477" y="885"/>
                      <a:pt x="5479" y="874"/>
                      <a:pt x="5479" y="862"/>
                    </a:cubicBezTo>
                    <a:cubicBezTo>
                      <a:pt x="5479" y="854"/>
                      <a:pt x="5477" y="846"/>
                      <a:pt x="5474" y="839"/>
                    </a:cubicBezTo>
                    <a:cubicBezTo>
                      <a:pt x="5471" y="832"/>
                      <a:pt x="5467" y="825"/>
                      <a:pt x="5462" y="819"/>
                    </a:cubicBezTo>
                    <a:cubicBezTo>
                      <a:pt x="5456" y="813"/>
                      <a:pt x="5450" y="807"/>
                      <a:pt x="5442" y="801"/>
                    </a:cubicBezTo>
                    <a:cubicBezTo>
                      <a:pt x="5433" y="796"/>
                      <a:pt x="5424" y="791"/>
                      <a:pt x="5413" y="785"/>
                    </a:cubicBezTo>
                    <a:cubicBezTo>
                      <a:pt x="5422" y="781"/>
                      <a:pt x="5430" y="776"/>
                      <a:pt x="5437" y="770"/>
                    </a:cubicBezTo>
                    <a:cubicBezTo>
                      <a:pt x="5444" y="765"/>
                      <a:pt x="5449" y="760"/>
                      <a:pt x="5454" y="754"/>
                    </a:cubicBezTo>
                    <a:cubicBezTo>
                      <a:pt x="5459" y="747"/>
                      <a:pt x="5462" y="740"/>
                      <a:pt x="5465" y="733"/>
                    </a:cubicBezTo>
                    <a:cubicBezTo>
                      <a:pt x="5467" y="726"/>
                      <a:pt x="5469" y="720"/>
                      <a:pt x="5469" y="712"/>
                    </a:cubicBezTo>
                    <a:cubicBezTo>
                      <a:pt x="5469" y="703"/>
                      <a:pt x="5467" y="694"/>
                      <a:pt x="5464" y="686"/>
                    </a:cubicBezTo>
                    <a:cubicBezTo>
                      <a:pt x="5460" y="678"/>
                      <a:pt x="5455" y="671"/>
                      <a:pt x="5449" y="665"/>
                    </a:cubicBezTo>
                    <a:cubicBezTo>
                      <a:pt x="5442" y="660"/>
                      <a:pt x="5433" y="655"/>
                      <a:pt x="5422" y="651"/>
                    </a:cubicBezTo>
                    <a:cubicBezTo>
                      <a:pt x="5412" y="648"/>
                      <a:pt x="5400" y="646"/>
                      <a:pt x="5385" y="646"/>
                    </a:cubicBezTo>
                    <a:close/>
                    <a:moveTo>
                      <a:pt x="6419" y="646"/>
                    </a:moveTo>
                    <a:cubicBezTo>
                      <a:pt x="6402" y="646"/>
                      <a:pt x="6388" y="648"/>
                      <a:pt x="6376" y="653"/>
                    </a:cubicBezTo>
                    <a:cubicBezTo>
                      <a:pt x="6364" y="658"/>
                      <a:pt x="6353" y="666"/>
                      <a:pt x="6346" y="674"/>
                    </a:cubicBezTo>
                    <a:cubicBezTo>
                      <a:pt x="6338" y="683"/>
                      <a:pt x="6333" y="693"/>
                      <a:pt x="6329" y="704"/>
                    </a:cubicBezTo>
                    <a:cubicBezTo>
                      <a:pt x="6325" y="716"/>
                      <a:pt x="6324" y="728"/>
                      <a:pt x="6324" y="740"/>
                    </a:cubicBezTo>
                    <a:cubicBezTo>
                      <a:pt x="6324" y="753"/>
                      <a:pt x="6324" y="764"/>
                      <a:pt x="6327" y="774"/>
                    </a:cubicBezTo>
                    <a:cubicBezTo>
                      <a:pt x="6330" y="784"/>
                      <a:pt x="6335" y="793"/>
                      <a:pt x="6341" y="800"/>
                    </a:cubicBezTo>
                    <a:cubicBezTo>
                      <a:pt x="6348" y="808"/>
                      <a:pt x="6357" y="815"/>
                      <a:pt x="6368" y="819"/>
                    </a:cubicBezTo>
                    <a:cubicBezTo>
                      <a:pt x="6378" y="823"/>
                      <a:pt x="6391" y="825"/>
                      <a:pt x="6407" y="825"/>
                    </a:cubicBezTo>
                    <a:cubicBezTo>
                      <a:pt x="6421" y="825"/>
                      <a:pt x="6434" y="823"/>
                      <a:pt x="6445" y="820"/>
                    </a:cubicBezTo>
                    <a:cubicBezTo>
                      <a:pt x="6456" y="816"/>
                      <a:pt x="6466" y="812"/>
                      <a:pt x="6473" y="807"/>
                    </a:cubicBezTo>
                    <a:cubicBezTo>
                      <a:pt x="6473" y="821"/>
                      <a:pt x="6471" y="834"/>
                      <a:pt x="6468" y="846"/>
                    </a:cubicBezTo>
                    <a:cubicBezTo>
                      <a:pt x="6465" y="858"/>
                      <a:pt x="6460" y="869"/>
                      <a:pt x="6453" y="878"/>
                    </a:cubicBezTo>
                    <a:cubicBezTo>
                      <a:pt x="6447" y="887"/>
                      <a:pt x="6439" y="895"/>
                      <a:pt x="6428" y="901"/>
                    </a:cubicBezTo>
                    <a:cubicBezTo>
                      <a:pt x="6418" y="906"/>
                      <a:pt x="6406" y="909"/>
                      <a:pt x="6391" y="909"/>
                    </a:cubicBezTo>
                    <a:cubicBezTo>
                      <a:pt x="6384" y="909"/>
                      <a:pt x="6377" y="908"/>
                      <a:pt x="6371" y="907"/>
                    </a:cubicBezTo>
                    <a:cubicBezTo>
                      <a:pt x="6365" y="906"/>
                      <a:pt x="6360" y="905"/>
                      <a:pt x="6355" y="904"/>
                    </a:cubicBezTo>
                    <a:cubicBezTo>
                      <a:pt x="6351" y="902"/>
                      <a:pt x="6348" y="901"/>
                      <a:pt x="6345" y="900"/>
                    </a:cubicBezTo>
                    <a:cubicBezTo>
                      <a:pt x="6342" y="899"/>
                      <a:pt x="6339" y="898"/>
                      <a:pt x="6338" y="898"/>
                    </a:cubicBezTo>
                    <a:cubicBezTo>
                      <a:pt x="6336" y="898"/>
                      <a:pt x="6335" y="899"/>
                      <a:pt x="6334" y="899"/>
                    </a:cubicBezTo>
                    <a:cubicBezTo>
                      <a:pt x="6333" y="900"/>
                      <a:pt x="6333" y="900"/>
                      <a:pt x="6332" y="901"/>
                    </a:cubicBezTo>
                    <a:cubicBezTo>
                      <a:pt x="6332" y="902"/>
                      <a:pt x="6332" y="903"/>
                      <a:pt x="6331" y="905"/>
                    </a:cubicBezTo>
                    <a:cubicBezTo>
                      <a:pt x="6331" y="907"/>
                      <a:pt x="6331" y="910"/>
                      <a:pt x="6331" y="913"/>
                    </a:cubicBezTo>
                    <a:cubicBezTo>
                      <a:pt x="6331" y="917"/>
                      <a:pt x="6332" y="920"/>
                      <a:pt x="6332" y="922"/>
                    </a:cubicBezTo>
                    <a:cubicBezTo>
                      <a:pt x="6333" y="924"/>
                      <a:pt x="6334" y="926"/>
                      <a:pt x="6336" y="927"/>
                    </a:cubicBezTo>
                    <a:cubicBezTo>
                      <a:pt x="6337" y="929"/>
                      <a:pt x="6340" y="931"/>
                      <a:pt x="6343" y="932"/>
                    </a:cubicBezTo>
                    <a:cubicBezTo>
                      <a:pt x="6346" y="933"/>
                      <a:pt x="6350" y="934"/>
                      <a:pt x="6354" y="935"/>
                    </a:cubicBezTo>
                    <a:cubicBezTo>
                      <a:pt x="6359" y="937"/>
                      <a:pt x="6364" y="937"/>
                      <a:pt x="6370" y="938"/>
                    </a:cubicBezTo>
                    <a:cubicBezTo>
                      <a:pt x="6376" y="939"/>
                      <a:pt x="6382" y="940"/>
                      <a:pt x="6389" y="940"/>
                    </a:cubicBezTo>
                    <a:cubicBezTo>
                      <a:pt x="6405" y="940"/>
                      <a:pt x="6420" y="937"/>
                      <a:pt x="6432" y="933"/>
                    </a:cubicBezTo>
                    <a:cubicBezTo>
                      <a:pt x="6444" y="928"/>
                      <a:pt x="6456" y="923"/>
                      <a:pt x="6465" y="915"/>
                    </a:cubicBezTo>
                    <a:cubicBezTo>
                      <a:pt x="6474" y="907"/>
                      <a:pt x="6481" y="899"/>
                      <a:pt x="6487" y="889"/>
                    </a:cubicBezTo>
                    <a:cubicBezTo>
                      <a:pt x="6493" y="878"/>
                      <a:pt x="6498" y="867"/>
                      <a:pt x="6502" y="855"/>
                    </a:cubicBezTo>
                    <a:cubicBezTo>
                      <a:pt x="6505" y="843"/>
                      <a:pt x="6507" y="832"/>
                      <a:pt x="6509" y="819"/>
                    </a:cubicBezTo>
                    <a:cubicBezTo>
                      <a:pt x="6510" y="806"/>
                      <a:pt x="6511" y="793"/>
                      <a:pt x="6511" y="781"/>
                    </a:cubicBezTo>
                    <a:cubicBezTo>
                      <a:pt x="6511" y="768"/>
                      <a:pt x="6510" y="756"/>
                      <a:pt x="6509" y="744"/>
                    </a:cubicBezTo>
                    <a:cubicBezTo>
                      <a:pt x="6508" y="732"/>
                      <a:pt x="6505" y="721"/>
                      <a:pt x="6503" y="711"/>
                    </a:cubicBezTo>
                    <a:cubicBezTo>
                      <a:pt x="6500" y="701"/>
                      <a:pt x="6497" y="692"/>
                      <a:pt x="6492" y="684"/>
                    </a:cubicBezTo>
                    <a:cubicBezTo>
                      <a:pt x="6487" y="676"/>
                      <a:pt x="6481" y="669"/>
                      <a:pt x="6474" y="664"/>
                    </a:cubicBezTo>
                    <a:cubicBezTo>
                      <a:pt x="6468" y="658"/>
                      <a:pt x="6460" y="653"/>
                      <a:pt x="6451" y="650"/>
                    </a:cubicBezTo>
                    <a:cubicBezTo>
                      <a:pt x="6441" y="647"/>
                      <a:pt x="6431" y="646"/>
                      <a:pt x="6419" y="646"/>
                    </a:cubicBezTo>
                    <a:close/>
                    <a:moveTo>
                      <a:pt x="2216" y="648"/>
                    </a:moveTo>
                    <a:cubicBezTo>
                      <a:pt x="2212" y="648"/>
                      <a:pt x="2209" y="649"/>
                      <a:pt x="2207" y="651"/>
                    </a:cubicBezTo>
                    <a:cubicBezTo>
                      <a:pt x="2204" y="654"/>
                      <a:pt x="2203" y="657"/>
                      <a:pt x="2203" y="662"/>
                    </a:cubicBezTo>
                    <a:lnTo>
                      <a:pt x="2203" y="778"/>
                    </a:lnTo>
                    <a:cubicBezTo>
                      <a:pt x="2203" y="784"/>
                      <a:pt x="2204" y="788"/>
                      <a:pt x="2206" y="790"/>
                    </a:cubicBezTo>
                    <a:cubicBezTo>
                      <a:pt x="2208" y="792"/>
                      <a:pt x="2210" y="792"/>
                      <a:pt x="2215" y="792"/>
                    </a:cubicBezTo>
                    <a:cubicBezTo>
                      <a:pt x="2220" y="792"/>
                      <a:pt x="2227" y="792"/>
                      <a:pt x="2233" y="791"/>
                    </a:cubicBezTo>
                    <a:cubicBezTo>
                      <a:pt x="2240" y="790"/>
                      <a:pt x="2247" y="790"/>
                      <a:pt x="2256" y="790"/>
                    </a:cubicBezTo>
                    <a:cubicBezTo>
                      <a:pt x="2269" y="790"/>
                      <a:pt x="2280" y="791"/>
                      <a:pt x="2289" y="793"/>
                    </a:cubicBezTo>
                    <a:cubicBezTo>
                      <a:pt x="2298" y="796"/>
                      <a:pt x="2306" y="798"/>
                      <a:pt x="2312" y="803"/>
                    </a:cubicBezTo>
                    <a:cubicBezTo>
                      <a:pt x="2318" y="808"/>
                      <a:pt x="2322" y="814"/>
                      <a:pt x="2325" y="821"/>
                    </a:cubicBezTo>
                    <a:cubicBezTo>
                      <a:pt x="2328" y="828"/>
                      <a:pt x="2329" y="836"/>
                      <a:pt x="2329" y="845"/>
                    </a:cubicBezTo>
                    <a:cubicBezTo>
                      <a:pt x="2329" y="856"/>
                      <a:pt x="2327" y="865"/>
                      <a:pt x="2324" y="873"/>
                    </a:cubicBezTo>
                    <a:cubicBezTo>
                      <a:pt x="2321" y="880"/>
                      <a:pt x="2316" y="886"/>
                      <a:pt x="2310" y="891"/>
                    </a:cubicBezTo>
                    <a:cubicBezTo>
                      <a:pt x="2304" y="896"/>
                      <a:pt x="2297" y="900"/>
                      <a:pt x="2289" y="903"/>
                    </a:cubicBezTo>
                    <a:cubicBezTo>
                      <a:pt x="2280" y="905"/>
                      <a:pt x="2271" y="906"/>
                      <a:pt x="2261" y="906"/>
                    </a:cubicBezTo>
                    <a:cubicBezTo>
                      <a:pt x="2251" y="906"/>
                      <a:pt x="2242" y="906"/>
                      <a:pt x="2234" y="904"/>
                    </a:cubicBezTo>
                    <a:cubicBezTo>
                      <a:pt x="2226" y="902"/>
                      <a:pt x="2220" y="900"/>
                      <a:pt x="2215" y="897"/>
                    </a:cubicBezTo>
                    <a:cubicBezTo>
                      <a:pt x="2209" y="895"/>
                      <a:pt x="2205" y="893"/>
                      <a:pt x="2202" y="891"/>
                    </a:cubicBezTo>
                    <a:cubicBezTo>
                      <a:pt x="2199" y="889"/>
                      <a:pt x="2197" y="889"/>
                      <a:pt x="2195" y="889"/>
                    </a:cubicBezTo>
                    <a:cubicBezTo>
                      <a:pt x="2194" y="889"/>
                      <a:pt x="2193" y="889"/>
                      <a:pt x="2193" y="889"/>
                    </a:cubicBezTo>
                    <a:cubicBezTo>
                      <a:pt x="2192" y="890"/>
                      <a:pt x="2191" y="891"/>
                      <a:pt x="2191" y="892"/>
                    </a:cubicBezTo>
                    <a:cubicBezTo>
                      <a:pt x="2190" y="893"/>
                      <a:pt x="2189" y="895"/>
                      <a:pt x="2189" y="897"/>
                    </a:cubicBezTo>
                    <a:cubicBezTo>
                      <a:pt x="2189" y="899"/>
                      <a:pt x="2189" y="901"/>
                      <a:pt x="2189" y="904"/>
                    </a:cubicBezTo>
                    <a:cubicBezTo>
                      <a:pt x="2189" y="906"/>
                      <a:pt x="2189" y="909"/>
                      <a:pt x="2189" y="911"/>
                    </a:cubicBezTo>
                    <a:cubicBezTo>
                      <a:pt x="2189" y="913"/>
                      <a:pt x="2190" y="914"/>
                      <a:pt x="2190" y="915"/>
                    </a:cubicBezTo>
                    <a:cubicBezTo>
                      <a:pt x="2190" y="916"/>
                      <a:pt x="2190" y="918"/>
                      <a:pt x="2191" y="919"/>
                    </a:cubicBezTo>
                    <a:cubicBezTo>
                      <a:pt x="2191" y="919"/>
                      <a:pt x="2192" y="920"/>
                      <a:pt x="2193" y="921"/>
                    </a:cubicBezTo>
                    <a:cubicBezTo>
                      <a:pt x="2194" y="922"/>
                      <a:pt x="2197" y="924"/>
                      <a:pt x="2201" y="926"/>
                    </a:cubicBezTo>
                    <a:cubicBezTo>
                      <a:pt x="2205" y="927"/>
                      <a:pt x="2210" y="929"/>
                      <a:pt x="2216" y="931"/>
                    </a:cubicBezTo>
                    <a:cubicBezTo>
                      <a:pt x="2222" y="933"/>
                      <a:pt x="2230" y="934"/>
                      <a:pt x="2237" y="935"/>
                    </a:cubicBezTo>
                    <a:cubicBezTo>
                      <a:pt x="2245" y="937"/>
                      <a:pt x="2253" y="937"/>
                      <a:pt x="2262" y="937"/>
                    </a:cubicBezTo>
                    <a:cubicBezTo>
                      <a:pt x="2278" y="937"/>
                      <a:pt x="2293" y="935"/>
                      <a:pt x="2306" y="931"/>
                    </a:cubicBezTo>
                    <a:cubicBezTo>
                      <a:pt x="2319" y="927"/>
                      <a:pt x="2330" y="921"/>
                      <a:pt x="2340" y="912"/>
                    </a:cubicBezTo>
                    <a:cubicBezTo>
                      <a:pt x="2349" y="904"/>
                      <a:pt x="2356" y="894"/>
                      <a:pt x="2361" y="882"/>
                    </a:cubicBezTo>
                    <a:cubicBezTo>
                      <a:pt x="2366" y="871"/>
                      <a:pt x="2369" y="857"/>
                      <a:pt x="2369" y="842"/>
                    </a:cubicBezTo>
                    <a:cubicBezTo>
                      <a:pt x="2369" y="830"/>
                      <a:pt x="2367" y="818"/>
                      <a:pt x="2363" y="807"/>
                    </a:cubicBezTo>
                    <a:cubicBezTo>
                      <a:pt x="2359" y="797"/>
                      <a:pt x="2352" y="789"/>
                      <a:pt x="2344" y="782"/>
                    </a:cubicBezTo>
                    <a:cubicBezTo>
                      <a:pt x="2336" y="775"/>
                      <a:pt x="2326" y="769"/>
                      <a:pt x="2313" y="765"/>
                    </a:cubicBezTo>
                    <a:cubicBezTo>
                      <a:pt x="2301" y="761"/>
                      <a:pt x="2287" y="760"/>
                      <a:pt x="2271" y="760"/>
                    </a:cubicBezTo>
                    <a:cubicBezTo>
                      <a:pt x="2264" y="760"/>
                      <a:pt x="2258" y="760"/>
                      <a:pt x="2252" y="760"/>
                    </a:cubicBezTo>
                    <a:cubicBezTo>
                      <a:pt x="2247" y="760"/>
                      <a:pt x="2242" y="760"/>
                      <a:pt x="2237" y="761"/>
                    </a:cubicBezTo>
                    <a:lnTo>
                      <a:pt x="2237" y="681"/>
                    </a:lnTo>
                    <a:lnTo>
                      <a:pt x="2343" y="681"/>
                    </a:lnTo>
                    <a:cubicBezTo>
                      <a:pt x="2346" y="681"/>
                      <a:pt x="2348" y="680"/>
                      <a:pt x="2350" y="677"/>
                    </a:cubicBezTo>
                    <a:cubicBezTo>
                      <a:pt x="2351" y="674"/>
                      <a:pt x="2351" y="670"/>
                      <a:pt x="2351" y="665"/>
                    </a:cubicBezTo>
                    <a:cubicBezTo>
                      <a:pt x="2351" y="662"/>
                      <a:pt x="2352" y="659"/>
                      <a:pt x="2351" y="657"/>
                    </a:cubicBezTo>
                    <a:cubicBezTo>
                      <a:pt x="2351" y="655"/>
                      <a:pt x="2350" y="654"/>
                      <a:pt x="2350" y="652"/>
                    </a:cubicBezTo>
                    <a:cubicBezTo>
                      <a:pt x="2349" y="651"/>
                      <a:pt x="2348" y="649"/>
                      <a:pt x="2347" y="649"/>
                    </a:cubicBezTo>
                    <a:cubicBezTo>
                      <a:pt x="2346" y="648"/>
                      <a:pt x="2345" y="648"/>
                      <a:pt x="2343" y="648"/>
                    </a:cubicBezTo>
                    <a:lnTo>
                      <a:pt x="2216" y="648"/>
                    </a:lnTo>
                    <a:close/>
                    <a:moveTo>
                      <a:pt x="1266" y="649"/>
                    </a:moveTo>
                    <a:cubicBezTo>
                      <a:pt x="1263" y="649"/>
                      <a:pt x="1261" y="650"/>
                      <a:pt x="1259" y="650"/>
                    </a:cubicBezTo>
                    <a:cubicBezTo>
                      <a:pt x="1256" y="651"/>
                      <a:pt x="1255" y="651"/>
                      <a:pt x="1253" y="652"/>
                    </a:cubicBezTo>
                    <a:cubicBezTo>
                      <a:pt x="1252" y="653"/>
                      <a:pt x="1250" y="655"/>
                      <a:pt x="1250" y="656"/>
                    </a:cubicBezTo>
                    <a:lnTo>
                      <a:pt x="1147" y="829"/>
                    </a:lnTo>
                    <a:cubicBezTo>
                      <a:pt x="1146" y="831"/>
                      <a:pt x="1145" y="832"/>
                      <a:pt x="1145" y="834"/>
                    </a:cubicBezTo>
                    <a:cubicBezTo>
                      <a:pt x="1144" y="836"/>
                      <a:pt x="1143" y="837"/>
                      <a:pt x="1143" y="839"/>
                    </a:cubicBezTo>
                    <a:cubicBezTo>
                      <a:pt x="1143" y="841"/>
                      <a:pt x="1142" y="843"/>
                      <a:pt x="1142" y="845"/>
                    </a:cubicBezTo>
                    <a:cubicBezTo>
                      <a:pt x="1142" y="848"/>
                      <a:pt x="1142" y="851"/>
                      <a:pt x="1142" y="853"/>
                    </a:cubicBezTo>
                    <a:cubicBezTo>
                      <a:pt x="1142" y="857"/>
                      <a:pt x="1142" y="859"/>
                      <a:pt x="1142" y="861"/>
                    </a:cubicBezTo>
                    <a:cubicBezTo>
                      <a:pt x="1142" y="863"/>
                      <a:pt x="1144" y="865"/>
                      <a:pt x="1145" y="867"/>
                    </a:cubicBezTo>
                    <a:cubicBezTo>
                      <a:pt x="1146" y="868"/>
                      <a:pt x="1146" y="869"/>
                      <a:pt x="1147" y="869"/>
                    </a:cubicBezTo>
                    <a:cubicBezTo>
                      <a:pt x="1149" y="870"/>
                      <a:pt x="1150" y="870"/>
                      <a:pt x="1152" y="870"/>
                    </a:cubicBezTo>
                    <a:lnTo>
                      <a:pt x="1270" y="870"/>
                    </a:lnTo>
                    <a:lnTo>
                      <a:pt x="1270" y="930"/>
                    </a:lnTo>
                    <a:cubicBezTo>
                      <a:pt x="1270" y="931"/>
                      <a:pt x="1270" y="932"/>
                      <a:pt x="1271" y="933"/>
                    </a:cubicBezTo>
                    <a:cubicBezTo>
                      <a:pt x="1271" y="934"/>
                      <a:pt x="1272" y="934"/>
                      <a:pt x="1274" y="934"/>
                    </a:cubicBezTo>
                    <a:cubicBezTo>
                      <a:pt x="1275" y="935"/>
                      <a:pt x="1276" y="936"/>
                      <a:pt x="1279" y="936"/>
                    </a:cubicBezTo>
                    <a:cubicBezTo>
                      <a:pt x="1281" y="937"/>
                      <a:pt x="1284" y="936"/>
                      <a:pt x="1288" y="936"/>
                    </a:cubicBezTo>
                    <a:cubicBezTo>
                      <a:pt x="1291" y="936"/>
                      <a:pt x="1294" y="937"/>
                      <a:pt x="1296" y="936"/>
                    </a:cubicBezTo>
                    <a:cubicBezTo>
                      <a:pt x="1299" y="936"/>
                      <a:pt x="1301" y="935"/>
                      <a:pt x="1303" y="934"/>
                    </a:cubicBezTo>
                    <a:cubicBezTo>
                      <a:pt x="1304" y="934"/>
                      <a:pt x="1305" y="934"/>
                      <a:pt x="1305" y="933"/>
                    </a:cubicBezTo>
                    <a:cubicBezTo>
                      <a:pt x="1306" y="932"/>
                      <a:pt x="1306" y="931"/>
                      <a:pt x="1306" y="930"/>
                    </a:cubicBezTo>
                    <a:lnTo>
                      <a:pt x="1306" y="870"/>
                    </a:lnTo>
                    <a:lnTo>
                      <a:pt x="1339" y="870"/>
                    </a:lnTo>
                    <a:cubicBezTo>
                      <a:pt x="1341" y="870"/>
                      <a:pt x="1343" y="868"/>
                      <a:pt x="1345" y="866"/>
                    </a:cubicBezTo>
                    <a:cubicBezTo>
                      <a:pt x="1346" y="863"/>
                      <a:pt x="1347" y="859"/>
                      <a:pt x="1347" y="854"/>
                    </a:cubicBezTo>
                    <a:cubicBezTo>
                      <a:pt x="1347" y="849"/>
                      <a:pt x="1347" y="845"/>
                      <a:pt x="1345" y="843"/>
                    </a:cubicBezTo>
                    <a:cubicBezTo>
                      <a:pt x="1343" y="840"/>
                      <a:pt x="1341" y="838"/>
                      <a:pt x="1339" y="838"/>
                    </a:cubicBezTo>
                    <a:lnTo>
                      <a:pt x="1306" y="838"/>
                    </a:lnTo>
                    <a:lnTo>
                      <a:pt x="1306" y="657"/>
                    </a:lnTo>
                    <a:cubicBezTo>
                      <a:pt x="1306" y="655"/>
                      <a:pt x="1306" y="654"/>
                      <a:pt x="1304" y="653"/>
                    </a:cubicBezTo>
                    <a:cubicBezTo>
                      <a:pt x="1303" y="652"/>
                      <a:pt x="1302" y="651"/>
                      <a:pt x="1300" y="650"/>
                    </a:cubicBezTo>
                    <a:cubicBezTo>
                      <a:pt x="1298" y="650"/>
                      <a:pt x="1295" y="650"/>
                      <a:pt x="1291" y="650"/>
                    </a:cubicBezTo>
                    <a:cubicBezTo>
                      <a:pt x="1288" y="649"/>
                      <a:pt x="1283" y="649"/>
                      <a:pt x="1278" y="649"/>
                    </a:cubicBezTo>
                    <a:cubicBezTo>
                      <a:pt x="1274" y="649"/>
                      <a:pt x="1270" y="648"/>
                      <a:pt x="1266" y="649"/>
                    </a:cubicBezTo>
                    <a:close/>
                    <a:moveTo>
                      <a:pt x="4263" y="650"/>
                    </a:moveTo>
                    <a:cubicBezTo>
                      <a:pt x="4262" y="650"/>
                      <a:pt x="4261" y="650"/>
                      <a:pt x="4260" y="650"/>
                    </a:cubicBezTo>
                    <a:cubicBezTo>
                      <a:pt x="4259" y="651"/>
                      <a:pt x="4258" y="652"/>
                      <a:pt x="4257" y="653"/>
                    </a:cubicBezTo>
                    <a:cubicBezTo>
                      <a:pt x="4256" y="655"/>
                      <a:pt x="4256" y="656"/>
                      <a:pt x="4255" y="658"/>
                    </a:cubicBezTo>
                    <a:cubicBezTo>
                      <a:pt x="4255" y="660"/>
                      <a:pt x="4255" y="663"/>
                      <a:pt x="4255" y="665"/>
                    </a:cubicBezTo>
                    <a:cubicBezTo>
                      <a:pt x="4255" y="671"/>
                      <a:pt x="4256" y="675"/>
                      <a:pt x="4257" y="678"/>
                    </a:cubicBezTo>
                    <a:cubicBezTo>
                      <a:pt x="4259" y="681"/>
                      <a:pt x="4261" y="682"/>
                      <a:pt x="4263" y="682"/>
                    </a:cubicBezTo>
                    <a:lnTo>
                      <a:pt x="4400" y="682"/>
                    </a:lnTo>
                    <a:lnTo>
                      <a:pt x="4292" y="925"/>
                    </a:lnTo>
                    <a:cubicBezTo>
                      <a:pt x="4292" y="927"/>
                      <a:pt x="4291" y="929"/>
                      <a:pt x="4291" y="930"/>
                    </a:cubicBezTo>
                    <a:cubicBezTo>
                      <a:pt x="4291" y="931"/>
                      <a:pt x="4291" y="933"/>
                      <a:pt x="4292" y="934"/>
                    </a:cubicBezTo>
                    <a:cubicBezTo>
                      <a:pt x="4294" y="935"/>
                      <a:pt x="4296" y="935"/>
                      <a:pt x="4299" y="935"/>
                    </a:cubicBezTo>
                    <a:cubicBezTo>
                      <a:pt x="4301" y="936"/>
                      <a:pt x="4305" y="936"/>
                      <a:pt x="4310" y="936"/>
                    </a:cubicBezTo>
                    <a:cubicBezTo>
                      <a:pt x="4314" y="936"/>
                      <a:pt x="4317" y="936"/>
                      <a:pt x="4320" y="935"/>
                    </a:cubicBezTo>
                    <a:cubicBezTo>
                      <a:pt x="4322" y="935"/>
                      <a:pt x="4324" y="935"/>
                      <a:pt x="4326" y="934"/>
                    </a:cubicBezTo>
                    <a:cubicBezTo>
                      <a:pt x="4328" y="934"/>
                      <a:pt x="4329" y="933"/>
                      <a:pt x="4330" y="932"/>
                    </a:cubicBezTo>
                    <a:cubicBezTo>
                      <a:pt x="4331" y="931"/>
                      <a:pt x="4332" y="929"/>
                      <a:pt x="4333" y="927"/>
                    </a:cubicBezTo>
                    <a:lnTo>
                      <a:pt x="4436" y="690"/>
                    </a:lnTo>
                    <a:cubicBezTo>
                      <a:pt x="4437" y="688"/>
                      <a:pt x="4437" y="687"/>
                      <a:pt x="4438" y="685"/>
                    </a:cubicBezTo>
                    <a:cubicBezTo>
                      <a:pt x="4439" y="683"/>
                      <a:pt x="4439" y="681"/>
                      <a:pt x="4440" y="679"/>
                    </a:cubicBezTo>
                    <a:cubicBezTo>
                      <a:pt x="4440" y="677"/>
                      <a:pt x="4440" y="675"/>
                      <a:pt x="4441" y="673"/>
                    </a:cubicBezTo>
                    <a:cubicBezTo>
                      <a:pt x="4441" y="670"/>
                      <a:pt x="4441" y="668"/>
                      <a:pt x="4441" y="665"/>
                    </a:cubicBezTo>
                    <a:cubicBezTo>
                      <a:pt x="4441" y="662"/>
                      <a:pt x="4441" y="660"/>
                      <a:pt x="4441" y="658"/>
                    </a:cubicBezTo>
                    <a:cubicBezTo>
                      <a:pt x="4440" y="655"/>
                      <a:pt x="4440" y="654"/>
                      <a:pt x="4439" y="652"/>
                    </a:cubicBezTo>
                    <a:cubicBezTo>
                      <a:pt x="4438" y="651"/>
                      <a:pt x="4437" y="650"/>
                      <a:pt x="4435" y="650"/>
                    </a:cubicBezTo>
                    <a:cubicBezTo>
                      <a:pt x="4434" y="649"/>
                      <a:pt x="4432" y="650"/>
                      <a:pt x="4430" y="650"/>
                    </a:cubicBezTo>
                    <a:lnTo>
                      <a:pt x="4263" y="650"/>
                    </a:lnTo>
                    <a:close/>
                    <a:moveTo>
                      <a:pt x="5383" y="675"/>
                    </a:moveTo>
                    <a:cubicBezTo>
                      <a:pt x="5390" y="675"/>
                      <a:pt x="5397" y="676"/>
                      <a:pt x="5403" y="678"/>
                    </a:cubicBezTo>
                    <a:cubicBezTo>
                      <a:pt x="5409" y="680"/>
                      <a:pt x="5415" y="682"/>
                      <a:pt x="5419" y="686"/>
                    </a:cubicBezTo>
                    <a:cubicBezTo>
                      <a:pt x="5423" y="689"/>
                      <a:pt x="5425" y="694"/>
                      <a:pt x="5427" y="699"/>
                    </a:cubicBezTo>
                    <a:cubicBezTo>
                      <a:pt x="5430" y="704"/>
                      <a:pt x="5431" y="710"/>
                      <a:pt x="5431" y="716"/>
                    </a:cubicBezTo>
                    <a:cubicBezTo>
                      <a:pt x="5431" y="727"/>
                      <a:pt x="5427" y="737"/>
                      <a:pt x="5420" y="747"/>
                    </a:cubicBezTo>
                    <a:cubicBezTo>
                      <a:pt x="5412" y="756"/>
                      <a:pt x="5400" y="764"/>
                      <a:pt x="5385" y="771"/>
                    </a:cubicBezTo>
                    <a:cubicBezTo>
                      <a:pt x="5376" y="767"/>
                      <a:pt x="5369" y="763"/>
                      <a:pt x="5362" y="759"/>
                    </a:cubicBezTo>
                    <a:cubicBezTo>
                      <a:pt x="5356" y="755"/>
                      <a:pt x="5351" y="750"/>
                      <a:pt x="5346" y="746"/>
                    </a:cubicBezTo>
                    <a:cubicBezTo>
                      <a:pt x="5342" y="741"/>
                      <a:pt x="5339" y="737"/>
                      <a:pt x="5337" y="732"/>
                    </a:cubicBezTo>
                    <a:cubicBezTo>
                      <a:pt x="5335" y="727"/>
                      <a:pt x="5334" y="721"/>
                      <a:pt x="5334" y="716"/>
                    </a:cubicBezTo>
                    <a:cubicBezTo>
                      <a:pt x="5334" y="703"/>
                      <a:pt x="5338" y="693"/>
                      <a:pt x="5346" y="686"/>
                    </a:cubicBezTo>
                    <a:cubicBezTo>
                      <a:pt x="5355" y="679"/>
                      <a:pt x="5367" y="675"/>
                      <a:pt x="5383" y="675"/>
                    </a:cubicBezTo>
                    <a:close/>
                    <a:moveTo>
                      <a:pt x="6415" y="676"/>
                    </a:moveTo>
                    <a:cubicBezTo>
                      <a:pt x="6425" y="676"/>
                      <a:pt x="6433" y="678"/>
                      <a:pt x="6440" y="681"/>
                    </a:cubicBezTo>
                    <a:cubicBezTo>
                      <a:pt x="6447" y="685"/>
                      <a:pt x="6453" y="690"/>
                      <a:pt x="6458" y="698"/>
                    </a:cubicBezTo>
                    <a:cubicBezTo>
                      <a:pt x="6462" y="706"/>
                      <a:pt x="6467" y="717"/>
                      <a:pt x="6469" y="730"/>
                    </a:cubicBezTo>
                    <a:cubicBezTo>
                      <a:pt x="6472" y="743"/>
                      <a:pt x="6473" y="759"/>
                      <a:pt x="6473" y="777"/>
                    </a:cubicBezTo>
                    <a:cubicBezTo>
                      <a:pt x="6465" y="783"/>
                      <a:pt x="6456" y="787"/>
                      <a:pt x="6446" y="791"/>
                    </a:cubicBezTo>
                    <a:cubicBezTo>
                      <a:pt x="6436" y="794"/>
                      <a:pt x="6425" y="795"/>
                      <a:pt x="6414" y="795"/>
                    </a:cubicBezTo>
                    <a:cubicBezTo>
                      <a:pt x="6404" y="795"/>
                      <a:pt x="6396" y="794"/>
                      <a:pt x="6390" y="792"/>
                    </a:cubicBezTo>
                    <a:cubicBezTo>
                      <a:pt x="6383" y="789"/>
                      <a:pt x="6377" y="784"/>
                      <a:pt x="6373" y="779"/>
                    </a:cubicBezTo>
                    <a:cubicBezTo>
                      <a:pt x="6369" y="774"/>
                      <a:pt x="6366" y="769"/>
                      <a:pt x="6364" y="762"/>
                    </a:cubicBezTo>
                    <a:cubicBezTo>
                      <a:pt x="6362" y="754"/>
                      <a:pt x="6361" y="746"/>
                      <a:pt x="6361" y="738"/>
                    </a:cubicBezTo>
                    <a:cubicBezTo>
                      <a:pt x="6361" y="730"/>
                      <a:pt x="6363" y="722"/>
                      <a:pt x="6365" y="715"/>
                    </a:cubicBezTo>
                    <a:cubicBezTo>
                      <a:pt x="6367" y="708"/>
                      <a:pt x="6369" y="701"/>
                      <a:pt x="6374" y="695"/>
                    </a:cubicBezTo>
                    <a:cubicBezTo>
                      <a:pt x="6378" y="690"/>
                      <a:pt x="6384" y="685"/>
                      <a:pt x="6391" y="681"/>
                    </a:cubicBezTo>
                    <a:cubicBezTo>
                      <a:pt x="6397" y="678"/>
                      <a:pt x="6406" y="676"/>
                      <a:pt x="6415" y="676"/>
                    </a:cubicBezTo>
                    <a:close/>
                    <a:moveTo>
                      <a:pt x="1269" y="682"/>
                    </a:moveTo>
                    <a:lnTo>
                      <a:pt x="1270" y="682"/>
                    </a:lnTo>
                    <a:lnTo>
                      <a:pt x="1270" y="838"/>
                    </a:lnTo>
                    <a:lnTo>
                      <a:pt x="1177" y="838"/>
                    </a:lnTo>
                    <a:lnTo>
                      <a:pt x="1269" y="682"/>
                    </a:lnTo>
                    <a:close/>
                    <a:moveTo>
                      <a:pt x="3318" y="790"/>
                    </a:moveTo>
                    <a:cubicBezTo>
                      <a:pt x="3328" y="790"/>
                      <a:pt x="3335" y="792"/>
                      <a:pt x="3342" y="794"/>
                    </a:cubicBezTo>
                    <a:cubicBezTo>
                      <a:pt x="3348" y="797"/>
                      <a:pt x="3354" y="801"/>
                      <a:pt x="3358" y="806"/>
                    </a:cubicBezTo>
                    <a:cubicBezTo>
                      <a:pt x="3362" y="811"/>
                      <a:pt x="3365" y="816"/>
                      <a:pt x="3366" y="823"/>
                    </a:cubicBezTo>
                    <a:cubicBezTo>
                      <a:pt x="3368" y="830"/>
                      <a:pt x="3369" y="838"/>
                      <a:pt x="3369" y="846"/>
                    </a:cubicBezTo>
                    <a:cubicBezTo>
                      <a:pt x="3369" y="854"/>
                      <a:pt x="3368" y="862"/>
                      <a:pt x="3366" y="869"/>
                    </a:cubicBezTo>
                    <a:cubicBezTo>
                      <a:pt x="3363" y="877"/>
                      <a:pt x="3360" y="884"/>
                      <a:pt x="3356" y="889"/>
                    </a:cubicBezTo>
                    <a:cubicBezTo>
                      <a:pt x="3351" y="895"/>
                      <a:pt x="3345" y="900"/>
                      <a:pt x="3338" y="904"/>
                    </a:cubicBezTo>
                    <a:cubicBezTo>
                      <a:pt x="3331" y="907"/>
                      <a:pt x="3324" y="909"/>
                      <a:pt x="3314" y="909"/>
                    </a:cubicBezTo>
                    <a:cubicBezTo>
                      <a:pt x="3305" y="909"/>
                      <a:pt x="3297" y="907"/>
                      <a:pt x="3290" y="904"/>
                    </a:cubicBezTo>
                    <a:cubicBezTo>
                      <a:pt x="3283" y="900"/>
                      <a:pt x="3277" y="895"/>
                      <a:pt x="3272" y="887"/>
                    </a:cubicBezTo>
                    <a:cubicBezTo>
                      <a:pt x="3267" y="879"/>
                      <a:pt x="3264" y="870"/>
                      <a:pt x="3261" y="857"/>
                    </a:cubicBezTo>
                    <a:cubicBezTo>
                      <a:pt x="3259" y="844"/>
                      <a:pt x="3258" y="828"/>
                      <a:pt x="3258" y="809"/>
                    </a:cubicBezTo>
                    <a:cubicBezTo>
                      <a:pt x="3262" y="807"/>
                      <a:pt x="3267" y="804"/>
                      <a:pt x="3271" y="801"/>
                    </a:cubicBezTo>
                    <a:cubicBezTo>
                      <a:pt x="3276" y="799"/>
                      <a:pt x="3280" y="797"/>
                      <a:pt x="3285" y="795"/>
                    </a:cubicBezTo>
                    <a:cubicBezTo>
                      <a:pt x="3290" y="793"/>
                      <a:pt x="3296" y="793"/>
                      <a:pt x="3301" y="792"/>
                    </a:cubicBezTo>
                    <a:cubicBezTo>
                      <a:pt x="3307" y="791"/>
                      <a:pt x="3312" y="790"/>
                      <a:pt x="3318" y="790"/>
                    </a:cubicBezTo>
                    <a:close/>
                    <a:moveTo>
                      <a:pt x="5380" y="804"/>
                    </a:moveTo>
                    <a:cubicBezTo>
                      <a:pt x="5390" y="809"/>
                      <a:pt x="5399" y="814"/>
                      <a:pt x="5406" y="818"/>
                    </a:cubicBezTo>
                    <a:cubicBezTo>
                      <a:pt x="5414" y="823"/>
                      <a:pt x="5420" y="827"/>
                      <a:pt x="5425" y="832"/>
                    </a:cubicBezTo>
                    <a:cubicBezTo>
                      <a:pt x="5430" y="837"/>
                      <a:pt x="5434" y="843"/>
                      <a:pt x="5436" y="848"/>
                    </a:cubicBezTo>
                    <a:cubicBezTo>
                      <a:pt x="5439" y="854"/>
                      <a:pt x="5441" y="859"/>
                      <a:pt x="5441" y="866"/>
                    </a:cubicBezTo>
                    <a:cubicBezTo>
                      <a:pt x="5441" y="879"/>
                      <a:pt x="5435" y="890"/>
                      <a:pt x="5426" y="898"/>
                    </a:cubicBezTo>
                    <a:cubicBezTo>
                      <a:pt x="5416" y="906"/>
                      <a:pt x="5402" y="910"/>
                      <a:pt x="5383" y="910"/>
                    </a:cubicBezTo>
                    <a:cubicBezTo>
                      <a:pt x="5364" y="910"/>
                      <a:pt x="5349" y="906"/>
                      <a:pt x="5339" y="898"/>
                    </a:cubicBezTo>
                    <a:cubicBezTo>
                      <a:pt x="5330" y="891"/>
                      <a:pt x="5325" y="879"/>
                      <a:pt x="5325" y="865"/>
                    </a:cubicBezTo>
                    <a:cubicBezTo>
                      <a:pt x="5325" y="858"/>
                      <a:pt x="5326" y="853"/>
                      <a:pt x="5328" y="847"/>
                    </a:cubicBezTo>
                    <a:cubicBezTo>
                      <a:pt x="5330" y="842"/>
                      <a:pt x="5334" y="837"/>
                      <a:pt x="5338" y="832"/>
                    </a:cubicBezTo>
                    <a:cubicBezTo>
                      <a:pt x="5343" y="827"/>
                      <a:pt x="5348" y="823"/>
                      <a:pt x="5355" y="818"/>
                    </a:cubicBezTo>
                    <a:cubicBezTo>
                      <a:pt x="5362" y="813"/>
                      <a:pt x="5371" y="808"/>
                      <a:pt x="5380" y="804"/>
                    </a:cubicBezTo>
                    <a:close/>
                    <a:moveTo>
                      <a:pt x="303" y="1294"/>
                    </a:moveTo>
                    <a:cubicBezTo>
                      <a:pt x="289" y="1296"/>
                      <a:pt x="278" y="1300"/>
                      <a:pt x="268" y="1305"/>
                    </a:cubicBezTo>
                    <a:cubicBezTo>
                      <a:pt x="255" y="1312"/>
                      <a:pt x="245" y="1322"/>
                      <a:pt x="237" y="1335"/>
                    </a:cubicBezTo>
                    <a:cubicBezTo>
                      <a:pt x="229" y="1348"/>
                      <a:pt x="223" y="1363"/>
                      <a:pt x="220" y="1382"/>
                    </a:cubicBezTo>
                    <a:cubicBezTo>
                      <a:pt x="216" y="1400"/>
                      <a:pt x="214" y="1420"/>
                      <a:pt x="214" y="1442"/>
                    </a:cubicBezTo>
                    <a:cubicBezTo>
                      <a:pt x="214" y="1465"/>
                      <a:pt x="216" y="1486"/>
                      <a:pt x="220" y="1504"/>
                    </a:cubicBezTo>
                    <a:cubicBezTo>
                      <a:pt x="223" y="1522"/>
                      <a:pt x="228" y="1538"/>
                      <a:pt x="235" y="1550"/>
                    </a:cubicBezTo>
                    <a:cubicBezTo>
                      <a:pt x="243" y="1562"/>
                      <a:pt x="253" y="1572"/>
                      <a:pt x="265" y="1578"/>
                    </a:cubicBezTo>
                    <a:cubicBezTo>
                      <a:pt x="278" y="1585"/>
                      <a:pt x="293" y="1588"/>
                      <a:pt x="310" y="1588"/>
                    </a:cubicBezTo>
                    <a:cubicBezTo>
                      <a:pt x="329" y="1588"/>
                      <a:pt x="345" y="1584"/>
                      <a:pt x="358" y="1577"/>
                    </a:cubicBezTo>
                    <a:cubicBezTo>
                      <a:pt x="371" y="1569"/>
                      <a:pt x="382" y="1560"/>
                      <a:pt x="390" y="1547"/>
                    </a:cubicBezTo>
                    <a:cubicBezTo>
                      <a:pt x="398" y="1534"/>
                      <a:pt x="403" y="1518"/>
                      <a:pt x="407" y="1500"/>
                    </a:cubicBezTo>
                    <a:cubicBezTo>
                      <a:pt x="410" y="1482"/>
                      <a:pt x="412" y="1462"/>
                      <a:pt x="412" y="1440"/>
                    </a:cubicBezTo>
                    <a:cubicBezTo>
                      <a:pt x="412" y="1416"/>
                      <a:pt x="411" y="1395"/>
                      <a:pt x="407" y="1377"/>
                    </a:cubicBezTo>
                    <a:cubicBezTo>
                      <a:pt x="404" y="1359"/>
                      <a:pt x="399" y="1344"/>
                      <a:pt x="392" y="1331"/>
                    </a:cubicBezTo>
                    <a:cubicBezTo>
                      <a:pt x="384" y="1319"/>
                      <a:pt x="374" y="1310"/>
                      <a:pt x="362" y="1303"/>
                    </a:cubicBezTo>
                    <a:cubicBezTo>
                      <a:pt x="349" y="1297"/>
                      <a:pt x="334" y="1294"/>
                      <a:pt x="316" y="1294"/>
                    </a:cubicBezTo>
                    <a:cubicBezTo>
                      <a:pt x="311" y="1294"/>
                      <a:pt x="307" y="1294"/>
                      <a:pt x="303" y="1294"/>
                    </a:cubicBezTo>
                    <a:close/>
                    <a:moveTo>
                      <a:pt x="3417" y="1294"/>
                    </a:moveTo>
                    <a:cubicBezTo>
                      <a:pt x="3407" y="1294"/>
                      <a:pt x="3398" y="1295"/>
                      <a:pt x="3390" y="1297"/>
                    </a:cubicBezTo>
                    <a:cubicBezTo>
                      <a:pt x="3382" y="1299"/>
                      <a:pt x="3375" y="1301"/>
                      <a:pt x="3369" y="1303"/>
                    </a:cubicBezTo>
                    <a:cubicBezTo>
                      <a:pt x="3363" y="1306"/>
                      <a:pt x="3357" y="1308"/>
                      <a:pt x="3353" y="1311"/>
                    </a:cubicBezTo>
                    <a:cubicBezTo>
                      <a:pt x="3349" y="1314"/>
                      <a:pt x="3346" y="1316"/>
                      <a:pt x="3344" y="1317"/>
                    </a:cubicBezTo>
                    <a:cubicBezTo>
                      <a:pt x="3343" y="1319"/>
                      <a:pt x="3342" y="1320"/>
                      <a:pt x="3342" y="1321"/>
                    </a:cubicBezTo>
                    <a:cubicBezTo>
                      <a:pt x="3341" y="1322"/>
                      <a:pt x="3340" y="1323"/>
                      <a:pt x="3340" y="1324"/>
                    </a:cubicBezTo>
                    <a:cubicBezTo>
                      <a:pt x="3339" y="1326"/>
                      <a:pt x="3339" y="1327"/>
                      <a:pt x="3339" y="1329"/>
                    </a:cubicBezTo>
                    <a:cubicBezTo>
                      <a:pt x="3339" y="1330"/>
                      <a:pt x="3339" y="1332"/>
                      <a:pt x="3339" y="1334"/>
                    </a:cubicBezTo>
                    <a:cubicBezTo>
                      <a:pt x="3339" y="1337"/>
                      <a:pt x="3339" y="1340"/>
                      <a:pt x="3339" y="1342"/>
                    </a:cubicBezTo>
                    <a:cubicBezTo>
                      <a:pt x="3339" y="1344"/>
                      <a:pt x="3339" y="1345"/>
                      <a:pt x="3340" y="1346"/>
                    </a:cubicBezTo>
                    <a:cubicBezTo>
                      <a:pt x="3340" y="1347"/>
                      <a:pt x="3342" y="1349"/>
                      <a:pt x="3343" y="1349"/>
                    </a:cubicBezTo>
                    <a:cubicBezTo>
                      <a:pt x="3343" y="1349"/>
                      <a:pt x="3344" y="1350"/>
                      <a:pt x="3345" y="1350"/>
                    </a:cubicBezTo>
                    <a:cubicBezTo>
                      <a:pt x="3347" y="1350"/>
                      <a:pt x="3349" y="1348"/>
                      <a:pt x="3353" y="1345"/>
                    </a:cubicBezTo>
                    <a:cubicBezTo>
                      <a:pt x="3357" y="1343"/>
                      <a:pt x="3361" y="1340"/>
                      <a:pt x="3366" y="1338"/>
                    </a:cubicBezTo>
                    <a:cubicBezTo>
                      <a:pt x="3372" y="1335"/>
                      <a:pt x="3379" y="1331"/>
                      <a:pt x="3386" y="1329"/>
                    </a:cubicBezTo>
                    <a:cubicBezTo>
                      <a:pt x="3393" y="1326"/>
                      <a:pt x="3401" y="1325"/>
                      <a:pt x="3410" y="1325"/>
                    </a:cubicBezTo>
                    <a:cubicBezTo>
                      <a:pt x="3417" y="1325"/>
                      <a:pt x="3424" y="1326"/>
                      <a:pt x="3430" y="1329"/>
                    </a:cubicBezTo>
                    <a:cubicBezTo>
                      <a:pt x="3436" y="1331"/>
                      <a:pt x="3441" y="1334"/>
                      <a:pt x="3445" y="1338"/>
                    </a:cubicBezTo>
                    <a:cubicBezTo>
                      <a:pt x="3449" y="1342"/>
                      <a:pt x="3451" y="1346"/>
                      <a:pt x="3453" y="1352"/>
                    </a:cubicBezTo>
                    <a:cubicBezTo>
                      <a:pt x="3455" y="1357"/>
                      <a:pt x="3456" y="1363"/>
                      <a:pt x="3456" y="1369"/>
                    </a:cubicBezTo>
                    <a:cubicBezTo>
                      <a:pt x="3456" y="1377"/>
                      <a:pt x="3455" y="1384"/>
                      <a:pt x="3452" y="1390"/>
                    </a:cubicBezTo>
                    <a:cubicBezTo>
                      <a:pt x="3449" y="1397"/>
                      <a:pt x="3445" y="1403"/>
                      <a:pt x="3440" y="1408"/>
                    </a:cubicBezTo>
                    <a:cubicBezTo>
                      <a:pt x="3434" y="1413"/>
                      <a:pt x="3427" y="1416"/>
                      <a:pt x="3419" y="1419"/>
                    </a:cubicBezTo>
                    <a:cubicBezTo>
                      <a:pt x="3412" y="1421"/>
                      <a:pt x="3403" y="1422"/>
                      <a:pt x="3394" y="1422"/>
                    </a:cubicBezTo>
                    <a:lnTo>
                      <a:pt x="3369" y="1422"/>
                    </a:lnTo>
                    <a:cubicBezTo>
                      <a:pt x="3368" y="1422"/>
                      <a:pt x="3367" y="1423"/>
                      <a:pt x="3366" y="1423"/>
                    </a:cubicBezTo>
                    <a:cubicBezTo>
                      <a:pt x="3364" y="1424"/>
                      <a:pt x="3363" y="1425"/>
                      <a:pt x="3362" y="1426"/>
                    </a:cubicBezTo>
                    <a:cubicBezTo>
                      <a:pt x="3361" y="1427"/>
                      <a:pt x="3361" y="1428"/>
                      <a:pt x="3360" y="1430"/>
                    </a:cubicBezTo>
                    <a:cubicBezTo>
                      <a:pt x="3360" y="1432"/>
                      <a:pt x="3360" y="1434"/>
                      <a:pt x="3360" y="1437"/>
                    </a:cubicBezTo>
                    <a:cubicBezTo>
                      <a:pt x="3360" y="1440"/>
                      <a:pt x="3360" y="1442"/>
                      <a:pt x="3360" y="1444"/>
                    </a:cubicBezTo>
                    <a:cubicBezTo>
                      <a:pt x="3361" y="1446"/>
                      <a:pt x="3362" y="1447"/>
                      <a:pt x="3363" y="1449"/>
                    </a:cubicBezTo>
                    <a:cubicBezTo>
                      <a:pt x="3364" y="1450"/>
                      <a:pt x="3364" y="1451"/>
                      <a:pt x="3366" y="1451"/>
                    </a:cubicBezTo>
                    <a:cubicBezTo>
                      <a:pt x="3367" y="1452"/>
                      <a:pt x="3368" y="1452"/>
                      <a:pt x="3369" y="1452"/>
                    </a:cubicBezTo>
                    <a:lnTo>
                      <a:pt x="3396" y="1452"/>
                    </a:lnTo>
                    <a:cubicBezTo>
                      <a:pt x="3408" y="1452"/>
                      <a:pt x="3417" y="1453"/>
                      <a:pt x="3426" y="1456"/>
                    </a:cubicBezTo>
                    <a:cubicBezTo>
                      <a:pt x="3435" y="1458"/>
                      <a:pt x="3442" y="1462"/>
                      <a:pt x="3448" y="1467"/>
                    </a:cubicBezTo>
                    <a:cubicBezTo>
                      <a:pt x="3455" y="1472"/>
                      <a:pt x="3459" y="1477"/>
                      <a:pt x="3463" y="1484"/>
                    </a:cubicBezTo>
                    <a:cubicBezTo>
                      <a:pt x="3466" y="1490"/>
                      <a:pt x="3468" y="1497"/>
                      <a:pt x="3468" y="1505"/>
                    </a:cubicBezTo>
                    <a:cubicBezTo>
                      <a:pt x="3468" y="1512"/>
                      <a:pt x="3466" y="1519"/>
                      <a:pt x="3463" y="1525"/>
                    </a:cubicBezTo>
                    <a:cubicBezTo>
                      <a:pt x="3461" y="1532"/>
                      <a:pt x="3458" y="1538"/>
                      <a:pt x="3453" y="1542"/>
                    </a:cubicBezTo>
                    <a:cubicBezTo>
                      <a:pt x="3448" y="1547"/>
                      <a:pt x="3442" y="1550"/>
                      <a:pt x="3434" y="1553"/>
                    </a:cubicBezTo>
                    <a:cubicBezTo>
                      <a:pt x="3427" y="1555"/>
                      <a:pt x="3418" y="1556"/>
                      <a:pt x="3409" y="1556"/>
                    </a:cubicBezTo>
                    <a:cubicBezTo>
                      <a:pt x="3399" y="1556"/>
                      <a:pt x="3390" y="1555"/>
                      <a:pt x="3381" y="1553"/>
                    </a:cubicBezTo>
                    <a:cubicBezTo>
                      <a:pt x="3373" y="1550"/>
                      <a:pt x="3365" y="1547"/>
                      <a:pt x="3359" y="1545"/>
                    </a:cubicBezTo>
                    <a:cubicBezTo>
                      <a:pt x="3353" y="1542"/>
                      <a:pt x="3348" y="1540"/>
                      <a:pt x="3344" y="1538"/>
                    </a:cubicBezTo>
                    <a:cubicBezTo>
                      <a:pt x="3340" y="1535"/>
                      <a:pt x="3339" y="1534"/>
                      <a:pt x="3337" y="1534"/>
                    </a:cubicBezTo>
                    <a:cubicBezTo>
                      <a:pt x="3335" y="1534"/>
                      <a:pt x="3334" y="1535"/>
                      <a:pt x="3333" y="1537"/>
                    </a:cubicBezTo>
                    <a:cubicBezTo>
                      <a:pt x="3332" y="1539"/>
                      <a:pt x="3331" y="1543"/>
                      <a:pt x="3331" y="1548"/>
                    </a:cubicBezTo>
                    <a:cubicBezTo>
                      <a:pt x="3331" y="1551"/>
                      <a:pt x="3331" y="1554"/>
                      <a:pt x="3331" y="1556"/>
                    </a:cubicBezTo>
                    <a:cubicBezTo>
                      <a:pt x="3331" y="1558"/>
                      <a:pt x="3332" y="1560"/>
                      <a:pt x="3332" y="1562"/>
                    </a:cubicBezTo>
                    <a:cubicBezTo>
                      <a:pt x="3332" y="1563"/>
                      <a:pt x="3333" y="1564"/>
                      <a:pt x="3334" y="1565"/>
                    </a:cubicBezTo>
                    <a:cubicBezTo>
                      <a:pt x="3334" y="1566"/>
                      <a:pt x="3335" y="1568"/>
                      <a:pt x="3336" y="1569"/>
                    </a:cubicBezTo>
                    <a:cubicBezTo>
                      <a:pt x="3337" y="1570"/>
                      <a:pt x="3340" y="1571"/>
                      <a:pt x="3344" y="1573"/>
                    </a:cubicBezTo>
                    <a:cubicBezTo>
                      <a:pt x="3349" y="1575"/>
                      <a:pt x="3354" y="1578"/>
                      <a:pt x="3360" y="1580"/>
                    </a:cubicBezTo>
                    <a:cubicBezTo>
                      <a:pt x="3367" y="1582"/>
                      <a:pt x="3374" y="1584"/>
                      <a:pt x="3382" y="1585"/>
                    </a:cubicBezTo>
                    <a:cubicBezTo>
                      <a:pt x="3391" y="1587"/>
                      <a:pt x="3400" y="1588"/>
                      <a:pt x="3410" y="1588"/>
                    </a:cubicBezTo>
                    <a:cubicBezTo>
                      <a:pt x="3425" y="1588"/>
                      <a:pt x="3439" y="1586"/>
                      <a:pt x="3452" y="1582"/>
                    </a:cubicBezTo>
                    <a:cubicBezTo>
                      <a:pt x="3464" y="1578"/>
                      <a:pt x="3475" y="1572"/>
                      <a:pt x="3484" y="1564"/>
                    </a:cubicBezTo>
                    <a:cubicBezTo>
                      <a:pt x="3492" y="1557"/>
                      <a:pt x="3499" y="1547"/>
                      <a:pt x="3503" y="1537"/>
                    </a:cubicBezTo>
                    <a:cubicBezTo>
                      <a:pt x="3508" y="1526"/>
                      <a:pt x="3510" y="1515"/>
                      <a:pt x="3510" y="1502"/>
                    </a:cubicBezTo>
                    <a:cubicBezTo>
                      <a:pt x="3510" y="1493"/>
                      <a:pt x="3508" y="1485"/>
                      <a:pt x="3505" y="1477"/>
                    </a:cubicBezTo>
                    <a:cubicBezTo>
                      <a:pt x="3502" y="1469"/>
                      <a:pt x="3497" y="1462"/>
                      <a:pt x="3491" y="1456"/>
                    </a:cubicBezTo>
                    <a:cubicBezTo>
                      <a:pt x="3485" y="1450"/>
                      <a:pt x="3478" y="1445"/>
                      <a:pt x="3470" y="1442"/>
                    </a:cubicBezTo>
                    <a:cubicBezTo>
                      <a:pt x="3461" y="1438"/>
                      <a:pt x="3453" y="1435"/>
                      <a:pt x="3443" y="1434"/>
                    </a:cubicBezTo>
                    <a:cubicBezTo>
                      <a:pt x="3452" y="1432"/>
                      <a:pt x="3459" y="1429"/>
                      <a:pt x="3466" y="1425"/>
                    </a:cubicBezTo>
                    <a:cubicBezTo>
                      <a:pt x="3473" y="1421"/>
                      <a:pt x="3478" y="1416"/>
                      <a:pt x="3483" y="1410"/>
                    </a:cubicBezTo>
                    <a:cubicBezTo>
                      <a:pt x="3487" y="1404"/>
                      <a:pt x="3491" y="1396"/>
                      <a:pt x="3493" y="1389"/>
                    </a:cubicBezTo>
                    <a:cubicBezTo>
                      <a:pt x="3496" y="1381"/>
                      <a:pt x="3497" y="1373"/>
                      <a:pt x="3497" y="1364"/>
                    </a:cubicBezTo>
                    <a:cubicBezTo>
                      <a:pt x="3497" y="1354"/>
                      <a:pt x="3495" y="1344"/>
                      <a:pt x="3492" y="1336"/>
                    </a:cubicBezTo>
                    <a:cubicBezTo>
                      <a:pt x="3488" y="1327"/>
                      <a:pt x="3483" y="1320"/>
                      <a:pt x="3477" y="1314"/>
                    </a:cubicBezTo>
                    <a:cubicBezTo>
                      <a:pt x="3470" y="1308"/>
                      <a:pt x="3462" y="1302"/>
                      <a:pt x="3452" y="1299"/>
                    </a:cubicBezTo>
                    <a:cubicBezTo>
                      <a:pt x="3442" y="1295"/>
                      <a:pt x="3430" y="1294"/>
                      <a:pt x="3417" y="1294"/>
                    </a:cubicBezTo>
                    <a:close/>
                    <a:moveTo>
                      <a:pt x="6549" y="1294"/>
                    </a:moveTo>
                    <a:cubicBezTo>
                      <a:pt x="6533" y="1294"/>
                      <a:pt x="6519" y="1296"/>
                      <a:pt x="6507" y="1300"/>
                    </a:cubicBezTo>
                    <a:cubicBezTo>
                      <a:pt x="6495" y="1305"/>
                      <a:pt x="6484" y="1311"/>
                      <a:pt x="6475" y="1319"/>
                    </a:cubicBezTo>
                    <a:cubicBezTo>
                      <a:pt x="6466" y="1327"/>
                      <a:pt x="6459" y="1335"/>
                      <a:pt x="6453" y="1345"/>
                    </a:cubicBezTo>
                    <a:cubicBezTo>
                      <a:pt x="6447" y="1356"/>
                      <a:pt x="6443" y="1366"/>
                      <a:pt x="6440" y="1378"/>
                    </a:cubicBezTo>
                    <a:cubicBezTo>
                      <a:pt x="6437" y="1390"/>
                      <a:pt x="6434" y="1402"/>
                      <a:pt x="6433" y="1414"/>
                    </a:cubicBezTo>
                    <a:cubicBezTo>
                      <a:pt x="6432" y="1427"/>
                      <a:pt x="6430" y="1439"/>
                      <a:pt x="6430" y="1451"/>
                    </a:cubicBezTo>
                    <a:cubicBezTo>
                      <a:pt x="6430" y="1465"/>
                      <a:pt x="6431" y="1478"/>
                      <a:pt x="6432" y="1490"/>
                    </a:cubicBezTo>
                    <a:cubicBezTo>
                      <a:pt x="6433" y="1502"/>
                      <a:pt x="6435" y="1513"/>
                      <a:pt x="6438" y="1524"/>
                    </a:cubicBezTo>
                    <a:cubicBezTo>
                      <a:pt x="6441" y="1534"/>
                      <a:pt x="6444" y="1542"/>
                      <a:pt x="6449" y="1550"/>
                    </a:cubicBezTo>
                    <a:cubicBezTo>
                      <a:pt x="6453" y="1558"/>
                      <a:pt x="6459" y="1565"/>
                      <a:pt x="6466" y="1570"/>
                    </a:cubicBezTo>
                    <a:cubicBezTo>
                      <a:pt x="6472" y="1576"/>
                      <a:pt x="6480" y="1580"/>
                      <a:pt x="6489" y="1583"/>
                    </a:cubicBezTo>
                    <a:cubicBezTo>
                      <a:pt x="6498" y="1586"/>
                      <a:pt x="6509" y="1587"/>
                      <a:pt x="6521" y="1587"/>
                    </a:cubicBezTo>
                    <a:cubicBezTo>
                      <a:pt x="6538" y="1587"/>
                      <a:pt x="6552" y="1585"/>
                      <a:pt x="6564" y="1579"/>
                    </a:cubicBezTo>
                    <a:cubicBezTo>
                      <a:pt x="6577" y="1574"/>
                      <a:pt x="6586" y="1567"/>
                      <a:pt x="6594" y="1558"/>
                    </a:cubicBezTo>
                    <a:cubicBezTo>
                      <a:pt x="6602" y="1549"/>
                      <a:pt x="6608" y="1539"/>
                      <a:pt x="6612" y="1527"/>
                    </a:cubicBezTo>
                    <a:cubicBezTo>
                      <a:pt x="6616" y="1515"/>
                      <a:pt x="6618" y="1503"/>
                      <a:pt x="6618" y="1491"/>
                    </a:cubicBezTo>
                    <a:cubicBezTo>
                      <a:pt x="6618" y="1479"/>
                      <a:pt x="6616" y="1468"/>
                      <a:pt x="6614" y="1458"/>
                    </a:cubicBezTo>
                    <a:cubicBezTo>
                      <a:pt x="6611" y="1448"/>
                      <a:pt x="6606" y="1439"/>
                      <a:pt x="6600" y="1432"/>
                    </a:cubicBezTo>
                    <a:cubicBezTo>
                      <a:pt x="6593" y="1424"/>
                      <a:pt x="6585" y="1418"/>
                      <a:pt x="6574" y="1414"/>
                    </a:cubicBezTo>
                    <a:cubicBezTo>
                      <a:pt x="6563" y="1410"/>
                      <a:pt x="6551" y="1408"/>
                      <a:pt x="6535" y="1408"/>
                    </a:cubicBezTo>
                    <a:cubicBezTo>
                      <a:pt x="6528" y="1408"/>
                      <a:pt x="6521" y="1409"/>
                      <a:pt x="6515" y="1410"/>
                    </a:cubicBezTo>
                    <a:cubicBezTo>
                      <a:pt x="6509" y="1411"/>
                      <a:pt x="6503" y="1412"/>
                      <a:pt x="6497" y="1414"/>
                    </a:cubicBezTo>
                    <a:cubicBezTo>
                      <a:pt x="6492" y="1416"/>
                      <a:pt x="6486" y="1418"/>
                      <a:pt x="6481" y="1420"/>
                    </a:cubicBezTo>
                    <a:cubicBezTo>
                      <a:pt x="6477" y="1423"/>
                      <a:pt x="6472" y="1424"/>
                      <a:pt x="6468" y="1427"/>
                    </a:cubicBezTo>
                    <a:cubicBezTo>
                      <a:pt x="6469" y="1413"/>
                      <a:pt x="6470" y="1400"/>
                      <a:pt x="6473" y="1388"/>
                    </a:cubicBezTo>
                    <a:cubicBezTo>
                      <a:pt x="6476" y="1375"/>
                      <a:pt x="6481" y="1365"/>
                      <a:pt x="6488" y="1355"/>
                    </a:cubicBezTo>
                    <a:cubicBezTo>
                      <a:pt x="6494" y="1346"/>
                      <a:pt x="6502" y="1338"/>
                      <a:pt x="6511" y="1332"/>
                    </a:cubicBezTo>
                    <a:cubicBezTo>
                      <a:pt x="6521" y="1327"/>
                      <a:pt x="6533" y="1324"/>
                      <a:pt x="6547" y="1324"/>
                    </a:cubicBezTo>
                    <a:cubicBezTo>
                      <a:pt x="6554" y="1324"/>
                      <a:pt x="6561" y="1325"/>
                      <a:pt x="6567" y="1326"/>
                    </a:cubicBezTo>
                    <a:cubicBezTo>
                      <a:pt x="6573" y="1327"/>
                      <a:pt x="6577" y="1328"/>
                      <a:pt x="6581" y="1330"/>
                    </a:cubicBezTo>
                    <a:cubicBezTo>
                      <a:pt x="6585" y="1331"/>
                      <a:pt x="6588" y="1331"/>
                      <a:pt x="6591" y="1332"/>
                    </a:cubicBezTo>
                    <a:cubicBezTo>
                      <a:pt x="6594" y="1333"/>
                      <a:pt x="6596" y="1334"/>
                      <a:pt x="6598" y="1334"/>
                    </a:cubicBezTo>
                    <a:cubicBezTo>
                      <a:pt x="6599" y="1334"/>
                      <a:pt x="6601" y="1334"/>
                      <a:pt x="6601" y="1333"/>
                    </a:cubicBezTo>
                    <a:cubicBezTo>
                      <a:pt x="6602" y="1333"/>
                      <a:pt x="6603" y="1332"/>
                      <a:pt x="6603" y="1330"/>
                    </a:cubicBezTo>
                    <a:cubicBezTo>
                      <a:pt x="6604" y="1329"/>
                      <a:pt x="6604" y="1328"/>
                      <a:pt x="6604" y="1326"/>
                    </a:cubicBezTo>
                    <a:cubicBezTo>
                      <a:pt x="6604" y="1324"/>
                      <a:pt x="6604" y="1322"/>
                      <a:pt x="6604" y="1319"/>
                    </a:cubicBezTo>
                    <a:cubicBezTo>
                      <a:pt x="6604" y="1317"/>
                      <a:pt x="6604" y="1315"/>
                      <a:pt x="6604" y="1314"/>
                    </a:cubicBezTo>
                    <a:cubicBezTo>
                      <a:pt x="6604" y="1312"/>
                      <a:pt x="6603" y="1311"/>
                      <a:pt x="6603" y="1310"/>
                    </a:cubicBezTo>
                    <a:cubicBezTo>
                      <a:pt x="6603" y="1309"/>
                      <a:pt x="6603" y="1308"/>
                      <a:pt x="6602" y="1308"/>
                    </a:cubicBezTo>
                    <a:cubicBezTo>
                      <a:pt x="6602" y="1307"/>
                      <a:pt x="6601" y="1306"/>
                      <a:pt x="6600" y="1305"/>
                    </a:cubicBezTo>
                    <a:cubicBezTo>
                      <a:pt x="6599" y="1304"/>
                      <a:pt x="6597" y="1303"/>
                      <a:pt x="6593" y="1301"/>
                    </a:cubicBezTo>
                    <a:cubicBezTo>
                      <a:pt x="6590" y="1300"/>
                      <a:pt x="6586" y="1299"/>
                      <a:pt x="6581" y="1298"/>
                    </a:cubicBezTo>
                    <a:cubicBezTo>
                      <a:pt x="6576" y="1297"/>
                      <a:pt x="6572" y="1296"/>
                      <a:pt x="6566" y="1295"/>
                    </a:cubicBezTo>
                    <a:cubicBezTo>
                      <a:pt x="6560" y="1295"/>
                      <a:pt x="6555" y="1294"/>
                      <a:pt x="6549" y="1294"/>
                    </a:cubicBezTo>
                    <a:close/>
                    <a:moveTo>
                      <a:pt x="5268" y="1295"/>
                    </a:moveTo>
                    <a:cubicBezTo>
                      <a:pt x="5266" y="1295"/>
                      <a:pt x="5265" y="1296"/>
                      <a:pt x="5263" y="1296"/>
                    </a:cubicBezTo>
                    <a:cubicBezTo>
                      <a:pt x="5262" y="1296"/>
                      <a:pt x="5261" y="1297"/>
                      <a:pt x="5260" y="1297"/>
                    </a:cubicBezTo>
                    <a:cubicBezTo>
                      <a:pt x="5259" y="1297"/>
                      <a:pt x="5259" y="1297"/>
                      <a:pt x="5258" y="1298"/>
                    </a:cubicBezTo>
                    <a:lnTo>
                      <a:pt x="5192" y="1340"/>
                    </a:lnTo>
                    <a:cubicBezTo>
                      <a:pt x="5191" y="1341"/>
                      <a:pt x="5190" y="1342"/>
                      <a:pt x="5189" y="1343"/>
                    </a:cubicBezTo>
                    <a:cubicBezTo>
                      <a:pt x="5189" y="1344"/>
                      <a:pt x="5188" y="1344"/>
                      <a:pt x="5188" y="1345"/>
                    </a:cubicBezTo>
                    <a:cubicBezTo>
                      <a:pt x="5187" y="1347"/>
                      <a:pt x="5186" y="1348"/>
                      <a:pt x="5186" y="1350"/>
                    </a:cubicBezTo>
                    <a:cubicBezTo>
                      <a:pt x="5186" y="1352"/>
                      <a:pt x="5186" y="1354"/>
                      <a:pt x="5186" y="1356"/>
                    </a:cubicBezTo>
                    <a:cubicBezTo>
                      <a:pt x="5186" y="1359"/>
                      <a:pt x="5186" y="1363"/>
                      <a:pt x="5187" y="1365"/>
                    </a:cubicBezTo>
                    <a:cubicBezTo>
                      <a:pt x="5187" y="1367"/>
                      <a:pt x="5187" y="1368"/>
                      <a:pt x="5188" y="1369"/>
                    </a:cubicBezTo>
                    <a:cubicBezTo>
                      <a:pt x="5190" y="1370"/>
                      <a:pt x="5191" y="1370"/>
                      <a:pt x="5193" y="1370"/>
                    </a:cubicBezTo>
                    <a:cubicBezTo>
                      <a:pt x="5195" y="1370"/>
                      <a:pt x="5196" y="1369"/>
                      <a:pt x="5199" y="1368"/>
                    </a:cubicBezTo>
                    <a:lnTo>
                      <a:pt x="5255" y="1335"/>
                    </a:lnTo>
                    <a:lnTo>
                      <a:pt x="5255" y="1552"/>
                    </a:lnTo>
                    <a:lnTo>
                      <a:pt x="5195" y="1552"/>
                    </a:lnTo>
                    <a:cubicBezTo>
                      <a:pt x="5193" y="1552"/>
                      <a:pt x="5193" y="1552"/>
                      <a:pt x="5192" y="1553"/>
                    </a:cubicBezTo>
                    <a:cubicBezTo>
                      <a:pt x="5191" y="1553"/>
                      <a:pt x="5190" y="1554"/>
                      <a:pt x="5189" y="1555"/>
                    </a:cubicBezTo>
                    <a:cubicBezTo>
                      <a:pt x="5189" y="1557"/>
                      <a:pt x="5188" y="1559"/>
                      <a:pt x="5188" y="1561"/>
                    </a:cubicBezTo>
                    <a:cubicBezTo>
                      <a:pt x="5187" y="1563"/>
                      <a:pt x="5187" y="1565"/>
                      <a:pt x="5187" y="1568"/>
                    </a:cubicBezTo>
                    <a:cubicBezTo>
                      <a:pt x="5187" y="1570"/>
                      <a:pt x="5187" y="1573"/>
                      <a:pt x="5188" y="1575"/>
                    </a:cubicBezTo>
                    <a:cubicBezTo>
                      <a:pt x="5188" y="1577"/>
                      <a:pt x="5189" y="1578"/>
                      <a:pt x="5189" y="1579"/>
                    </a:cubicBezTo>
                    <a:cubicBezTo>
                      <a:pt x="5190" y="1580"/>
                      <a:pt x="5191" y="1581"/>
                      <a:pt x="5192" y="1582"/>
                    </a:cubicBezTo>
                    <a:cubicBezTo>
                      <a:pt x="5193" y="1582"/>
                      <a:pt x="5194" y="1583"/>
                      <a:pt x="5195" y="1583"/>
                    </a:cubicBezTo>
                    <a:lnTo>
                      <a:pt x="5344" y="1583"/>
                    </a:lnTo>
                    <a:cubicBezTo>
                      <a:pt x="5345" y="1583"/>
                      <a:pt x="5346" y="1582"/>
                      <a:pt x="5347" y="1582"/>
                    </a:cubicBezTo>
                    <a:cubicBezTo>
                      <a:pt x="5348" y="1581"/>
                      <a:pt x="5349" y="1580"/>
                      <a:pt x="5350" y="1579"/>
                    </a:cubicBezTo>
                    <a:cubicBezTo>
                      <a:pt x="5351" y="1578"/>
                      <a:pt x="5351" y="1577"/>
                      <a:pt x="5352" y="1575"/>
                    </a:cubicBezTo>
                    <a:cubicBezTo>
                      <a:pt x="5352" y="1573"/>
                      <a:pt x="5352" y="1571"/>
                      <a:pt x="5352" y="1568"/>
                    </a:cubicBezTo>
                    <a:cubicBezTo>
                      <a:pt x="5352" y="1565"/>
                      <a:pt x="5352" y="1563"/>
                      <a:pt x="5352" y="1561"/>
                    </a:cubicBezTo>
                    <a:cubicBezTo>
                      <a:pt x="5351" y="1559"/>
                      <a:pt x="5351" y="1557"/>
                      <a:pt x="5350" y="1555"/>
                    </a:cubicBezTo>
                    <a:cubicBezTo>
                      <a:pt x="5349" y="1554"/>
                      <a:pt x="5348" y="1553"/>
                      <a:pt x="5347" y="1553"/>
                    </a:cubicBezTo>
                    <a:cubicBezTo>
                      <a:pt x="5346" y="1552"/>
                      <a:pt x="5345" y="1552"/>
                      <a:pt x="5344" y="1552"/>
                    </a:cubicBezTo>
                    <a:lnTo>
                      <a:pt x="5293" y="1552"/>
                    </a:lnTo>
                    <a:lnTo>
                      <a:pt x="5293" y="1301"/>
                    </a:lnTo>
                    <a:cubicBezTo>
                      <a:pt x="5293" y="1300"/>
                      <a:pt x="5292" y="1300"/>
                      <a:pt x="5292" y="1299"/>
                    </a:cubicBezTo>
                    <a:cubicBezTo>
                      <a:pt x="5291" y="1298"/>
                      <a:pt x="5290" y="1297"/>
                      <a:pt x="5289" y="1297"/>
                    </a:cubicBezTo>
                    <a:cubicBezTo>
                      <a:pt x="5288" y="1296"/>
                      <a:pt x="5286" y="1295"/>
                      <a:pt x="5284" y="1295"/>
                    </a:cubicBezTo>
                    <a:cubicBezTo>
                      <a:pt x="5281" y="1295"/>
                      <a:pt x="5278" y="1295"/>
                      <a:pt x="5275" y="1295"/>
                    </a:cubicBezTo>
                    <a:cubicBezTo>
                      <a:pt x="5272" y="1295"/>
                      <a:pt x="5270" y="1295"/>
                      <a:pt x="5268" y="1295"/>
                    </a:cubicBezTo>
                    <a:close/>
                    <a:moveTo>
                      <a:pt x="90" y="1296"/>
                    </a:moveTo>
                    <a:cubicBezTo>
                      <a:pt x="88" y="1296"/>
                      <a:pt x="87" y="1297"/>
                      <a:pt x="86" y="1297"/>
                    </a:cubicBezTo>
                    <a:cubicBezTo>
                      <a:pt x="84" y="1297"/>
                      <a:pt x="83" y="1298"/>
                      <a:pt x="82" y="1298"/>
                    </a:cubicBezTo>
                    <a:cubicBezTo>
                      <a:pt x="81" y="1298"/>
                      <a:pt x="81" y="1298"/>
                      <a:pt x="80" y="1299"/>
                    </a:cubicBezTo>
                    <a:lnTo>
                      <a:pt x="14" y="1341"/>
                    </a:lnTo>
                    <a:cubicBezTo>
                      <a:pt x="13" y="1342"/>
                      <a:pt x="12" y="1343"/>
                      <a:pt x="11" y="1344"/>
                    </a:cubicBezTo>
                    <a:cubicBezTo>
                      <a:pt x="11" y="1345"/>
                      <a:pt x="10" y="1345"/>
                      <a:pt x="10" y="1346"/>
                    </a:cubicBezTo>
                    <a:cubicBezTo>
                      <a:pt x="9" y="1348"/>
                      <a:pt x="8" y="1349"/>
                      <a:pt x="8" y="1351"/>
                    </a:cubicBezTo>
                    <a:cubicBezTo>
                      <a:pt x="8" y="1353"/>
                      <a:pt x="8" y="1355"/>
                      <a:pt x="8" y="1358"/>
                    </a:cubicBezTo>
                    <a:cubicBezTo>
                      <a:pt x="8" y="1361"/>
                      <a:pt x="8" y="1364"/>
                      <a:pt x="9" y="1366"/>
                    </a:cubicBezTo>
                    <a:cubicBezTo>
                      <a:pt x="9" y="1368"/>
                      <a:pt x="10" y="1369"/>
                      <a:pt x="11" y="1370"/>
                    </a:cubicBezTo>
                    <a:cubicBezTo>
                      <a:pt x="12" y="1371"/>
                      <a:pt x="13" y="1372"/>
                      <a:pt x="15" y="1372"/>
                    </a:cubicBezTo>
                    <a:cubicBezTo>
                      <a:pt x="17" y="1372"/>
                      <a:pt x="18" y="1371"/>
                      <a:pt x="21" y="1369"/>
                    </a:cubicBezTo>
                    <a:lnTo>
                      <a:pt x="77" y="1336"/>
                    </a:lnTo>
                    <a:lnTo>
                      <a:pt x="77" y="1553"/>
                    </a:lnTo>
                    <a:lnTo>
                      <a:pt x="17" y="1553"/>
                    </a:lnTo>
                    <a:cubicBezTo>
                      <a:pt x="16" y="1553"/>
                      <a:pt x="15" y="1553"/>
                      <a:pt x="14" y="1554"/>
                    </a:cubicBezTo>
                    <a:cubicBezTo>
                      <a:pt x="13" y="1554"/>
                      <a:pt x="12" y="1556"/>
                      <a:pt x="11" y="1557"/>
                    </a:cubicBezTo>
                    <a:cubicBezTo>
                      <a:pt x="11" y="1558"/>
                      <a:pt x="10" y="1560"/>
                      <a:pt x="10" y="1562"/>
                    </a:cubicBezTo>
                    <a:cubicBezTo>
                      <a:pt x="9" y="1563"/>
                      <a:pt x="9" y="1566"/>
                      <a:pt x="9" y="1569"/>
                    </a:cubicBezTo>
                    <a:cubicBezTo>
                      <a:pt x="9" y="1571"/>
                      <a:pt x="9" y="1574"/>
                      <a:pt x="10" y="1576"/>
                    </a:cubicBezTo>
                    <a:cubicBezTo>
                      <a:pt x="10" y="1578"/>
                      <a:pt x="11" y="1579"/>
                      <a:pt x="11" y="1580"/>
                    </a:cubicBezTo>
                    <a:cubicBezTo>
                      <a:pt x="12" y="1581"/>
                      <a:pt x="13" y="1582"/>
                      <a:pt x="14" y="1583"/>
                    </a:cubicBezTo>
                    <a:cubicBezTo>
                      <a:pt x="15" y="1583"/>
                      <a:pt x="16" y="1584"/>
                      <a:pt x="17" y="1584"/>
                    </a:cubicBezTo>
                    <a:lnTo>
                      <a:pt x="166" y="1584"/>
                    </a:lnTo>
                    <a:cubicBezTo>
                      <a:pt x="167" y="1584"/>
                      <a:pt x="168" y="1583"/>
                      <a:pt x="169" y="1583"/>
                    </a:cubicBezTo>
                    <a:cubicBezTo>
                      <a:pt x="170" y="1582"/>
                      <a:pt x="170" y="1581"/>
                      <a:pt x="171" y="1580"/>
                    </a:cubicBezTo>
                    <a:cubicBezTo>
                      <a:pt x="172" y="1579"/>
                      <a:pt x="172" y="1578"/>
                      <a:pt x="173" y="1576"/>
                    </a:cubicBezTo>
                    <a:cubicBezTo>
                      <a:pt x="173" y="1574"/>
                      <a:pt x="174" y="1571"/>
                      <a:pt x="174" y="1569"/>
                    </a:cubicBezTo>
                    <a:cubicBezTo>
                      <a:pt x="174" y="1566"/>
                      <a:pt x="174" y="1563"/>
                      <a:pt x="174" y="1562"/>
                    </a:cubicBezTo>
                    <a:cubicBezTo>
                      <a:pt x="173" y="1560"/>
                      <a:pt x="173" y="1558"/>
                      <a:pt x="172" y="1557"/>
                    </a:cubicBezTo>
                    <a:cubicBezTo>
                      <a:pt x="171" y="1556"/>
                      <a:pt x="170" y="1554"/>
                      <a:pt x="169" y="1554"/>
                    </a:cubicBezTo>
                    <a:cubicBezTo>
                      <a:pt x="168" y="1553"/>
                      <a:pt x="167" y="1553"/>
                      <a:pt x="166" y="1553"/>
                    </a:cubicBezTo>
                    <a:lnTo>
                      <a:pt x="115" y="1553"/>
                    </a:lnTo>
                    <a:lnTo>
                      <a:pt x="115" y="1302"/>
                    </a:lnTo>
                    <a:cubicBezTo>
                      <a:pt x="115" y="1301"/>
                      <a:pt x="114" y="1300"/>
                      <a:pt x="114" y="1300"/>
                    </a:cubicBezTo>
                    <a:cubicBezTo>
                      <a:pt x="113" y="1299"/>
                      <a:pt x="112" y="1298"/>
                      <a:pt x="111" y="1298"/>
                    </a:cubicBezTo>
                    <a:cubicBezTo>
                      <a:pt x="110" y="1297"/>
                      <a:pt x="108" y="1297"/>
                      <a:pt x="106" y="1297"/>
                    </a:cubicBezTo>
                    <a:cubicBezTo>
                      <a:pt x="103" y="1297"/>
                      <a:pt x="101" y="1296"/>
                      <a:pt x="97" y="1296"/>
                    </a:cubicBezTo>
                    <a:cubicBezTo>
                      <a:pt x="94" y="1296"/>
                      <a:pt x="92" y="1296"/>
                      <a:pt x="90" y="1296"/>
                    </a:cubicBezTo>
                    <a:close/>
                    <a:moveTo>
                      <a:pt x="3200" y="1296"/>
                    </a:moveTo>
                    <a:cubicBezTo>
                      <a:pt x="3198" y="1296"/>
                      <a:pt x="3197" y="1297"/>
                      <a:pt x="3195" y="1297"/>
                    </a:cubicBezTo>
                    <a:cubicBezTo>
                      <a:pt x="3194" y="1297"/>
                      <a:pt x="3193" y="1298"/>
                      <a:pt x="3192" y="1298"/>
                    </a:cubicBezTo>
                    <a:cubicBezTo>
                      <a:pt x="3191" y="1298"/>
                      <a:pt x="3190" y="1298"/>
                      <a:pt x="3189" y="1299"/>
                    </a:cubicBezTo>
                    <a:lnTo>
                      <a:pt x="3124" y="1341"/>
                    </a:lnTo>
                    <a:cubicBezTo>
                      <a:pt x="3123" y="1342"/>
                      <a:pt x="3121" y="1343"/>
                      <a:pt x="3120" y="1344"/>
                    </a:cubicBezTo>
                    <a:cubicBezTo>
                      <a:pt x="3120" y="1345"/>
                      <a:pt x="3119" y="1345"/>
                      <a:pt x="3119" y="1346"/>
                    </a:cubicBezTo>
                    <a:cubicBezTo>
                      <a:pt x="3118" y="1348"/>
                      <a:pt x="3118" y="1349"/>
                      <a:pt x="3118" y="1351"/>
                    </a:cubicBezTo>
                    <a:cubicBezTo>
                      <a:pt x="3117" y="1353"/>
                      <a:pt x="3118" y="1355"/>
                      <a:pt x="3118" y="1358"/>
                    </a:cubicBezTo>
                    <a:cubicBezTo>
                      <a:pt x="3118" y="1361"/>
                      <a:pt x="3117" y="1364"/>
                      <a:pt x="3118" y="1366"/>
                    </a:cubicBezTo>
                    <a:cubicBezTo>
                      <a:pt x="3118" y="1368"/>
                      <a:pt x="3119" y="1369"/>
                      <a:pt x="3120" y="1370"/>
                    </a:cubicBezTo>
                    <a:cubicBezTo>
                      <a:pt x="3121" y="1371"/>
                      <a:pt x="3122" y="1372"/>
                      <a:pt x="3124" y="1372"/>
                    </a:cubicBezTo>
                    <a:cubicBezTo>
                      <a:pt x="3126" y="1372"/>
                      <a:pt x="3128" y="1371"/>
                      <a:pt x="3131" y="1369"/>
                    </a:cubicBezTo>
                    <a:lnTo>
                      <a:pt x="3186" y="1336"/>
                    </a:lnTo>
                    <a:lnTo>
                      <a:pt x="3186" y="1553"/>
                    </a:lnTo>
                    <a:lnTo>
                      <a:pt x="3126" y="1553"/>
                    </a:lnTo>
                    <a:cubicBezTo>
                      <a:pt x="3125" y="1553"/>
                      <a:pt x="3124" y="1553"/>
                      <a:pt x="3123" y="1554"/>
                    </a:cubicBezTo>
                    <a:cubicBezTo>
                      <a:pt x="3122" y="1554"/>
                      <a:pt x="3121" y="1556"/>
                      <a:pt x="3120" y="1557"/>
                    </a:cubicBezTo>
                    <a:cubicBezTo>
                      <a:pt x="3120" y="1558"/>
                      <a:pt x="3120" y="1560"/>
                      <a:pt x="3119" y="1562"/>
                    </a:cubicBezTo>
                    <a:cubicBezTo>
                      <a:pt x="3119" y="1563"/>
                      <a:pt x="3119" y="1566"/>
                      <a:pt x="3119" y="1569"/>
                    </a:cubicBezTo>
                    <a:cubicBezTo>
                      <a:pt x="3119" y="1571"/>
                      <a:pt x="3119" y="1574"/>
                      <a:pt x="3119" y="1576"/>
                    </a:cubicBezTo>
                    <a:cubicBezTo>
                      <a:pt x="3120" y="1578"/>
                      <a:pt x="3120" y="1579"/>
                      <a:pt x="3121" y="1580"/>
                    </a:cubicBezTo>
                    <a:cubicBezTo>
                      <a:pt x="3122" y="1581"/>
                      <a:pt x="3123" y="1582"/>
                      <a:pt x="3124" y="1583"/>
                    </a:cubicBezTo>
                    <a:cubicBezTo>
                      <a:pt x="3125" y="1583"/>
                      <a:pt x="3125" y="1584"/>
                      <a:pt x="3126" y="1584"/>
                    </a:cubicBezTo>
                    <a:lnTo>
                      <a:pt x="3276" y="1584"/>
                    </a:lnTo>
                    <a:cubicBezTo>
                      <a:pt x="3277" y="1584"/>
                      <a:pt x="3277" y="1583"/>
                      <a:pt x="3278" y="1583"/>
                    </a:cubicBezTo>
                    <a:cubicBezTo>
                      <a:pt x="3279" y="1582"/>
                      <a:pt x="3280" y="1581"/>
                      <a:pt x="3281" y="1580"/>
                    </a:cubicBezTo>
                    <a:cubicBezTo>
                      <a:pt x="3282" y="1579"/>
                      <a:pt x="3282" y="1578"/>
                      <a:pt x="3283" y="1576"/>
                    </a:cubicBezTo>
                    <a:cubicBezTo>
                      <a:pt x="3283" y="1574"/>
                      <a:pt x="3283" y="1571"/>
                      <a:pt x="3283" y="1569"/>
                    </a:cubicBezTo>
                    <a:cubicBezTo>
                      <a:pt x="3283" y="1566"/>
                      <a:pt x="3283" y="1563"/>
                      <a:pt x="3283" y="1562"/>
                    </a:cubicBezTo>
                    <a:cubicBezTo>
                      <a:pt x="3282" y="1560"/>
                      <a:pt x="3281" y="1558"/>
                      <a:pt x="3281" y="1557"/>
                    </a:cubicBezTo>
                    <a:cubicBezTo>
                      <a:pt x="3280" y="1556"/>
                      <a:pt x="3280" y="1554"/>
                      <a:pt x="3279" y="1554"/>
                    </a:cubicBezTo>
                    <a:cubicBezTo>
                      <a:pt x="3278" y="1553"/>
                      <a:pt x="3277" y="1553"/>
                      <a:pt x="3276" y="1553"/>
                    </a:cubicBezTo>
                    <a:lnTo>
                      <a:pt x="3224" y="1553"/>
                    </a:lnTo>
                    <a:lnTo>
                      <a:pt x="3224" y="1302"/>
                    </a:lnTo>
                    <a:cubicBezTo>
                      <a:pt x="3224" y="1301"/>
                      <a:pt x="3224" y="1300"/>
                      <a:pt x="3224" y="1300"/>
                    </a:cubicBezTo>
                    <a:cubicBezTo>
                      <a:pt x="3223" y="1299"/>
                      <a:pt x="3222" y="1298"/>
                      <a:pt x="3221" y="1298"/>
                    </a:cubicBezTo>
                    <a:cubicBezTo>
                      <a:pt x="3220" y="1297"/>
                      <a:pt x="3217" y="1297"/>
                      <a:pt x="3215" y="1297"/>
                    </a:cubicBezTo>
                    <a:cubicBezTo>
                      <a:pt x="3212" y="1297"/>
                      <a:pt x="3209" y="1296"/>
                      <a:pt x="3206" y="1296"/>
                    </a:cubicBezTo>
                    <a:cubicBezTo>
                      <a:pt x="3203" y="1296"/>
                      <a:pt x="3201" y="1296"/>
                      <a:pt x="3200" y="1296"/>
                    </a:cubicBezTo>
                    <a:close/>
                    <a:moveTo>
                      <a:pt x="4233" y="1296"/>
                    </a:moveTo>
                    <a:cubicBezTo>
                      <a:pt x="4231" y="1296"/>
                      <a:pt x="4229" y="1297"/>
                      <a:pt x="4227" y="1297"/>
                    </a:cubicBezTo>
                    <a:cubicBezTo>
                      <a:pt x="4225" y="1297"/>
                      <a:pt x="4223" y="1297"/>
                      <a:pt x="4222" y="1297"/>
                    </a:cubicBezTo>
                    <a:cubicBezTo>
                      <a:pt x="4221" y="1297"/>
                      <a:pt x="4220" y="1298"/>
                      <a:pt x="4219" y="1298"/>
                    </a:cubicBezTo>
                    <a:cubicBezTo>
                      <a:pt x="4218" y="1298"/>
                      <a:pt x="4217" y="1298"/>
                      <a:pt x="4217" y="1299"/>
                    </a:cubicBezTo>
                    <a:lnTo>
                      <a:pt x="4151" y="1341"/>
                    </a:lnTo>
                    <a:cubicBezTo>
                      <a:pt x="4150" y="1342"/>
                      <a:pt x="4149" y="1343"/>
                      <a:pt x="4148" y="1344"/>
                    </a:cubicBezTo>
                    <a:cubicBezTo>
                      <a:pt x="4147" y="1345"/>
                      <a:pt x="4146" y="1346"/>
                      <a:pt x="4146" y="1347"/>
                    </a:cubicBezTo>
                    <a:cubicBezTo>
                      <a:pt x="4146" y="1348"/>
                      <a:pt x="4145" y="1350"/>
                      <a:pt x="4145" y="1352"/>
                    </a:cubicBezTo>
                    <a:cubicBezTo>
                      <a:pt x="4145" y="1353"/>
                      <a:pt x="4144" y="1355"/>
                      <a:pt x="4144" y="1358"/>
                    </a:cubicBezTo>
                    <a:cubicBezTo>
                      <a:pt x="4144" y="1361"/>
                      <a:pt x="4145" y="1364"/>
                      <a:pt x="4145" y="1366"/>
                    </a:cubicBezTo>
                    <a:cubicBezTo>
                      <a:pt x="4146" y="1368"/>
                      <a:pt x="4146" y="1370"/>
                      <a:pt x="4147" y="1371"/>
                    </a:cubicBezTo>
                    <a:cubicBezTo>
                      <a:pt x="4148" y="1372"/>
                      <a:pt x="4150" y="1372"/>
                      <a:pt x="4151" y="1372"/>
                    </a:cubicBezTo>
                    <a:cubicBezTo>
                      <a:pt x="4153" y="1372"/>
                      <a:pt x="4156" y="1371"/>
                      <a:pt x="4158" y="1369"/>
                    </a:cubicBezTo>
                    <a:lnTo>
                      <a:pt x="4213" y="1337"/>
                    </a:lnTo>
                    <a:lnTo>
                      <a:pt x="4213" y="1554"/>
                    </a:lnTo>
                    <a:lnTo>
                      <a:pt x="4154" y="1554"/>
                    </a:lnTo>
                    <a:cubicBezTo>
                      <a:pt x="4153" y="1554"/>
                      <a:pt x="4151" y="1554"/>
                      <a:pt x="4150" y="1554"/>
                    </a:cubicBezTo>
                    <a:cubicBezTo>
                      <a:pt x="4149" y="1555"/>
                      <a:pt x="4148" y="1556"/>
                      <a:pt x="4148" y="1557"/>
                    </a:cubicBezTo>
                    <a:cubicBezTo>
                      <a:pt x="4147" y="1558"/>
                      <a:pt x="4146" y="1560"/>
                      <a:pt x="4146" y="1562"/>
                    </a:cubicBezTo>
                    <a:cubicBezTo>
                      <a:pt x="4146" y="1563"/>
                      <a:pt x="4146" y="1566"/>
                      <a:pt x="4146" y="1569"/>
                    </a:cubicBezTo>
                    <a:cubicBezTo>
                      <a:pt x="4146" y="1571"/>
                      <a:pt x="4146" y="1574"/>
                      <a:pt x="4146" y="1576"/>
                    </a:cubicBezTo>
                    <a:cubicBezTo>
                      <a:pt x="4146" y="1578"/>
                      <a:pt x="4148" y="1579"/>
                      <a:pt x="4149" y="1580"/>
                    </a:cubicBezTo>
                    <a:cubicBezTo>
                      <a:pt x="4149" y="1581"/>
                      <a:pt x="4150" y="1582"/>
                      <a:pt x="4150" y="1583"/>
                    </a:cubicBezTo>
                    <a:cubicBezTo>
                      <a:pt x="4151" y="1583"/>
                      <a:pt x="4153" y="1584"/>
                      <a:pt x="4154" y="1584"/>
                    </a:cubicBezTo>
                    <a:lnTo>
                      <a:pt x="4303" y="1584"/>
                    </a:lnTo>
                    <a:cubicBezTo>
                      <a:pt x="4304" y="1584"/>
                      <a:pt x="4305" y="1583"/>
                      <a:pt x="4306" y="1583"/>
                    </a:cubicBezTo>
                    <a:cubicBezTo>
                      <a:pt x="4307" y="1582"/>
                      <a:pt x="4308" y="1581"/>
                      <a:pt x="4308" y="1580"/>
                    </a:cubicBezTo>
                    <a:cubicBezTo>
                      <a:pt x="4309" y="1579"/>
                      <a:pt x="4310" y="1578"/>
                      <a:pt x="4310" y="1576"/>
                    </a:cubicBezTo>
                    <a:cubicBezTo>
                      <a:pt x="4310" y="1574"/>
                      <a:pt x="4311" y="1571"/>
                      <a:pt x="4311" y="1569"/>
                    </a:cubicBezTo>
                    <a:cubicBezTo>
                      <a:pt x="4311" y="1566"/>
                      <a:pt x="4310" y="1563"/>
                      <a:pt x="4310" y="1562"/>
                    </a:cubicBezTo>
                    <a:cubicBezTo>
                      <a:pt x="4310" y="1560"/>
                      <a:pt x="4309" y="1558"/>
                      <a:pt x="4308" y="1557"/>
                    </a:cubicBezTo>
                    <a:cubicBezTo>
                      <a:pt x="4308" y="1556"/>
                      <a:pt x="4307" y="1555"/>
                      <a:pt x="4306" y="1554"/>
                    </a:cubicBezTo>
                    <a:cubicBezTo>
                      <a:pt x="4305" y="1554"/>
                      <a:pt x="4304" y="1554"/>
                      <a:pt x="4303" y="1554"/>
                    </a:cubicBezTo>
                    <a:lnTo>
                      <a:pt x="4251" y="1554"/>
                    </a:lnTo>
                    <a:lnTo>
                      <a:pt x="4251" y="1302"/>
                    </a:lnTo>
                    <a:cubicBezTo>
                      <a:pt x="4251" y="1301"/>
                      <a:pt x="4251" y="1301"/>
                      <a:pt x="4250" y="1300"/>
                    </a:cubicBezTo>
                    <a:cubicBezTo>
                      <a:pt x="4250" y="1300"/>
                      <a:pt x="4249" y="1298"/>
                      <a:pt x="4247" y="1298"/>
                    </a:cubicBezTo>
                    <a:cubicBezTo>
                      <a:pt x="4246" y="1297"/>
                      <a:pt x="4245" y="1297"/>
                      <a:pt x="4242" y="1297"/>
                    </a:cubicBezTo>
                    <a:cubicBezTo>
                      <a:pt x="4240" y="1297"/>
                      <a:pt x="4237" y="1296"/>
                      <a:pt x="4233" y="1296"/>
                    </a:cubicBezTo>
                    <a:close/>
                    <a:moveTo>
                      <a:pt x="6298" y="1296"/>
                    </a:moveTo>
                    <a:cubicBezTo>
                      <a:pt x="6296" y="1296"/>
                      <a:pt x="6295" y="1297"/>
                      <a:pt x="6294" y="1297"/>
                    </a:cubicBezTo>
                    <a:cubicBezTo>
                      <a:pt x="6292" y="1297"/>
                      <a:pt x="6291" y="1298"/>
                      <a:pt x="6290" y="1298"/>
                    </a:cubicBezTo>
                    <a:cubicBezTo>
                      <a:pt x="6289" y="1298"/>
                      <a:pt x="6289" y="1298"/>
                      <a:pt x="6288" y="1299"/>
                    </a:cubicBezTo>
                    <a:lnTo>
                      <a:pt x="6222" y="1341"/>
                    </a:lnTo>
                    <a:cubicBezTo>
                      <a:pt x="6221" y="1342"/>
                      <a:pt x="6220" y="1343"/>
                      <a:pt x="6219" y="1344"/>
                    </a:cubicBezTo>
                    <a:cubicBezTo>
                      <a:pt x="6219" y="1345"/>
                      <a:pt x="6218" y="1345"/>
                      <a:pt x="6218" y="1346"/>
                    </a:cubicBezTo>
                    <a:cubicBezTo>
                      <a:pt x="6217" y="1348"/>
                      <a:pt x="6217" y="1349"/>
                      <a:pt x="6217" y="1351"/>
                    </a:cubicBezTo>
                    <a:cubicBezTo>
                      <a:pt x="6217" y="1353"/>
                      <a:pt x="6216" y="1354"/>
                      <a:pt x="6216" y="1357"/>
                    </a:cubicBezTo>
                    <a:cubicBezTo>
                      <a:pt x="6216" y="1360"/>
                      <a:pt x="6216" y="1364"/>
                      <a:pt x="6217" y="1366"/>
                    </a:cubicBezTo>
                    <a:cubicBezTo>
                      <a:pt x="6217" y="1368"/>
                      <a:pt x="6218" y="1369"/>
                      <a:pt x="6219" y="1370"/>
                    </a:cubicBezTo>
                    <a:cubicBezTo>
                      <a:pt x="6220" y="1371"/>
                      <a:pt x="6221" y="1371"/>
                      <a:pt x="6223" y="1371"/>
                    </a:cubicBezTo>
                    <a:cubicBezTo>
                      <a:pt x="6225" y="1371"/>
                      <a:pt x="6226" y="1370"/>
                      <a:pt x="6229" y="1368"/>
                    </a:cubicBezTo>
                    <a:lnTo>
                      <a:pt x="6285" y="1336"/>
                    </a:lnTo>
                    <a:lnTo>
                      <a:pt x="6285" y="1553"/>
                    </a:lnTo>
                    <a:lnTo>
                      <a:pt x="6225" y="1553"/>
                    </a:lnTo>
                    <a:cubicBezTo>
                      <a:pt x="6224" y="1553"/>
                      <a:pt x="6223" y="1553"/>
                      <a:pt x="6222" y="1554"/>
                    </a:cubicBezTo>
                    <a:cubicBezTo>
                      <a:pt x="6221" y="1554"/>
                      <a:pt x="6220" y="1556"/>
                      <a:pt x="6219" y="1557"/>
                    </a:cubicBezTo>
                    <a:cubicBezTo>
                      <a:pt x="6219" y="1558"/>
                      <a:pt x="6218" y="1560"/>
                      <a:pt x="6218" y="1562"/>
                    </a:cubicBezTo>
                    <a:cubicBezTo>
                      <a:pt x="6217" y="1563"/>
                      <a:pt x="6217" y="1566"/>
                      <a:pt x="6217" y="1569"/>
                    </a:cubicBezTo>
                    <a:cubicBezTo>
                      <a:pt x="6217" y="1571"/>
                      <a:pt x="6217" y="1574"/>
                      <a:pt x="6218" y="1576"/>
                    </a:cubicBezTo>
                    <a:cubicBezTo>
                      <a:pt x="6218" y="1578"/>
                      <a:pt x="6219" y="1579"/>
                      <a:pt x="6219" y="1580"/>
                    </a:cubicBezTo>
                    <a:cubicBezTo>
                      <a:pt x="6220" y="1581"/>
                      <a:pt x="6221" y="1582"/>
                      <a:pt x="6222" y="1583"/>
                    </a:cubicBezTo>
                    <a:cubicBezTo>
                      <a:pt x="6223" y="1583"/>
                      <a:pt x="6224" y="1584"/>
                      <a:pt x="6225" y="1584"/>
                    </a:cubicBezTo>
                    <a:lnTo>
                      <a:pt x="6374" y="1584"/>
                    </a:lnTo>
                    <a:cubicBezTo>
                      <a:pt x="6375" y="1584"/>
                      <a:pt x="6376" y="1583"/>
                      <a:pt x="6377" y="1583"/>
                    </a:cubicBezTo>
                    <a:cubicBezTo>
                      <a:pt x="6378" y="1582"/>
                      <a:pt x="6379" y="1581"/>
                      <a:pt x="6380" y="1580"/>
                    </a:cubicBezTo>
                    <a:cubicBezTo>
                      <a:pt x="6381" y="1579"/>
                      <a:pt x="6381" y="1578"/>
                      <a:pt x="6382" y="1576"/>
                    </a:cubicBezTo>
                    <a:cubicBezTo>
                      <a:pt x="6382" y="1574"/>
                      <a:pt x="6382" y="1571"/>
                      <a:pt x="6382" y="1569"/>
                    </a:cubicBezTo>
                    <a:cubicBezTo>
                      <a:pt x="6382" y="1566"/>
                      <a:pt x="6382" y="1563"/>
                      <a:pt x="6382" y="1562"/>
                    </a:cubicBezTo>
                    <a:cubicBezTo>
                      <a:pt x="6381" y="1560"/>
                      <a:pt x="6381" y="1558"/>
                      <a:pt x="6380" y="1557"/>
                    </a:cubicBezTo>
                    <a:cubicBezTo>
                      <a:pt x="6379" y="1556"/>
                      <a:pt x="6378" y="1554"/>
                      <a:pt x="6377" y="1554"/>
                    </a:cubicBezTo>
                    <a:cubicBezTo>
                      <a:pt x="6376" y="1553"/>
                      <a:pt x="6375" y="1553"/>
                      <a:pt x="6374" y="1553"/>
                    </a:cubicBezTo>
                    <a:lnTo>
                      <a:pt x="6323" y="1553"/>
                    </a:lnTo>
                    <a:lnTo>
                      <a:pt x="6323" y="1302"/>
                    </a:lnTo>
                    <a:cubicBezTo>
                      <a:pt x="6323" y="1301"/>
                      <a:pt x="6322" y="1300"/>
                      <a:pt x="6322" y="1300"/>
                    </a:cubicBezTo>
                    <a:cubicBezTo>
                      <a:pt x="6321" y="1299"/>
                      <a:pt x="6320" y="1298"/>
                      <a:pt x="6319" y="1298"/>
                    </a:cubicBezTo>
                    <a:cubicBezTo>
                      <a:pt x="6318" y="1297"/>
                      <a:pt x="6316" y="1296"/>
                      <a:pt x="6314" y="1296"/>
                    </a:cubicBezTo>
                    <a:cubicBezTo>
                      <a:pt x="6311" y="1296"/>
                      <a:pt x="6309" y="1296"/>
                      <a:pt x="6305" y="1296"/>
                    </a:cubicBezTo>
                    <a:cubicBezTo>
                      <a:pt x="6302" y="1296"/>
                      <a:pt x="6300" y="1296"/>
                      <a:pt x="6298" y="1296"/>
                    </a:cubicBezTo>
                    <a:close/>
                    <a:moveTo>
                      <a:pt x="1129" y="1297"/>
                    </a:moveTo>
                    <a:cubicBezTo>
                      <a:pt x="1127" y="1297"/>
                      <a:pt x="1126" y="1298"/>
                      <a:pt x="1124" y="1298"/>
                    </a:cubicBezTo>
                    <a:cubicBezTo>
                      <a:pt x="1123" y="1298"/>
                      <a:pt x="1122" y="1298"/>
                      <a:pt x="1121" y="1299"/>
                    </a:cubicBezTo>
                    <a:cubicBezTo>
                      <a:pt x="1120" y="1299"/>
                      <a:pt x="1120" y="1299"/>
                      <a:pt x="1119" y="1300"/>
                    </a:cubicBezTo>
                    <a:lnTo>
                      <a:pt x="1053" y="1342"/>
                    </a:lnTo>
                    <a:cubicBezTo>
                      <a:pt x="1052" y="1343"/>
                      <a:pt x="1051" y="1344"/>
                      <a:pt x="1050" y="1345"/>
                    </a:cubicBezTo>
                    <a:cubicBezTo>
                      <a:pt x="1050" y="1345"/>
                      <a:pt x="1048" y="1346"/>
                      <a:pt x="1048" y="1347"/>
                    </a:cubicBezTo>
                    <a:cubicBezTo>
                      <a:pt x="1047" y="1348"/>
                      <a:pt x="1047" y="1350"/>
                      <a:pt x="1047" y="1352"/>
                    </a:cubicBezTo>
                    <a:cubicBezTo>
                      <a:pt x="1047" y="1353"/>
                      <a:pt x="1047" y="1356"/>
                      <a:pt x="1047" y="1359"/>
                    </a:cubicBezTo>
                    <a:cubicBezTo>
                      <a:pt x="1047" y="1362"/>
                      <a:pt x="1047" y="1364"/>
                      <a:pt x="1048" y="1367"/>
                    </a:cubicBezTo>
                    <a:cubicBezTo>
                      <a:pt x="1048" y="1369"/>
                      <a:pt x="1048" y="1371"/>
                      <a:pt x="1050" y="1372"/>
                    </a:cubicBezTo>
                    <a:cubicBezTo>
                      <a:pt x="1051" y="1373"/>
                      <a:pt x="1052" y="1373"/>
                      <a:pt x="1054" y="1373"/>
                    </a:cubicBezTo>
                    <a:cubicBezTo>
                      <a:pt x="1056" y="1373"/>
                      <a:pt x="1057" y="1372"/>
                      <a:pt x="1060" y="1370"/>
                    </a:cubicBezTo>
                    <a:lnTo>
                      <a:pt x="1116" y="1337"/>
                    </a:lnTo>
                    <a:lnTo>
                      <a:pt x="1116" y="1554"/>
                    </a:lnTo>
                    <a:lnTo>
                      <a:pt x="1056" y="1554"/>
                    </a:lnTo>
                    <a:cubicBezTo>
                      <a:pt x="1055" y="1554"/>
                      <a:pt x="1054" y="1555"/>
                      <a:pt x="1053" y="1555"/>
                    </a:cubicBezTo>
                    <a:cubicBezTo>
                      <a:pt x="1052" y="1556"/>
                      <a:pt x="1051" y="1557"/>
                      <a:pt x="1050" y="1558"/>
                    </a:cubicBezTo>
                    <a:cubicBezTo>
                      <a:pt x="1050" y="1559"/>
                      <a:pt x="1049" y="1561"/>
                      <a:pt x="1049" y="1562"/>
                    </a:cubicBezTo>
                    <a:cubicBezTo>
                      <a:pt x="1048" y="1564"/>
                      <a:pt x="1048" y="1567"/>
                      <a:pt x="1048" y="1569"/>
                    </a:cubicBezTo>
                    <a:cubicBezTo>
                      <a:pt x="1048" y="1572"/>
                      <a:pt x="1048" y="1575"/>
                      <a:pt x="1049" y="1577"/>
                    </a:cubicBezTo>
                    <a:cubicBezTo>
                      <a:pt x="1049" y="1578"/>
                      <a:pt x="1050" y="1580"/>
                      <a:pt x="1050" y="1581"/>
                    </a:cubicBezTo>
                    <a:cubicBezTo>
                      <a:pt x="1051" y="1582"/>
                      <a:pt x="1052" y="1583"/>
                      <a:pt x="1053" y="1584"/>
                    </a:cubicBezTo>
                    <a:cubicBezTo>
                      <a:pt x="1054" y="1584"/>
                      <a:pt x="1055" y="1584"/>
                      <a:pt x="1056" y="1584"/>
                    </a:cubicBezTo>
                    <a:lnTo>
                      <a:pt x="1205" y="1584"/>
                    </a:lnTo>
                    <a:cubicBezTo>
                      <a:pt x="1206" y="1584"/>
                      <a:pt x="1207" y="1584"/>
                      <a:pt x="1208" y="1584"/>
                    </a:cubicBezTo>
                    <a:cubicBezTo>
                      <a:pt x="1209" y="1583"/>
                      <a:pt x="1209" y="1582"/>
                      <a:pt x="1210" y="1581"/>
                    </a:cubicBezTo>
                    <a:cubicBezTo>
                      <a:pt x="1211" y="1580"/>
                      <a:pt x="1211" y="1578"/>
                      <a:pt x="1212" y="1577"/>
                    </a:cubicBezTo>
                    <a:cubicBezTo>
                      <a:pt x="1212" y="1575"/>
                      <a:pt x="1213" y="1572"/>
                      <a:pt x="1213" y="1569"/>
                    </a:cubicBezTo>
                    <a:cubicBezTo>
                      <a:pt x="1213" y="1567"/>
                      <a:pt x="1213" y="1564"/>
                      <a:pt x="1213" y="1562"/>
                    </a:cubicBezTo>
                    <a:cubicBezTo>
                      <a:pt x="1212" y="1561"/>
                      <a:pt x="1212" y="1559"/>
                      <a:pt x="1211" y="1558"/>
                    </a:cubicBezTo>
                    <a:cubicBezTo>
                      <a:pt x="1210" y="1557"/>
                      <a:pt x="1209" y="1556"/>
                      <a:pt x="1208" y="1555"/>
                    </a:cubicBezTo>
                    <a:cubicBezTo>
                      <a:pt x="1207" y="1555"/>
                      <a:pt x="1206" y="1554"/>
                      <a:pt x="1205" y="1554"/>
                    </a:cubicBezTo>
                    <a:lnTo>
                      <a:pt x="1154" y="1554"/>
                    </a:lnTo>
                    <a:lnTo>
                      <a:pt x="1154" y="1303"/>
                    </a:lnTo>
                    <a:cubicBezTo>
                      <a:pt x="1154" y="1302"/>
                      <a:pt x="1153" y="1301"/>
                      <a:pt x="1153" y="1300"/>
                    </a:cubicBezTo>
                    <a:cubicBezTo>
                      <a:pt x="1152" y="1300"/>
                      <a:pt x="1151" y="1299"/>
                      <a:pt x="1150" y="1299"/>
                    </a:cubicBezTo>
                    <a:cubicBezTo>
                      <a:pt x="1149" y="1298"/>
                      <a:pt x="1147" y="1298"/>
                      <a:pt x="1145" y="1298"/>
                    </a:cubicBezTo>
                    <a:cubicBezTo>
                      <a:pt x="1142" y="1298"/>
                      <a:pt x="1139" y="1297"/>
                      <a:pt x="1136" y="1297"/>
                    </a:cubicBezTo>
                    <a:cubicBezTo>
                      <a:pt x="1133" y="1297"/>
                      <a:pt x="1131" y="1297"/>
                      <a:pt x="1129" y="1297"/>
                    </a:cubicBezTo>
                    <a:close/>
                    <a:moveTo>
                      <a:pt x="1358" y="1297"/>
                    </a:moveTo>
                    <a:cubicBezTo>
                      <a:pt x="1356" y="1297"/>
                      <a:pt x="1355" y="1298"/>
                      <a:pt x="1354" y="1298"/>
                    </a:cubicBezTo>
                    <a:cubicBezTo>
                      <a:pt x="1352" y="1298"/>
                      <a:pt x="1351" y="1298"/>
                      <a:pt x="1350" y="1299"/>
                    </a:cubicBezTo>
                    <a:cubicBezTo>
                      <a:pt x="1349" y="1299"/>
                      <a:pt x="1349" y="1299"/>
                      <a:pt x="1348" y="1300"/>
                    </a:cubicBezTo>
                    <a:lnTo>
                      <a:pt x="1282" y="1342"/>
                    </a:lnTo>
                    <a:cubicBezTo>
                      <a:pt x="1281" y="1343"/>
                      <a:pt x="1281" y="1344"/>
                      <a:pt x="1280" y="1345"/>
                    </a:cubicBezTo>
                    <a:cubicBezTo>
                      <a:pt x="1279" y="1345"/>
                      <a:pt x="1277" y="1346"/>
                      <a:pt x="1277" y="1347"/>
                    </a:cubicBezTo>
                    <a:cubicBezTo>
                      <a:pt x="1277" y="1348"/>
                      <a:pt x="1276" y="1350"/>
                      <a:pt x="1276" y="1352"/>
                    </a:cubicBezTo>
                    <a:cubicBezTo>
                      <a:pt x="1276" y="1353"/>
                      <a:pt x="1276" y="1356"/>
                      <a:pt x="1276" y="1359"/>
                    </a:cubicBezTo>
                    <a:cubicBezTo>
                      <a:pt x="1276" y="1362"/>
                      <a:pt x="1277" y="1364"/>
                      <a:pt x="1277" y="1367"/>
                    </a:cubicBezTo>
                    <a:cubicBezTo>
                      <a:pt x="1277" y="1369"/>
                      <a:pt x="1278" y="1371"/>
                      <a:pt x="1279" y="1372"/>
                    </a:cubicBezTo>
                    <a:cubicBezTo>
                      <a:pt x="1280" y="1373"/>
                      <a:pt x="1282" y="1373"/>
                      <a:pt x="1283" y="1373"/>
                    </a:cubicBezTo>
                    <a:cubicBezTo>
                      <a:pt x="1285" y="1373"/>
                      <a:pt x="1287" y="1372"/>
                      <a:pt x="1289" y="1370"/>
                    </a:cubicBezTo>
                    <a:lnTo>
                      <a:pt x="1345" y="1337"/>
                    </a:lnTo>
                    <a:lnTo>
                      <a:pt x="1345" y="1554"/>
                    </a:lnTo>
                    <a:lnTo>
                      <a:pt x="1285" y="1554"/>
                    </a:lnTo>
                    <a:cubicBezTo>
                      <a:pt x="1284" y="1554"/>
                      <a:pt x="1283" y="1555"/>
                      <a:pt x="1282" y="1555"/>
                    </a:cubicBezTo>
                    <a:cubicBezTo>
                      <a:pt x="1281" y="1556"/>
                      <a:pt x="1280" y="1557"/>
                      <a:pt x="1280" y="1558"/>
                    </a:cubicBezTo>
                    <a:cubicBezTo>
                      <a:pt x="1279" y="1559"/>
                      <a:pt x="1278" y="1561"/>
                      <a:pt x="1278" y="1562"/>
                    </a:cubicBezTo>
                    <a:cubicBezTo>
                      <a:pt x="1278" y="1564"/>
                      <a:pt x="1277" y="1567"/>
                      <a:pt x="1277" y="1569"/>
                    </a:cubicBezTo>
                    <a:cubicBezTo>
                      <a:pt x="1277" y="1572"/>
                      <a:pt x="1277" y="1575"/>
                      <a:pt x="1278" y="1577"/>
                    </a:cubicBezTo>
                    <a:cubicBezTo>
                      <a:pt x="1278" y="1578"/>
                      <a:pt x="1279" y="1580"/>
                      <a:pt x="1280" y="1581"/>
                    </a:cubicBezTo>
                    <a:cubicBezTo>
                      <a:pt x="1281" y="1582"/>
                      <a:pt x="1281" y="1583"/>
                      <a:pt x="1282" y="1584"/>
                    </a:cubicBezTo>
                    <a:cubicBezTo>
                      <a:pt x="1283" y="1584"/>
                      <a:pt x="1284" y="1584"/>
                      <a:pt x="1285" y="1584"/>
                    </a:cubicBezTo>
                    <a:lnTo>
                      <a:pt x="1434" y="1584"/>
                    </a:lnTo>
                    <a:cubicBezTo>
                      <a:pt x="1435" y="1584"/>
                      <a:pt x="1437" y="1584"/>
                      <a:pt x="1438" y="1584"/>
                    </a:cubicBezTo>
                    <a:cubicBezTo>
                      <a:pt x="1439" y="1583"/>
                      <a:pt x="1439" y="1582"/>
                      <a:pt x="1439" y="1581"/>
                    </a:cubicBezTo>
                    <a:cubicBezTo>
                      <a:pt x="1440" y="1580"/>
                      <a:pt x="1441" y="1578"/>
                      <a:pt x="1441" y="1577"/>
                    </a:cubicBezTo>
                    <a:cubicBezTo>
                      <a:pt x="1442" y="1575"/>
                      <a:pt x="1442" y="1572"/>
                      <a:pt x="1442" y="1569"/>
                    </a:cubicBezTo>
                    <a:cubicBezTo>
                      <a:pt x="1442" y="1567"/>
                      <a:pt x="1442" y="1564"/>
                      <a:pt x="1442" y="1562"/>
                    </a:cubicBezTo>
                    <a:cubicBezTo>
                      <a:pt x="1442" y="1561"/>
                      <a:pt x="1441" y="1559"/>
                      <a:pt x="1440" y="1558"/>
                    </a:cubicBezTo>
                    <a:cubicBezTo>
                      <a:pt x="1440" y="1557"/>
                      <a:pt x="1439" y="1556"/>
                      <a:pt x="1438" y="1555"/>
                    </a:cubicBezTo>
                    <a:cubicBezTo>
                      <a:pt x="1437" y="1555"/>
                      <a:pt x="1435" y="1554"/>
                      <a:pt x="1434" y="1554"/>
                    </a:cubicBezTo>
                    <a:lnTo>
                      <a:pt x="1383" y="1554"/>
                    </a:lnTo>
                    <a:lnTo>
                      <a:pt x="1383" y="1303"/>
                    </a:lnTo>
                    <a:cubicBezTo>
                      <a:pt x="1383" y="1302"/>
                      <a:pt x="1382" y="1301"/>
                      <a:pt x="1382" y="1300"/>
                    </a:cubicBezTo>
                    <a:cubicBezTo>
                      <a:pt x="1382" y="1300"/>
                      <a:pt x="1381" y="1299"/>
                      <a:pt x="1379" y="1299"/>
                    </a:cubicBezTo>
                    <a:cubicBezTo>
                      <a:pt x="1378" y="1298"/>
                      <a:pt x="1376" y="1298"/>
                      <a:pt x="1374" y="1298"/>
                    </a:cubicBezTo>
                    <a:cubicBezTo>
                      <a:pt x="1372" y="1298"/>
                      <a:pt x="1369" y="1297"/>
                      <a:pt x="1365" y="1297"/>
                    </a:cubicBezTo>
                    <a:cubicBezTo>
                      <a:pt x="1363" y="1297"/>
                      <a:pt x="1360" y="1297"/>
                      <a:pt x="1358" y="1297"/>
                    </a:cubicBezTo>
                    <a:close/>
                    <a:moveTo>
                      <a:pt x="4483" y="1297"/>
                    </a:moveTo>
                    <a:cubicBezTo>
                      <a:pt x="4479" y="1297"/>
                      <a:pt x="4475" y="1298"/>
                      <a:pt x="4471" y="1298"/>
                    </a:cubicBezTo>
                    <a:cubicBezTo>
                      <a:pt x="4468" y="1298"/>
                      <a:pt x="4465" y="1298"/>
                      <a:pt x="4463" y="1299"/>
                    </a:cubicBezTo>
                    <a:cubicBezTo>
                      <a:pt x="4460" y="1299"/>
                      <a:pt x="4459" y="1300"/>
                      <a:pt x="4457" y="1300"/>
                    </a:cubicBezTo>
                    <a:cubicBezTo>
                      <a:pt x="4456" y="1301"/>
                      <a:pt x="4455" y="1303"/>
                      <a:pt x="4455" y="1304"/>
                    </a:cubicBezTo>
                    <a:lnTo>
                      <a:pt x="4352" y="1477"/>
                    </a:lnTo>
                    <a:cubicBezTo>
                      <a:pt x="4350" y="1479"/>
                      <a:pt x="4350" y="1481"/>
                      <a:pt x="4349" y="1483"/>
                    </a:cubicBezTo>
                    <a:cubicBezTo>
                      <a:pt x="4348" y="1485"/>
                      <a:pt x="4348" y="1486"/>
                      <a:pt x="4347" y="1488"/>
                    </a:cubicBezTo>
                    <a:cubicBezTo>
                      <a:pt x="4347" y="1490"/>
                      <a:pt x="4346" y="1491"/>
                      <a:pt x="4346" y="1494"/>
                    </a:cubicBezTo>
                    <a:cubicBezTo>
                      <a:pt x="4346" y="1496"/>
                      <a:pt x="4346" y="1499"/>
                      <a:pt x="4346" y="1502"/>
                    </a:cubicBezTo>
                    <a:cubicBezTo>
                      <a:pt x="4346" y="1505"/>
                      <a:pt x="4347" y="1508"/>
                      <a:pt x="4347" y="1510"/>
                    </a:cubicBezTo>
                    <a:cubicBezTo>
                      <a:pt x="4347" y="1513"/>
                      <a:pt x="4348" y="1514"/>
                      <a:pt x="4349" y="1515"/>
                    </a:cubicBezTo>
                    <a:cubicBezTo>
                      <a:pt x="4350" y="1516"/>
                      <a:pt x="4350" y="1517"/>
                      <a:pt x="4352" y="1517"/>
                    </a:cubicBezTo>
                    <a:cubicBezTo>
                      <a:pt x="4353" y="1518"/>
                      <a:pt x="4354" y="1518"/>
                      <a:pt x="4356" y="1518"/>
                    </a:cubicBezTo>
                    <a:lnTo>
                      <a:pt x="4474" y="1518"/>
                    </a:lnTo>
                    <a:lnTo>
                      <a:pt x="4474" y="1578"/>
                    </a:lnTo>
                    <a:cubicBezTo>
                      <a:pt x="4474" y="1579"/>
                      <a:pt x="4474" y="1580"/>
                      <a:pt x="4475" y="1581"/>
                    </a:cubicBezTo>
                    <a:cubicBezTo>
                      <a:pt x="4476" y="1582"/>
                      <a:pt x="4476" y="1583"/>
                      <a:pt x="4478" y="1584"/>
                    </a:cubicBezTo>
                    <a:cubicBezTo>
                      <a:pt x="4479" y="1584"/>
                      <a:pt x="4481" y="1584"/>
                      <a:pt x="4483" y="1584"/>
                    </a:cubicBezTo>
                    <a:cubicBezTo>
                      <a:pt x="4485" y="1585"/>
                      <a:pt x="4488" y="1585"/>
                      <a:pt x="4492" y="1585"/>
                    </a:cubicBezTo>
                    <a:cubicBezTo>
                      <a:pt x="4495" y="1585"/>
                      <a:pt x="4499" y="1585"/>
                      <a:pt x="4501" y="1584"/>
                    </a:cubicBezTo>
                    <a:cubicBezTo>
                      <a:pt x="4504" y="1584"/>
                      <a:pt x="4505" y="1584"/>
                      <a:pt x="4507" y="1584"/>
                    </a:cubicBezTo>
                    <a:cubicBezTo>
                      <a:pt x="4508" y="1583"/>
                      <a:pt x="4510" y="1582"/>
                      <a:pt x="4510" y="1581"/>
                    </a:cubicBezTo>
                    <a:cubicBezTo>
                      <a:pt x="4511" y="1580"/>
                      <a:pt x="4511" y="1579"/>
                      <a:pt x="4511" y="1578"/>
                    </a:cubicBezTo>
                    <a:lnTo>
                      <a:pt x="4511" y="1518"/>
                    </a:lnTo>
                    <a:lnTo>
                      <a:pt x="4543" y="1518"/>
                    </a:lnTo>
                    <a:cubicBezTo>
                      <a:pt x="4546" y="1518"/>
                      <a:pt x="4548" y="1517"/>
                      <a:pt x="4549" y="1514"/>
                    </a:cubicBezTo>
                    <a:cubicBezTo>
                      <a:pt x="4551" y="1511"/>
                      <a:pt x="4552" y="1507"/>
                      <a:pt x="4552" y="1502"/>
                    </a:cubicBezTo>
                    <a:cubicBezTo>
                      <a:pt x="4552" y="1497"/>
                      <a:pt x="4551" y="1494"/>
                      <a:pt x="4549" y="1491"/>
                    </a:cubicBezTo>
                    <a:cubicBezTo>
                      <a:pt x="4548" y="1488"/>
                      <a:pt x="4545" y="1487"/>
                      <a:pt x="4543" y="1487"/>
                    </a:cubicBezTo>
                    <a:lnTo>
                      <a:pt x="4511" y="1487"/>
                    </a:lnTo>
                    <a:lnTo>
                      <a:pt x="4511" y="1305"/>
                    </a:lnTo>
                    <a:cubicBezTo>
                      <a:pt x="4511" y="1304"/>
                      <a:pt x="4511" y="1302"/>
                      <a:pt x="4509" y="1301"/>
                    </a:cubicBezTo>
                    <a:cubicBezTo>
                      <a:pt x="4508" y="1300"/>
                      <a:pt x="4506" y="1299"/>
                      <a:pt x="4504" y="1299"/>
                    </a:cubicBezTo>
                    <a:cubicBezTo>
                      <a:pt x="4502" y="1298"/>
                      <a:pt x="4499" y="1298"/>
                      <a:pt x="4495" y="1298"/>
                    </a:cubicBezTo>
                    <a:cubicBezTo>
                      <a:pt x="4492" y="1297"/>
                      <a:pt x="4488" y="1297"/>
                      <a:pt x="4483" y="1297"/>
                    </a:cubicBezTo>
                    <a:close/>
                    <a:moveTo>
                      <a:pt x="5427" y="1297"/>
                    </a:moveTo>
                    <a:cubicBezTo>
                      <a:pt x="5422" y="1297"/>
                      <a:pt x="5419" y="1298"/>
                      <a:pt x="5417" y="1300"/>
                    </a:cubicBezTo>
                    <a:cubicBezTo>
                      <a:pt x="5415" y="1303"/>
                      <a:pt x="5413" y="1306"/>
                      <a:pt x="5413" y="1311"/>
                    </a:cubicBezTo>
                    <a:lnTo>
                      <a:pt x="5413" y="1427"/>
                    </a:lnTo>
                    <a:cubicBezTo>
                      <a:pt x="5413" y="1433"/>
                      <a:pt x="5414" y="1437"/>
                      <a:pt x="5416" y="1439"/>
                    </a:cubicBezTo>
                    <a:cubicBezTo>
                      <a:pt x="5418" y="1441"/>
                      <a:pt x="5421" y="1442"/>
                      <a:pt x="5425" y="1442"/>
                    </a:cubicBezTo>
                    <a:cubicBezTo>
                      <a:pt x="5430" y="1442"/>
                      <a:pt x="5437" y="1441"/>
                      <a:pt x="5443" y="1440"/>
                    </a:cubicBezTo>
                    <a:cubicBezTo>
                      <a:pt x="5450" y="1439"/>
                      <a:pt x="5457" y="1439"/>
                      <a:pt x="5466" y="1439"/>
                    </a:cubicBezTo>
                    <a:cubicBezTo>
                      <a:pt x="5479" y="1439"/>
                      <a:pt x="5490" y="1440"/>
                      <a:pt x="5499" y="1442"/>
                    </a:cubicBezTo>
                    <a:cubicBezTo>
                      <a:pt x="5508" y="1445"/>
                      <a:pt x="5516" y="1448"/>
                      <a:pt x="5522" y="1452"/>
                    </a:cubicBezTo>
                    <a:cubicBezTo>
                      <a:pt x="5528" y="1457"/>
                      <a:pt x="5532" y="1463"/>
                      <a:pt x="5535" y="1470"/>
                    </a:cubicBezTo>
                    <a:cubicBezTo>
                      <a:pt x="5538" y="1477"/>
                      <a:pt x="5539" y="1485"/>
                      <a:pt x="5539" y="1495"/>
                    </a:cubicBezTo>
                    <a:cubicBezTo>
                      <a:pt x="5539" y="1505"/>
                      <a:pt x="5538" y="1514"/>
                      <a:pt x="5534" y="1522"/>
                    </a:cubicBezTo>
                    <a:cubicBezTo>
                      <a:pt x="5531" y="1529"/>
                      <a:pt x="5526" y="1535"/>
                      <a:pt x="5520" y="1540"/>
                    </a:cubicBezTo>
                    <a:cubicBezTo>
                      <a:pt x="5514" y="1545"/>
                      <a:pt x="5507" y="1549"/>
                      <a:pt x="5499" y="1552"/>
                    </a:cubicBezTo>
                    <a:cubicBezTo>
                      <a:pt x="5491" y="1554"/>
                      <a:pt x="5481" y="1555"/>
                      <a:pt x="5472" y="1555"/>
                    </a:cubicBezTo>
                    <a:cubicBezTo>
                      <a:pt x="5461" y="1555"/>
                      <a:pt x="5452" y="1555"/>
                      <a:pt x="5444" y="1553"/>
                    </a:cubicBezTo>
                    <a:cubicBezTo>
                      <a:pt x="5437" y="1551"/>
                      <a:pt x="5430" y="1549"/>
                      <a:pt x="5425" y="1547"/>
                    </a:cubicBezTo>
                    <a:cubicBezTo>
                      <a:pt x="5420" y="1544"/>
                      <a:pt x="5416" y="1542"/>
                      <a:pt x="5412" y="1540"/>
                    </a:cubicBezTo>
                    <a:cubicBezTo>
                      <a:pt x="5409" y="1539"/>
                      <a:pt x="5407" y="1538"/>
                      <a:pt x="5405" y="1538"/>
                    </a:cubicBezTo>
                    <a:cubicBezTo>
                      <a:pt x="5404" y="1538"/>
                      <a:pt x="5404" y="1538"/>
                      <a:pt x="5403" y="1539"/>
                    </a:cubicBezTo>
                    <a:cubicBezTo>
                      <a:pt x="5402" y="1539"/>
                      <a:pt x="5402" y="1540"/>
                      <a:pt x="5401" y="1541"/>
                    </a:cubicBezTo>
                    <a:cubicBezTo>
                      <a:pt x="5400" y="1542"/>
                      <a:pt x="5399" y="1544"/>
                      <a:pt x="5399" y="1546"/>
                    </a:cubicBezTo>
                    <a:cubicBezTo>
                      <a:pt x="5399" y="1548"/>
                      <a:pt x="5399" y="1550"/>
                      <a:pt x="5399" y="1553"/>
                    </a:cubicBezTo>
                    <a:cubicBezTo>
                      <a:pt x="5399" y="1555"/>
                      <a:pt x="5399" y="1558"/>
                      <a:pt x="5399" y="1560"/>
                    </a:cubicBezTo>
                    <a:cubicBezTo>
                      <a:pt x="5399" y="1562"/>
                      <a:pt x="5400" y="1563"/>
                      <a:pt x="5400" y="1564"/>
                    </a:cubicBezTo>
                    <a:cubicBezTo>
                      <a:pt x="5401" y="1565"/>
                      <a:pt x="5401" y="1567"/>
                      <a:pt x="5401" y="1568"/>
                    </a:cubicBezTo>
                    <a:cubicBezTo>
                      <a:pt x="5401" y="1569"/>
                      <a:pt x="5403" y="1569"/>
                      <a:pt x="5404" y="1570"/>
                    </a:cubicBezTo>
                    <a:cubicBezTo>
                      <a:pt x="5405" y="1571"/>
                      <a:pt x="5408" y="1573"/>
                      <a:pt x="5412" y="1575"/>
                    </a:cubicBezTo>
                    <a:cubicBezTo>
                      <a:pt x="5416" y="1577"/>
                      <a:pt x="5420" y="1578"/>
                      <a:pt x="5427" y="1580"/>
                    </a:cubicBezTo>
                    <a:cubicBezTo>
                      <a:pt x="5433" y="1582"/>
                      <a:pt x="5440" y="1583"/>
                      <a:pt x="5448" y="1584"/>
                    </a:cubicBezTo>
                    <a:cubicBezTo>
                      <a:pt x="5456" y="1586"/>
                      <a:pt x="5464" y="1586"/>
                      <a:pt x="5472" y="1586"/>
                    </a:cubicBezTo>
                    <a:cubicBezTo>
                      <a:pt x="5488" y="1586"/>
                      <a:pt x="5503" y="1584"/>
                      <a:pt x="5516" y="1580"/>
                    </a:cubicBezTo>
                    <a:cubicBezTo>
                      <a:pt x="5529" y="1576"/>
                      <a:pt x="5541" y="1570"/>
                      <a:pt x="5550" y="1562"/>
                    </a:cubicBezTo>
                    <a:cubicBezTo>
                      <a:pt x="5559" y="1553"/>
                      <a:pt x="5566" y="1543"/>
                      <a:pt x="5571" y="1532"/>
                    </a:cubicBezTo>
                    <a:cubicBezTo>
                      <a:pt x="5576" y="1520"/>
                      <a:pt x="5579" y="1506"/>
                      <a:pt x="5579" y="1491"/>
                    </a:cubicBezTo>
                    <a:cubicBezTo>
                      <a:pt x="5579" y="1479"/>
                      <a:pt x="5577" y="1467"/>
                      <a:pt x="5573" y="1457"/>
                    </a:cubicBezTo>
                    <a:cubicBezTo>
                      <a:pt x="5569" y="1446"/>
                      <a:pt x="5563" y="1438"/>
                      <a:pt x="5554" y="1431"/>
                    </a:cubicBezTo>
                    <a:cubicBezTo>
                      <a:pt x="5546" y="1424"/>
                      <a:pt x="5536" y="1418"/>
                      <a:pt x="5524" y="1414"/>
                    </a:cubicBezTo>
                    <a:cubicBezTo>
                      <a:pt x="5511" y="1410"/>
                      <a:pt x="5498" y="1409"/>
                      <a:pt x="5481" y="1409"/>
                    </a:cubicBezTo>
                    <a:cubicBezTo>
                      <a:pt x="5474" y="1409"/>
                      <a:pt x="5468" y="1409"/>
                      <a:pt x="5463" y="1409"/>
                    </a:cubicBezTo>
                    <a:cubicBezTo>
                      <a:pt x="5457" y="1409"/>
                      <a:pt x="5452" y="1409"/>
                      <a:pt x="5447" y="1410"/>
                    </a:cubicBezTo>
                    <a:lnTo>
                      <a:pt x="5447" y="1330"/>
                    </a:lnTo>
                    <a:lnTo>
                      <a:pt x="5554" y="1330"/>
                    </a:lnTo>
                    <a:cubicBezTo>
                      <a:pt x="5556" y="1330"/>
                      <a:pt x="5558" y="1329"/>
                      <a:pt x="5560" y="1326"/>
                    </a:cubicBezTo>
                    <a:cubicBezTo>
                      <a:pt x="5561" y="1323"/>
                      <a:pt x="5562" y="1319"/>
                      <a:pt x="5562" y="1314"/>
                    </a:cubicBezTo>
                    <a:cubicBezTo>
                      <a:pt x="5562" y="1311"/>
                      <a:pt x="5561" y="1308"/>
                      <a:pt x="5561" y="1306"/>
                    </a:cubicBezTo>
                    <a:cubicBezTo>
                      <a:pt x="5560" y="1304"/>
                      <a:pt x="5561" y="1303"/>
                      <a:pt x="5560" y="1301"/>
                    </a:cubicBezTo>
                    <a:cubicBezTo>
                      <a:pt x="5559" y="1300"/>
                      <a:pt x="5557" y="1298"/>
                      <a:pt x="5556" y="1298"/>
                    </a:cubicBezTo>
                    <a:cubicBezTo>
                      <a:pt x="5555" y="1297"/>
                      <a:pt x="5555" y="1297"/>
                      <a:pt x="5554" y="1297"/>
                    </a:cubicBezTo>
                    <a:lnTo>
                      <a:pt x="5427" y="1297"/>
                    </a:lnTo>
                    <a:close/>
                    <a:moveTo>
                      <a:pt x="314" y="1325"/>
                    </a:moveTo>
                    <a:cubicBezTo>
                      <a:pt x="321" y="1325"/>
                      <a:pt x="328" y="1326"/>
                      <a:pt x="333" y="1328"/>
                    </a:cubicBezTo>
                    <a:cubicBezTo>
                      <a:pt x="339" y="1330"/>
                      <a:pt x="344" y="1333"/>
                      <a:pt x="348" y="1337"/>
                    </a:cubicBezTo>
                    <a:cubicBezTo>
                      <a:pt x="353" y="1341"/>
                      <a:pt x="357" y="1345"/>
                      <a:pt x="360" y="1352"/>
                    </a:cubicBezTo>
                    <a:cubicBezTo>
                      <a:pt x="363" y="1358"/>
                      <a:pt x="365" y="1366"/>
                      <a:pt x="367" y="1375"/>
                    </a:cubicBezTo>
                    <a:cubicBezTo>
                      <a:pt x="369" y="1383"/>
                      <a:pt x="370" y="1393"/>
                      <a:pt x="371" y="1405"/>
                    </a:cubicBezTo>
                    <a:cubicBezTo>
                      <a:pt x="372" y="1416"/>
                      <a:pt x="373" y="1428"/>
                      <a:pt x="373" y="1442"/>
                    </a:cubicBezTo>
                    <a:cubicBezTo>
                      <a:pt x="373" y="1453"/>
                      <a:pt x="373" y="1464"/>
                      <a:pt x="372" y="1473"/>
                    </a:cubicBezTo>
                    <a:cubicBezTo>
                      <a:pt x="372" y="1483"/>
                      <a:pt x="370" y="1492"/>
                      <a:pt x="369" y="1501"/>
                    </a:cubicBezTo>
                    <a:cubicBezTo>
                      <a:pt x="367" y="1509"/>
                      <a:pt x="365" y="1517"/>
                      <a:pt x="362" y="1524"/>
                    </a:cubicBezTo>
                    <a:cubicBezTo>
                      <a:pt x="359" y="1531"/>
                      <a:pt x="355" y="1536"/>
                      <a:pt x="350" y="1541"/>
                    </a:cubicBezTo>
                    <a:cubicBezTo>
                      <a:pt x="346" y="1546"/>
                      <a:pt x="341" y="1550"/>
                      <a:pt x="334" y="1553"/>
                    </a:cubicBezTo>
                    <a:cubicBezTo>
                      <a:pt x="328" y="1555"/>
                      <a:pt x="320" y="1556"/>
                      <a:pt x="312" y="1556"/>
                    </a:cubicBezTo>
                    <a:cubicBezTo>
                      <a:pt x="302" y="1556"/>
                      <a:pt x="293" y="1554"/>
                      <a:pt x="286" y="1550"/>
                    </a:cubicBezTo>
                    <a:cubicBezTo>
                      <a:pt x="278" y="1546"/>
                      <a:pt x="272" y="1539"/>
                      <a:pt x="267" y="1530"/>
                    </a:cubicBezTo>
                    <a:cubicBezTo>
                      <a:pt x="262" y="1520"/>
                      <a:pt x="259" y="1508"/>
                      <a:pt x="257" y="1493"/>
                    </a:cubicBezTo>
                    <a:cubicBezTo>
                      <a:pt x="254" y="1478"/>
                      <a:pt x="253" y="1460"/>
                      <a:pt x="253" y="1439"/>
                    </a:cubicBezTo>
                    <a:cubicBezTo>
                      <a:pt x="253" y="1423"/>
                      <a:pt x="254" y="1408"/>
                      <a:pt x="256" y="1394"/>
                    </a:cubicBezTo>
                    <a:cubicBezTo>
                      <a:pt x="257" y="1380"/>
                      <a:pt x="261" y="1368"/>
                      <a:pt x="265" y="1358"/>
                    </a:cubicBezTo>
                    <a:cubicBezTo>
                      <a:pt x="270" y="1348"/>
                      <a:pt x="275" y="1340"/>
                      <a:pt x="283" y="1334"/>
                    </a:cubicBezTo>
                    <a:cubicBezTo>
                      <a:pt x="291" y="1328"/>
                      <a:pt x="301" y="1325"/>
                      <a:pt x="314" y="1325"/>
                    </a:cubicBezTo>
                    <a:close/>
                    <a:moveTo>
                      <a:pt x="4473" y="1330"/>
                    </a:moveTo>
                    <a:lnTo>
                      <a:pt x="4474" y="1330"/>
                    </a:lnTo>
                    <a:lnTo>
                      <a:pt x="4474" y="1487"/>
                    </a:lnTo>
                    <a:lnTo>
                      <a:pt x="4381" y="1487"/>
                    </a:lnTo>
                    <a:lnTo>
                      <a:pt x="4473" y="1330"/>
                    </a:lnTo>
                    <a:close/>
                    <a:moveTo>
                      <a:pt x="6528" y="1438"/>
                    </a:moveTo>
                    <a:cubicBezTo>
                      <a:pt x="6538" y="1438"/>
                      <a:pt x="6546" y="1440"/>
                      <a:pt x="6553" y="1442"/>
                    </a:cubicBezTo>
                    <a:cubicBezTo>
                      <a:pt x="6559" y="1445"/>
                      <a:pt x="6565" y="1448"/>
                      <a:pt x="6569" y="1453"/>
                    </a:cubicBezTo>
                    <a:cubicBezTo>
                      <a:pt x="6573" y="1458"/>
                      <a:pt x="6576" y="1465"/>
                      <a:pt x="6578" y="1472"/>
                    </a:cubicBezTo>
                    <a:cubicBezTo>
                      <a:pt x="6579" y="1479"/>
                      <a:pt x="6579" y="1486"/>
                      <a:pt x="6579" y="1495"/>
                    </a:cubicBezTo>
                    <a:cubicBezTo>
                      <a:pt x="6579" y="1502"/>
                      <a:pt x="6579" y="1510"/>
                      <a:pt x="6577" y="1517"/>
                    </a:cubicBezTo>
                    <a:cubicBezTo>
                      <a:pt x="6575" y="1525"/>
                      <a:pt x="6571" y="1532"/>
                      <a:pt x="6566" y="1538"/>
                    </a:cubicBezTo>
                    <a:cubicBezTo>
                      <a:pt x="6562" y="1544"/>
                      <a:pt x="6556" y="1548"/>
                      <a:pt x="6549" y="1552"/>
                    </a:cubicBezTo>
                    <a:cubicBezTo>
                      <a:pt x="6542" y="1555"/>
                      <a:pt x="6534" y="1557"/>
                      <a:pt x="6525" y="1557"/>
                    </a:cubicBezTo>
                    <a:cubicBezTo>
                      <a:pt x="6515" y="1557"/>
                      <a:pt x="6508" y="1555"/>
                      <a:pt x="6501" y="1552"/>
                    </a:cubicBezTo>
                    <a:cubicBezTo>
                      <a:pt x="6494" y="1549"/>
                      <a:pt x="6488" y="1543"/>
                      <a:pt x="6483" y="1535"/>
                    </a:cubicBezTo>
                    <a:cubicBezTo>
                      <a:pt x="6479" y="1527"/>
                      <a:pt x="6475" y="1517"/>
                      <a:pt x="6473" y="1504"/>
                    </a:cubicBezTo>
                    <a:cubicBezTo>
                      <a:pt x="6470" y="1491"/>
                      <a:pt x="6469" y="1476"/>
                      <a:pt x="6469" y="1457"/>
                    </a:cubicBezTo>
                    <a:cubicBezTo>
                      <a:pt x="6473" y="1454"/>
                      <a:pt x="6477" y="1452"/>
                      <a:pt x="6481" y="1450"/>
                    </a:cubicBezTo>
                    <a:cubicBezTo>
                      <a:pt x="6486" y="1447"/>
                      <a:pt x="6491" y="1445"/>
                      <a:pt x="6496" y="1443"/>
                    </a:cubicBezTo>
                    <a:cubicBezTo>
                      <a:pt x="6501" y="1442"/>
                      <a:pt x="6507" y="1441"/>
                      <a:pt x="6512" y="1440"/>
                    </a:cubicBezTo>
                    <a:cubicBezTo>
                      <a:pt x="6518" y="1439"/>
                      <a:pt x="6523" y="1438"/>
                      <a:pt x="6528" y="1438"/>
                    </a:cubicBezTo>
                    <a:close/>
                    <a:moveTo>
                      <a:pt x="1352" y="1942"/>
                    </a:moveTo>
                    <a:cubicBezTo>
                      <a:pt x="1337" y="1942"/>
                      <a:pt x="1324" y="1944"/>
                      <a:pt x="1312" y="1948"/>
                    </a:cubicBezTo>
                    <a:cubicBezTo>
                      <a:pt x="1301" y="1952"/>
                      <a:pt x="1291" y="1956"/>
                      <a:pt x="1284" y="1963"/>
                    </a:cubicBezTo>
                    <a:cubicBezTo>
                      <a:pt x="1277" y="1969"/>
                      <a:pt x="1272" y="1977"/>
                      <a:pt x="1268" y="1986"/>
                    </a:cubicBezTo>
                    <a:cubicBezTo>
                      <a:pt x="1265" y="1994"/>
                      <a:pt x="1263" y="2004"/>
                      <a:pt x="1263" y="2014"/>
                    </a:cubicBezTo>
                    <a:cubicBezTo>
                      <a:pt x="1263" y="2022"/>
                      <a:pt x="1264" y="2029"/>
                      <a:pt x="1266" y="2036"/>
                    </a:cubicBezTo>
                    <a:cubicBezTo>
                      <a:pt x="1269" y="2043"/>
                      <a:pt x="1272" y="2049"/>
                      <a:pt x="1277" y="2055"/>
                    </a:cubicBezTo>
                    <a:cubicBezTo>
                      <a:pt x="1282" y="2061"/>
                      <a:pt x="1288" y="2066"/>
                      <a:pt x="1295" y="2071"/>
                    </a:cubicBezTo>
                    <a:cubicBezTo>
                      <a:pt x="1301" y="2076"/>
                      <a:pt x="1309" y="2082"/>
                      <a:pt x="1318" y="2086"/>
                    </a:cubicBezTo>
                    <a:cubicBezTo>
                      <a:pt x="1307" y="2091"/>
                      <a:pt x="1298" y="2097"/>
                      <a:pt x="1290" y="2102"/>
                    </a:cubicBezTo>
                    <a:cubicBezTo>
                      <a:pt x="1282" y="2108"/>
                      <a:pt x="1276" y="2113"/>
                      <a:pt x="1270" y="2120"/>
                    </a:cubicBezTo>
                    <a:cubicBezTo>
                      <a:pt x="1264" y="2126"/>
                      <a:pt x="1261" y="2133"/>
                      <a:pt x="1258" y="2140"/>
                    </a:cubicBezTo>
                    <a:cubicBezTo>
                      <a:pt x="1255" y="2148"/>
                      <a:pt x="1253" y="2156"/>
                      <a:pt x="1253" y="2165"/>
                    </a:cubicBezTo>
                    <a:cubicBezTo>
                      <a:pt x="1253" y="2176"/>
                      <a:pt x="1255" y="2186"/>
                      <a:pt x="1259" y="2195"/>
                    </a:cubicBezTo>
                    <a:cubicBezTo>
                      <a:pt x="1264" y="2204"/>
                      <a:pt x="1270" y="2212"/>
                      <a:pt x="1278" y="2218"/>
                    </a:cubicBezTo>
                    <a:cubicBezTo>
                      <a:pt x="1286" y="2224"/>
                      <a:pt x="1295" y="2228"/>
                      <a:pt x="1307" y="2231"/>
                    </a:cubicBezTo>
                    <a:cubicBezTo>
                      <a:pt x="1319" y="2234"/>
                      <a:pt x="1332" y="2235"/>
                      <a:pt x="1347" y="2235"/>
                    </a:cubicBezTo>
                    <a:cubicBezTo>
                      <a:pt x="1362" y="2235"/>
                      <a:pt x="1377" y="2234"/>
                      <a:pt x="1389" y="2231"/>
                    </a:cubicBezTo>
                    <a:cubicBezTo>
                      <a:pt x="1401" y="2228"/>
                      <a:pt x="1411" y="2223"/>
                      <a:pt x="1419" y="2216"/>
                    </a:cubicBezTo>
                    <a:cubicBezTo>
                      <a:pt x="1427" y="2209"/>
                      <a:pt x="1434" y="2201"/>
                      <a:pt x="1438" y="2191"/>
                    </a:cubicBezTo>
                    <a:cubicBezTo>
                      <a:pt x="1443" y="2182"/>
                      <a:pt x="1446" y="2171"/>
                      <a:pt x="1446" y="2159"/>
                    </a:cubicBezTo>
                    <a:cubicBezTo>
                      <a:pt x="1446" y="2150"/>
                      <a:pt x="1444" y="2143"/>
                      <a:pt x="1441" y="2136"/>
                    </a:cubicBezTo>
                    <a:cubicBezTo>
                      <a:pt x="1438" y="2129"/>
                      <a:pt x="1433" y="2122"/>
                      <a:pt x="1428" y="2115"/>
                    </a:cubicBezTo>
                    <a:cubicBezTo>
                      <a:pt x="1422" y="2109"/>
                      <a:pt x="1416" y="2103"/>
                      <a:pt x="1408" y="2098"/>
                    </a:cubicBezTo>
                    <a:cubicBezTo>
                      <a:pt x="1399" y="2092"/>
                      <a:pt x="1391" y="2087"/>
                      <a:pt x="1380" y="2082"/>
                    </a:cubicBezTo>
                    <a:cubicBezTo>
                      <a:pt x="1389" y="2077"/>
                      <a:pt x="1396" y="2072"/>
                      <a:pt x="1403" y="2067"/>
                    </a:cubicBezTo>
                    <a:cubicBezTo>
                      <a:pt x="1410" y="2062"/>
                      <a:pt x="1416" y="2055"/>
                      <a:pt x="1421" y="2049"/>
                    </a:cubicBezTo>
                    <a:cubicBezTo>
                      <a:pt x="1426" y="2043"/>
                      <a:pt x="1429" y="2037"/>
                      <a:pt x="1431" y="2030"/>
                    </a:cubicBezTo>
                    <a:cubicBezTo>
                      <a:pt x="1434" y="2023"/>
                      <a:pt x="1435" y="2016"/>
                      <a:pt x="1435" y="2009"/>
                    </a:cubicBezTo>
                    <a:cubicBezTo>
                      <a:pt x="1435" y="1999"/>
                      <a:pt x="1434" y="1990"/>
                      <a:pt x="1431" y="1982"/>
                    </a:cubicBezTo>
                    <a:cubicBezTo>
                      <a:pt x="1427" y="1974"/>
                      <a:pt x="1421" y="1967"/>
                      <a:pt x="1415" y="1961"/>
                    </a:cubicBezTo>
                    <a:cubicBezTo>
                      <a:pt x="1408" y="1955"/>
                      <a:pt x="1400" y="1950"/>
                      <a:pt x="1389" y="1947"/>
                    </a:cubicBezTo>
                    <a:cubicBezTo>
                      <a:pt x="1379" y="1943"/>
                      <a:pt x="1366" y="1942"/>
                      <a:pt x="1352" y="1942"/>
                    </a:cubicBezTo>
                    <a:close/>
                    <a:moveTo>
                      <a:pt x="2386" y="1942"/>
                    </a:moveTo>
                    <a:cubicBezTo>
                      <a:pt x="2369" y="1942"/>
                      <a:pt x="2354" y="1944"/>
                      <a:pt x="2342" y="1950"/>
                    </a:cubicBezTo>
                    <a:cubicBezTo>
                      <a:pt x="2330" y="1955"/>
                      <a:pt x="2320" y="1962"/>
                      <a:pt x="2312" y="1971"/>
                    </a:cubicBezTo>
                    <a:cubicBezTo>
                      <a:pt x="2305" y="1979"/>
                      <a:pt x="2298" y="1989"/>
                      <a:pt x="2295" y="2001"/>
                    </a:cubicBezTo>
                    <a:cubicBezTo>
                      <a:pt x="2291" y="2012"/>
                      <a:pt x="2290" y="2024"/>
                      <a:pt x="2290" y="2037"/>
                    </a:cubicBezTo>
                    <a:cubicBezTo>
                      <a:pt x="2290" y="2049"/>
                      <a:pt x="2291" y="2060"/>
                      <a:pt x="2294" y="2070"/>
                    </a:cubicBezTo>
                    <a:cubicBezTo>
                      <a:pt x="2297" y="2081"/>
                      <a:pt x="2302" y="2089"/>
                      <a:pt x="2308" y="2097"/>
                    </a:cubicBezTo>
                    <a:cubicBezTo>
                      <a:pt x="2315" y="2104"/>
                      <a:pt x="2323" y="2110"/>
                      <a:pt x="2334" y="2115"/>
                    </a:cubicBezTo>
                    <a:cubicBezTo>
                      <a:pt x="2344" y="2119"/>
                      <a:pt x="2358" y="2122"/>
                      <a:pt x="2374" y="2122"/>
                    </a:cubicBezTo>
                    <a:cubicBezTo>
                      <a:pt x="2388" y="2122"/>
                      <a:pt x="2400" y="2120"/>
                      <a:pt x="2411" y="2116"/>
                    </a:cubicBezTo>
                    <a:cubicBezTo>
                      <a:pt x="2422" y="2113"/>
                      <a:pt x="2432" y="2108"/>
                      <a:pt x="2439" y="2104"/>
                    </a:cubicBezTo>
                    <a:cubicBezTo>
                      <a:pt x="2439" y="2117"/>
                      <a:pt x="2437" y="2131"/>
                      <a:pt x="2434" y="2143"/>
                    </a:cubicBezTo>
                    <a:cubicBezTo>
                      <a:pt x="2431" y="2155"/>
                      <a:pt x="2427" y="2165"/>
                      <a:pt x="2420" y="2174"/>
                    </a:cubicBezTo>
                    <a:cubicBezTo>
                      <a:pt x="2414" y="2184"/>
                      <a:pt x="2405" y="2191"/>
                      <a:pt x="2394" y="2197"/>
                    </a:cubicBezTo>
                    <a:cubicBezTo>
                      <a:pt x="2384" y="2202"/>
                      <a:pt x="2373" y="2205"/>
                      <a:pt x="2358" y="2205"/>
                    </a:cubicBezTo>
                    <a:cubicBezTo>
                      <a:pt x="2351" y="2205"/>
                      <a:pt x="2344" y="2205"/>
                      <a:pt x="2338" y="2204"/>
                    </a:cubicBezTo>
                    <a:cubicBezTo>
                      <a:pt x="2332" y="2202"/>
                      <a:pt x="2327" y="2201"/>
                      <a:pt x="2322" y="2200"/>
                    </a:cubicBezTo>
                    <a:cubicBezTo>
                      <a:pt x="2318" y="2199"/>
                      <a:pt x="2314" y="2198"/>
                      <a:pt x="2311" y="2197"/>
                    </a:cubicBezTo>
                    <a:cubicBezTo>
                      <a:pt x="2308" y="2195"/>
                      <a:pt x="2305" y="2195"/>
                      <a:pt x="2304" y="2195"/>
                    </a:cubicBezTo>
                    <a:cubicBezTo>
                      <a:pt x="2302" y="2195"/>
                      <a:pt x="2302" y="2194"/>
                      <a:pt x="2301" y="2195"/>
                    </a:cubicBezTo>
                    <a:cubicBezTo>
                      <a:pt x="2300" y="2195"/>
                      <a:pt x="2300" y="2196"/>
                      <a:pt x="2299" y="2197"/>
                    </a:cubicBezTo>
                    <a:cubicBezTo>
                      <a:pt x="2299" y="2198"/>
                      <a:pt x="2299" y="2200"/>
                      <a:pt x="2298" y="2202"/>
                    </a:cubicBezTo>
                    <a:cubicBezTo>
                      <a:pt x="2298" y="2204"/>
                      <a:pt x="2297" y="2206"/>
                      <a:pt x="2297" y="2209"/>
                    </a:cubicBezTo>
                    <a:cubicBezTo>
                      <a:pt x="2297" y="2213"/>
                      <a:pt x="2298" y="2216"/>
                      <a:pt x="2298" y="2219"/>
                    </a:cubicBezTo>
                    <a:cubicBezTo>
                      <a:pt x="2299" y="2221"/>
                      <a:pt x="2300" y="2223"/>
                      <a:pt x="2302" y="2224"/>
                    </a:cubicBezTo>
                    <a:cubicBezTo>
                      <a:pt x="2303" y="2225"/>
                      <a:pt x="2306" y="2226"/>
                      <a:pt x="2309" y="2227"/>
                    </a:cubicBezTo>
                    <a:cubicBezTo>
                      <a:pt x="2312" y="2229"/>
                      <a:pt x="2317" y="2231"/>
                      <a:pt x="2321" y="2232"/>
                    </a:cubicBezTo>
                    <a:cubicBezTo>
                      <a:pt x="2326" y="2233"/>
                      <a:pt x="2331" y="2234"/>
                      <a:pt x="2337" y="2234"/>
                    </a:cubicBezTo>
                    <a:cubicBezTo>
                      <a:pt x="2343" y="2235"/>
                      <a:pt x="2349" y="2235"/>
                      <a:pt x="2356" y="2235"/>
                    </a:cubicBezTo>
                    <a:cubicBezTo>
                      <a:pt x="2372" y="2235"/>
                      <a:pt x="2386" y="2234"/>
                      <a:pt x="2399" y="2229"/>
                    </a:cubicBezTo>
                    <a:cubicBezTo>
                      <a:pt x="2411" y="2225"/>
                      <a:pt x="2422" y="2219"/>
                      <a:pt x="2431" y="2212"/>
                    </a:cubicBezTo>
                    <a:cubicBezTo>
                      <a:pt x="2440" y="2204"/>
                      <a:pt x="2448" y="2194"/>
                      <a:pt x="2454" y="2184"/>
                    </a:cubicBezTo>
                    <a:cubicBezTo>
                      <a:pt x="2460" y="2174"/>
                      <a:pt x="2464" y="2163"/>
                      <a:pt x="2468" y="2152"/>
                    </a:cubicBezTo>
                    <a:cubicBezTo>
                      <a:pt x="2471" y="2140"/>
                      <a:pt x="2474" y="2128"/>
                      <a:pt x="2476" y="2115"/>
                    </a:cubicBezTo>
                    <a:cubicBezTo>
                      <a:pt x="2477" y="2103"/>
                      <a:pt x="2477" y="2090"/>
                      <a:pt x="2477" y="2077"/>
                    </a:cubicBezTo>
                    <a:cubicBezTo>
                      <a:pt x="2477" y="2064"/>
                      <a:pt x="2477" y="2052"/>
                      <a:pt x="2476" y="2040"/>
                    </a:cubicBezTo>
                    <a:cubicBezTo>
                      <a:pt x="2474" y="2029"/>
                      <a:pt x="2472" y="2017"/>
                      <a:pt x="2469" y="2007"/>
                    </a:cubicBezTo>
                    <a:cubicBezTo>
                      <a:pt x="2467" y="1997"/>
                      <a:pt x="2463" y="1988"/>
                      <a:pt x="2458" y="1980"/>
                    </a:cubicBezTo>
                    <a:cubicBezTo>
                      <a:pt x="2453" y="1972"/>
                      <a:pt x="2448" y="1965"/>
                      <a:pt x="2441" y="1959"/>
                    </a:cubicBezTo>
                    <a:cubicBezTo>
                      <a:pt x="2434" y="1954"/>
                      <a:pt x="2426" y="1950"/>
                      <a:pt x="2417" y="1947"/>
                    </a:cubicBezTo>
                    <a:cubicBezTo>
                      <a:pt x="2407" y="1944"/>
                      <a:pt x="2398" y="1942"/>
                      <a:pt x="2386" y="1942"/>
                    </a:cubicBezTo>
                    <a:close/>
                    <a:moveTo>
                      <a:pt x="3188" y="1942"/>
                    </a:moveTo>
                    <a:cubicBezTo>
                      <a:pt x="3180" y="1942"/>
                      <a:pt x="3171" y="1943"/>
                      <a:pt x="3164" y="1944"/>
                    </a:cubicBezTo>
                    <a:cubicBezTo>
                      <a:pt x="3156" y="1946"/>
                      <a:pt x="3148" y="1949"/>
                      <a:pt x="3141" y="1951"/>
                    </a:cubicBezTo>
                    <a:cubicBezTo>
                      <a:pt x="3135" y="1954"/>
                      <a:pt x="3130" y="1957"/>
                      <a:pt x="3126" y="1959"/>
                    </a:cubicBezTo>
                    <a:cubicBezTo>
                      <a:pt x="3121" y="1962"/>
                      <a:pt x="3118" y="1964"/>
                      <a:pt x="3116" y="1965"/>
                    </a:cubicBezTo>
                    <a:cubicBezTo>
                      <a:pt x="3114" y="1967"/>
                      <a:pt x="3113" y="1968"/>
                      <a:pt x="3112" y="1969"/>
                    </a:cubicBezTo>
                    <a:cubicBezTo>
                      <a:pt x="3112" y="1970"/>
                      <a:pt x="3112" y="1971"/>
                      <a:pt x="3112" y="1973"/>
                    </a:cubicBezTo>
                    <a:cubicBezTo>
                      <a:pt x="3111" y="1974"/>
                      <a:pt x="3111" y="1975"/>
                      <a:pt x="3111" y="1977"/>
                    </a:cubicBezTo>
                    <a:cubicBezTo>
                      <a:pt x="3110" y="1979"/>
                      <a:pt x="3110" y="1980"/>
                      <a:pt x="3110" y="1982"/>
                    </a:cubicBezTo>
                    <a:cubicBezTo>
                      <a:pt x="3110" y="1985"/>
                      <a:pt x="3110" y="1988"/>
                      <a:pt x="3111" y="1990"/>
                    </a:cubicBezTo>
                    <a:cubicBezTo>
                      <a:pt x="3111" y="1992"/>
                      <a:pt x="3111" y="1994"/>
                      <a:pt x="3112" y="1995"/>
                    </a:cubicBezTo>
                    <a:cubicBezTo>
                      <a:pt x="3112" y="1997"/>
                      <a:pt x="3113" y="1998"/>
                      <a:pt x="3114" y="1998"/>
                    </a:cubicBezTo>
                    <a:cubicBezTo>
                      <a:pt x="3115" y="1999"/>
                      <a:pt x="3116" y="1999"/>
                      <a:pt x="3117" y="1999"/>
                    </a:cubicBezTo>
                    <a:cubicBezTo>
                      <a:pt x="3119" y="1999"/>
                      <a:pt x="3121" y="1998"/>
                      <a:pt x="3125" y="1995"/>
                    </a:cubicBezTo>
                    <a:cubicBezTo>
                      <a:pt x="3128" y="1993"/>
                      <a:pt x="3133" y="1990"/>
                      <a:pt x="3138" y="1988"/>
                    </a:cubicBezTo>
                    <a:cubicBezTo>
                      <a:pt x="3143" y="1985"/>
                      <a:pt x="3149" y="1982"/>
                      <a:pt x="3156" y="1980"/>
                    </a:cubicBezTo>
                    <a:cubicBezTo>
                      <a:pt x="3164" y="1977"/>
                      <a:pt x="3172" y="1975"/>
                      <a:pt x="3181" y="1975"/>
                    </a:cubicBezTo>
                    <a:cubicBezTo>
                      <a:pt x="3189" y="1975"/>
                      <a:pt x="3196" y="1977"/>
                      <a:pt x="3201" y="1980"/>
                    </a:cubicBezTo>
                    <a:cubicBezTo>
                      <a:pt x="3207" y="1982"/>
                      <a:pt x="3212" y="1985"/>
                      <a:pt x="3216" y="1989"/>
                    </a:cubicBezTo>
                    <a:cubicBezTo>
                      <a:pt x="3219" y="1994"/>
                      <a:pt x="3222" y="1999"/>
                      <a:pt x="3224" y="2004"/>
                    </a:cubicBezTo>
                    <a:cubicBezTo>
                      <a:pt x="3226" y="2010"/>
                      <a:pt x="3228" y="2016"/>
                      <a:pt x="3228" y="2022"/>
                    </a:cubicBezTo>
                    <a:cubicBezTo>
                      <a:pt x="3228" y="2028"/>
                      <a:pt x="3227" y="2035"/>
                      <a:pt x="3226" y="2042"/>
                    </a:cubicBezTo>
                    <a:cubicBezTo>
                      <a:pt x="3225" y="2049"/>
                      <a:pt x="3222" y="2058"/>
                      <a:pt x="3217" y="2067"/>
                    </a:cubicBezTo>
                    <a:cubicBezTo>
                      <a:pt x="3213" y="2076"/>
                      <a:pt x="3207" y="2085"/>
                      <a:pt x="3200" y="2096"/>
                    </a:cubicBezTo>
                    <a:cubicBezTo>
                      <a:pt x="3192" y="2107"/>
                      <a:pt x="3182" y="2119"/>
                      <a:pt x="3169" y="2132"/>
                    </a:cubicBezTo>
                    <a:lnTo>
                      <a:pt x="3113" y="2191"/>
                    </a:lnTo>
                    <a:cubicBezTo>
                      <a:pt x="3111" y="2193"/>
                      <a:pt x="3111" y="2195"/>
                      <a:pt x="3110" y="2197"/>
                    </a:cubicBezTo>
                    <a:cubicBezTo>
                      <a:pt x="3109" y="2198"/>
                      <a:pt x="3107" y="2200"/>
                      <a:pt x="3106" y="2202"/>
                    </a:cubicBezTo>
                    <a:cubicBezTo>
                      <a:pt x="3105" y="2204"/>
                      <a:pt x="3106" y="2205"/>
                      <a:pt x="3105" y="2207"/>
                    </a:cubicBezTo>
                    <a:cubicBezTo>
                      <a:pt x="3105" y="2209"/>
                      <a:pt x="3104" y="2212"/>
                      <a:pt x="3104" y="2215"/>
                    </a:cubicBezTo>
                    <a:cubicBezTo>
                      <a:pt x="3104" y="2218"/>
                      <a:pt x="3105" y="2221"/>
                      <a:pt x="3105" y="2223"/>
                    </a:cubicBezTo>
                    <a:cubicBezTo>
                      <a:pt x="3106" y="2225"/>
                      <a:pt x="3107" y="2227"/>
                      <a:pt x="3108" y="2228"/>
                    </a:cubicBezTo>
                    <a:cubicBezTo>
                      <a:pt x="3109" y="2229"/>
                      <a:pt x="3111" y="2230"/>
                      <a:pt x="3112" y="2231"/>
                    </a:cubicBezTo>
                    <a:cubicBezTo>
                      <a:pt x="3114" y="2231"/>
                      <a:pt x="3116" y="2232"/>
                      <a:pt x="3118" y="2232"/>
                    </a:cubicBezTo>
                    <a:lnTo>
                      <a:pt x="3275" y="2232"/>
                    </a:lnTo>
                    <a:cubicBezTo>
                      <a:pt x="3276" y="2232"/>
                      <a:pt x="3278" y="2232"/>
                      <a:pt x="3279" y="2231"/>
                    </a:cubicBezTo>
                    <a:cubicBezTo>
                      <a:pt x="3280" y="2230"/>
                      <a:pt x="3281" y="2229"/>
                      <a:pt x="3282" y="2227"/>
                    </a:cubicBezTo>
                    <a:cubicBezTo>
                      <a:pt x="3282" y="2226"/>
                      <a:pt x="3282" y="2224"/>
                      <a:pt x="3283" y="2222"/>
                    </a:cubicBezTo>
                    <a:cubicBezTo>
                      <a:pt x="3283" y="2220"/>
                      <a:pt x="3283" y="2218"/>
                      <a:pt x="3283" y="2215"/>
                    </a:cubicBezTo>
                    <a:cubicBezTo>
                      <a:pt x="3283" y="2212"/>
                      <a:pt x="3283" y="2210"/>
                      <a:pt x="3283" y="2208"/>
                    </a:cubicBezTo>
                    <a:cubicBezTo>
                      <a:pt x="3282" y="2206"/>
                      <a:pt x="3282" y="2205"/>
                      <a:pt x="3281" y="2204"/>
                    </a:cubicBezTo>
                    <a:cubicBezTo>
                      <a:pt x="3280" y="2202"/>
                      <a:pt x="3279" y="2201"/>
                      <a:pt x="3278" y="2200"/>
                    </a:cubicBezTo>
                    <a:cubicBezTo>
                      <a:pt x="3277" y="2199"/>
                      <a:pt x="3276" y="2199"/>
                      <a:pt x="3275" y="2199"/>
                    </a:cubicBezTo>
                    <a:lnTo>
                      <a:pt x="3150" y="2199"/>
                    </a:lnTo>
                    <a:lnTo>
                      <a:pt x="3196" y="2152"/>
                    </a:lnTo>
                    <a:cubicBezTo>
                      <a:pt x="3212" y="2136"/>
                      <a:pt x="3225" y="2120"/>
                      <a:pt x="3235" y="2107"/>
                    </a:cubicBezTo>
                    <a:cubicBezTo>
                      <a:pt x="3245" y="2095"/>
                      <a:pt x="3253" y="2084"/>
                      <a:pt x="3258" y="2073"/>
                    </a:cubicBezTo>
                    <a:cubicBezTo>
                      <a:pt x="3263" y="2063"/>
                      <a:pt x="3266" y="2052"/>
                      <a:pt x="3268" y="2043"/>
                    </a:cubicBezTo>
                    <a:cubicBezTo>
                      <a:pt x="3269" y="2034"/>
                      <a:pt x="3270" y="2025"/>
                      <a:pt x="3270" y="2016"/>
                    </a:cubicBezTo>
                    <a:cubicBezTo>
                      <a:pt x="3270" y="2006"/>
                      <a:pt x="3268" y="1996"/>
                      <a:pt x="3265" y="1988"/>
                    </a:cubicBezTo>
                    <a:cubicBezTo>
                      <a:pt x="3262" y="1979"/>
                      <a:pt x="3257" y="1970"/>
                      <a:pt x="3250" y="1964"/>
                    </a:cubicBezTo>
                    <a:cubicBezTo>
                      <a:pt x="3243" y="1957"/>
                      <a:pt x="3235" y="1952"/>
                      <a:pt x="3224" y="1948"/>
                    </a:cubicBezTo>
                    <a:cubicBezTo>
                      <a:pt x="3214" y="1944"/>
                      <a:pt x="3202" y="1942"/>
                      <a:pt x="3188" y="1942"/>
                    </a:cubicBezTo>
                    <a:close/>
                    <a:moveTo>
                      <a:pt x="3426" y="1942"/>
                    </a:moveTo>
                    <a:cubicBezTo>
                      <a:pt x="3408" y="1942"/>
                      <a:pt x="3392" y="1946"/>
                      <a:pt x="3379" y="1953"/>
                    </a:cubicBezTo>
                    <a:cubicBezTo>
                      <a:pt x="3366" y="1960"/>
                      <a:pt x="3355" y="1970"/>
                      <a:pt x="3347" y="1983"/>
                    </a:cubicBezTo>
                    <a:cubicBezTo>
                      <a:pt x="3339" y="1996"/>
                      <a:pt x="3334" y="2012"/>
                      <a:pt x="3330" y="2030"/>
                    </a:cubicBezTo>
                    <a:cubicBezTo>
                      <a:pt x="3327" y="2048"/>
                      <a:pt x="3325" y="2068"/>
                      <a:pt x="3325" y="2090"/>
                    </a:cubicBezTo>
                    <a:cubicBezTo>
                      <a:pt x="3325" y="2113"/>
                      <a:pt x="3326" y="2134"/>
                      <a:pt x="3329" y="2152"/>
                    </a:cubicBezTo>
                    <a:cubicBezTo>
                      <a:pt x="3333" y="2171"/>
                      <a:pt x="3338" y="2186"/>
                      <a:pt x="3345" y="2198"/>
                    </a:cubicBezTo>
                    <a:cubicBezTo>
                      <a:pt x="3353" y="2211"/>
                      <a:pt x="3363" y="2220"/>
                      <a:pt x="3375" y="2227"/>
                    </a:cubicBezTo>
                    <a:cubicBezTo>
                      <a:pt x="3387" y="2233"/>
                      <a:pt x="3402" y="2235"/>
                      <a:pt x="3420" y="2235"/>
                    </a:cubicBezTo>
                    <a:cubicBezTo>
                      <a:pt x="3439" y="2235"/>
                      <a:pt x="3456" y="2232"/>
                      <a:pt x="3469" y="2225"/>
                    </a:cubicBezTo>
                    <a:cubicBezTo>
                      <a:pt x="3482" y="2218"/>
                      <a:pt x="3492" y="2208"/>
                      <a:pt x="3500" y="2195"/>
                    </a:cubicBezTo>
                    <a:cubicBezTo>
                      <a:pt x="3508" y="2182"/>
                      <a:pt x="3514" y="2166"/>
                      <a:pt x="3517" y="2148"/>
                    </a:cubicBezTo>
                    <a:cubicBezTo>
                      <a:pt x="3521" y="2130"/>
                      <a:pt x="3522" y="2110"/>
                      <a:pt x="3522" y="2088"/>
                    </a:cubicBezTo>
                    <a:cubicBezTo>
                      <a:pt x="3522" y="2065"/>
                      <a:pt x="3520" y="2044"/>
                      <a:pt x="3517" y="2025"/>
                    </a:cubicBezTo>
                    <a:cubicBezTo>
                      <a:pt x="3514" y="2007"/>
                      <a:pt x="3509" y="1992"/>
                      <a:pt x="3501" y="1980"/>
                    </a:cubicBezTo>
                    <a:cubicBezTo>
                      <a:pt x="3494" y="1967"/>
                      <a:pt x="3484" y="1958"/>
                      <a:pt x="3472" y="1951"/>
                    </a:cubicBezTo>
                    <a:cubicBezTo>
                      <a:pt x="3460" y="1945"/>
                      <a:pt x="3444" y="1942"/>
                      <a:pt x="3426" y="1942"/>
                    </a:cubicBezTo>
                    <a:close/>
                    <a:moveTo>
                      <a:pt x="6297" y="1942"/>
                    </a:moveTo>
                    <a:cubicBezTo>
                      <a:pt x="6288" y="1942"/>
                      <a:pt x="6280" y="1943"/>
                      <a:pt x="6272" y="1944"/>
                    </a:cubicBezTo>
                    <a:cubicBezTo>
                      <a:pt x="6265" y="1946"/>
                      <a:pt x="6258" y="1949"/>
                      <a:pt x="6251" y="1951"/>
                    </a:cubicBezTo>
                    <a:cubicBezTo>
                      <a:pt x="6245" y="1954"/>
                      <a:pt x="6239" y="1957"/>
                      <a:pt x="6234" y="1959"/>
                    </a:cubicBezTo>
                    <a:cubicBezTo>
                      <a:pt x="6230" y="1962"/>
                      <a:pt x="6227" y="1964"/>
                      <a:pt x="6226" y="1965"/>
                    </a:cubicBezTo>
                    <a:cubicBezTo>
                      <a:pt x="6224" y="1967"/>
                      <a:pt x="6223" y="1968"/>
                      <a:pt x="6222" y="1969"/>
                    </a:cubicBezTo>
                    <a:cubicBezTo>
                      <a:pt x="6222" y="1970"/>
                      <a:pt x="6221" y="1971"/>
                      <a:pt x="6220" y="1973"/>
                    </a:cubicBezTo>
                    <a:cubicBezTo>
                      <a:pt x="6220" y="1974"/>
                      <a:pt x="6220" y="1975"/>
                      <a:pt x="6219" y="1977"/>
                    </a:cubicBezTo>
                    <a:cubicBezTo>
                      <a:pt x="6219" y="1979"/>
                      <a:pt x="6219" y="1980"/>
                      <a:pt x="6219" y="1982"/>
                    </a:cubicBezTo>
                    <a:cubicBezTo>
                      <a:pt x="6219" y="1985"/>
                      <a:pt x="6220" y="1988"/>
                      <a:pt x="6220" y="1990"/>
                    </a:cubicBezTo>
                    <a:cubicBezTo>
                      <a:pt x="6221" y="1992"/>
                      <a:pt x="6221" y="1994"/>
                      <a:pt x="6221" y="1995"/>
                    </a:cubicBezTo>
                    <a:cubicBezTo>
                      <a:pt x="6222" y="1997"/>
                      <a:pt x="6222" y="1998"/>
                      <a:pt x="6223" y="1998"/>
                    </a:cubicBezTo>
                    <a:cubicBezTo>
                      <a:pt x="6224" y="1999"/>
                      <a:pt x="6225" y="1999"/>
                      <a:pt x="6226" y="1999"/>
                    </a:cubicBezTo>
                    <a:cubicBezTo>
                      <a:pt x="6227" y="1999"/>
                      <a:pt x="6230" y="1998"/>
                      <a:pt x="6234" y="1995"/>
                    </a:cubicBezTo>
                    <a:cubicBezTo>
                      <a:pt x="6237" y="1993"/>
                      <a:pt x="6242" y="1990"/>
                      <a:pt x="6248" y="1988"/>
                    </a:cubicBezTo>
                    <a:cubicBezTo>
                      <a:pt x="6253" y="1985"/>
                      <a:pt x="6259" y="1982"/>
                      <a:pt x="6266" y="1980"/>
                    </a:cubicBezTo>
                    <a:cubicBezTo>
                      <a:pt x="6273" y="1977"/>
                      <a:pt x="6281" y="1975"/>
                      <a:pt x="6290" y="1975"/>
                    </a:cubicBezTo>
                    <a:cubicBezTo>
                      <a:pt x="6298" y="1975"/>
                      <a:pt x="6304" y="1977"/>
                      <a:pt x="6310" y="1980"/>
                    </a:cubicBezTo>
                    <a:cubicBezTo>
                      <a:pt x="6316" y="1982"/>
                      <a:pt x="6321" y="1985"/>
                      <a:pt x="6325" y="1989"/>
                    </a:cubicBezTo>
                    <a:cubicBezTo>
                      <a:pt x="6329" y="1994"/>
                      <a:pt x="6332" y="1999"/>
                      <a:pt x="6334" y="2004"/>
                    </a:cubicBezTo>
                    <a:cubicBezTo>
                      <a:pt x="6336" y="2010"/>
                      <a:pt x="6338" y="2016"/>
                      <a:pt x="6338" y="2022"/>
                    </a:cubicBezTo>
                    <a:cubicBezTo>
                      <a:pt x="6338" y="2028"/>
                      <a:pt x="6336" y="2035"/>
                      <a:pt x="6335" y="2042"/>
                    </a:cubicBezTo>
                    <a:cubicBezTo>
                      <a:pt x="6334" y="2049"/>
                      <a:pt x="6331" y="2058"/>
                      <a:pt x="6327" y="2067"/>
                    </a:cubicBezTo>
                    <a:cubicBezTo>
                      <a:pt x="6323" y="2076"/>
                      <a:pt x="6317" y="2085"/>
                      <a:pt x="6309" y="2096"/>
                    </a:cubicBezTo>
                    <a:cubicBezTo>
                      <a:pt x="6302" y="2107"/>
                      <a:pt x="6291" y="2119"/>
                      <a:pt x="6279" y="2132"/>
                    </a:cubicBezTo>
                    <a:lnTo>
                      <a:pt x="6223" y="2191"/>
                    </a:lnTo>
                    <a:cubicBezTo>
                      <a:pt x="6221" y="2193"/>
                      <a:pt x="6220" y="2195"/>
                      <a:pt x="6219" y="2197"/>
                    </a:cubicBezTo>
                    <a:cubicBezTo>
                      <a:pt x="6217" y="2198"/>
                      <a:pt x="6217" y="2200"/>
                      <a:pt x="6216" y="2202"/>
                    </a:cubicBezTo>
                    <a:cubicBezTo>
                      <a:pt x="6215" y="2204"/>
                      <a:pt x="6214" y="2205"/>
                      <a:pt x="6214" y="2207"/>
                    </a:cubicBezTo>
                    <a:cubicBezTo>
                      <a:pt x="6214" y="2209"/>
                      <a:pt x="6214" y="2212"/>
                      <a:pt x="6214" y="2215"/>
                    </a:cubicBezTo>
                    <a:cubicBezTo>
                      <a:pt x="6214" y="2218"/>
                      <a:pt x="6215" y="2221"/>
                      <a:pt x="6215" y="2223"/>
                    </a:cubicBezTo>
                    <a:cubicBezTo>
                      <a:pt x="6216" y="2225"/>
                      <a:pt x="6217" y="2227"/>
                      <a:pt x="6218" y="2228"/>
                    </a:cubicBezTo>
                    <a:cubicBezTo>
                      <a:pt x="6219" y="2229"/>
                      <a:pt x="6220" y="2230"/>
                      <a:pt x="6221" y="2231"/>
                    </a:cubicBezTo>
                    <a:cubicBezTo>
                      <a:pt x="6223" y="2231"/>
                      <a:pt x="6224" y="2232"/>
                      <a:pt x="6227" y="2232"/>
                    </a:cubicBezTo>
                    <a:lnTo>
                      <a:pt x="6384" y="2232"/>
                    </a:lnTo>
                    <a:cubicBezTo>
                      <a:pt x="6386" y="2232"/>
                      <a:pt x="6387" y="2232"/>
                      <a:pt x="6388" y="2231"/>
                    </a:cubicBezTo>
                    <a:cubicBezTo>
                      <a:pt x="6389" y="2230"/>
                      <a:pt x="6390" y="2229"/>
                      <a:pt x="6391" y="2227"/>
                    </a:cubicBezTo>
                    <a:cubicBezTo>
                      <a:pt x="6391" y="2226"/>
                      <a:pt x="6392" y="2224"/>
                      <a:pt x="6392" y="2222"/>
                    </a:cubicBezTo>
                    <a:cubicBezTo>
                      <a:pt x="6393" y="2220"/>
                      <a:pt x="6393" y="2218"/>
                      <a:pt x="6393" y="2215"/>
                    </a:cubicBezTo>
                    <a:cubicBezTo>
                      <a:pt x="6393" y="2212"/>
                      <a:pt x="6393" y="2210"/>
                      <a:pt x="6392" y="2208"/>
                    </a:cubicBezTo>
                    <a:cubicBezTo>
                      <a:pt x="6392" y="2206"/>
                      <a:pt x="6391" y="2205"/>
                      <a:pt x="6391" y="2204"/>
                    </a:cubicBezTo>
                    <a:cubicBezTo>
                      <a:pt x="6390" y="2202"/>
                      <a:pt x="6389" y="2201"/>
                      <a:pt x="6388" y="2200"/>
                    </a:cubicBezTo>
                    <a:cubicBezTo>
                      <a:pt x="6387" y="2199"/>
                      <a:pt x="6386" y="2199"/>
                      <a:pt x="6384" y="2199"/>
                    </a:cubicBezTo>
                    <a:lnTo>
                      <a:pt x="6260" y="2199"/>
                    </a:lnTo>
                    <a:lnTo>
                      <a:pt x="6305" y="2152"/>
                    </a:lnTo>
                    <a:cubicBezTo>
                      <a:pt x="6321" y="2136"/>
                      <a:pt x="6335" y="2120"/>
                      <a:pt x="6345" y="2107"/>
                    </a:cubicBezTo>
                    <a:cubicBezTo>
                      <a:pt x="6355" y="2095"/>
                      <a:pt x="6362" y="2084"/>
                      <a:pt x="6367" y="2073"/>
                    </a:cubicBezTo>
                    <a:cubicBezTo>
                      <a:pt x="6372" y="2063"/>
                      <a:pt x="6376" y="2052"/>
                      <a:pt x="6377" y="2043"/>
                    </a:cubicBezTo>
                    <a:cubicBezTo>
                      <a:pt x="6379" y="2034"/>
                      <a:pt x="6380" y="2025"/>
                      <a:pt x="6380" y="2016"/>
                    </a:cubicBezTo>
                    <a:cubicBezTo>
                      <a:pt x="6380" y="2006"/>
                      <a:pt x="6378" y="1996"/>
                      <a:pt x="6375" y="1988"/>
                    </a:cubicBezTo>
                    <a:cubicBezTo>
                      <a:pt x="6371" y="1979"/>
                      <a:pt x="6367" y="1970"/>
                      <a:pt x="6360" y="1964"/>
                    </a:cubicBezTo>
                    <a:cubicBezTo>
                      <a:pt x="6353" y="1957"/>
                      <a:pt x="6344" y="1952"/>
                      <a:pt x="6333" y="1948"/>
                    </a:cubicBezTo>
                    <a:cubicBezTo>
                      <a:pt x="6323" y="1944"/>
                      <a:pt x="6311" y="1942"/>
                      <a:pt x="6297" y="1942"/>
                    </a:cubicBezTo>
                    <a:close/>
                    <a:moveTo>
                      <a:pt x="6527" y="1942"/>
                    </a:moveTo>
                    <a:cubicBezTo>
                      <a:pt x="6518" y="1942"/>
                      <a:pt x="6509" y="1943"/>
                      <a:pt x="6501" y="1944"/>
                    </a:cubicBezTo>
                    <a:cubicBezTo>
                      <a:pt x="6493" y="1946"/>
                      <a:pt x="6485" y="1949"/>
                      <a:pt x="6479" y="1951"/>
                    </a:cubicBezTo>
                    <a:cubicBezTo>
                      <a:pt x="6473" y="1954"/>
                      <a:pt x="6467" y="1957"/>
                      <a:pt x="6463" y="1959"/>
                    </a:cubicBezTo>
                    <a:cubicBezTo>
                      <a:pt x="6459" y="1962"/>
                      <a:pt x="6456" y="1964"/>
                      <a:pt x="6455" y="1965"/>
                    </a:cubicBezTo>
                    <a:cubicBezTo>
                      <a:pt x="6454" y="1967"/>
                      <a:pt x="6452" y="1968"/>
                      <a:pt x="6451" y="1969"/>
                    </a:cubicBezTo>
                    <a:cubicBezTo>
                      <a:pt x="6451" y="1970"/>
                      <a:pt x="6451" y="1971"/>
                      <a:pt x="6451" y="1973"/>
                    </a:cubicBezTo>
                    <a:cubicBezTo>
                      <a:pt x="6450" y="1974"/>
                      <a:pt x="6450" y="1975"/>
                      <a:pt x="6450" y="1977"/>
                    </a:cubicBezTo>
                    <a:cubicBezTo>
                      <a:pt x="6450" y="1979"/>
                      <a:pt x="6449" y="1980"/>
                      <a:pt x="6449" y="1982"/>
                    </a:cubicBezTo>
                    <a:cubicBezTo>
                      <a:pt x="6449" y="1985"/>
                      <a:pt x="6449" y="1988"/>
                      <a:pt x="6450" y="1990"/>
                    </a:cubicBezTo>
                    <a:cubicBezTo>
                      <a:pt x="6450" y="1992"/>
                      <a:pt x="6450" y="1993"/>
                      <a:pt x="6451" y="1995"/>
                    </a:cubicBezTo>
                    <a:cubicBezTo>
                      <a:pt x="6451" y="1996"/>
                      <a:pt x="6451" y="1997"/>
                      <a:pt x="6452" y="1997"/>
                    </a:cubicBezTo>
                    <a:cubicBezTo>
                      <a:pt x="6453" y="1998"/>
                      <a:pt x="6454" y="1997"/>
                      <a:pt x="6455" y="1997"/>
                    </a:cubicBezTo>
                    <a:cubicBezTo>
                      <a:pt x="6456" y="1997"/>
                      <a:pt x="6459" y="1996"/>
                      <a:pt x="6463" y="1994"/>
                    </a:cubicBezTo>
                    <a:cubicBezTo>
                      <a:pt x="6467" y="1991"/>
                      <a:pt x="6471" y="1989"/>
                      <a:pt x="6477" y="1986"/>
                    </a:cubicBezTo>
                    <a:cubicBezTo>
                      <a:pt x="6483" y="1983"/>
                      <a:pt x="6488" y="1980"/>
                      <a:pt x="6496" y="1977"/>
                    </a:cubicBezTo>
                    <a:cubicBezTo>
                      <a:pt x="6503" y="1974"/>
                      <a:pt x="6511" y="1973"/>
                      <a:pt x="6519" y="1973"/>
                    </a:cubicBezTo>
                    <a:cubicBezTo>
                      <a:pt x="6527" y="1973"/>
                      <a:pt x="6534" y="1975"/>
                      <a:pt x="6540" y="1977"/>
                    </a:cubicBezTo>
                    <a:cubicBezTo>
                      <a:pt x="6546" y="1979"/>
                      <a:pt x="6551" y="1982"/>
                      <a:pt x="6555" y="1986"/>
                    </a:cubicBezTo>
                    <a:cubicBezTo>
                      <a:pt x="6558" y="1990"/>
                      <a:pt x="6562" y="1994"/>
                      <a:pt x="6563" y="2000"/>
                    </a:cubicBezTo>
                    <a:cubicBezTo>
                      <a:pt x="6565" y="2005"/>
                      <a:pt x="6566" y="2011"/>
                      <a:pt x="6566" y="2017"/>
                    </a:cubicBezTo>
                    <a:cubicBezTo>
                      <a:pt x="6566" y="2025"/>
                      <a:pt x="6565" y="2032"/>
                      <a:pt x="6562" y="2039"/>
                    </a:cubicBezTo>
                    <a:cubicBezTo>
                      <a:pt x="6559" y="2045"/>
                      <a:pt x="6555" y="2051"/>
                      <a:pt x="6549" y="2055"/>
                    </a:cubicBezTo>
                    <a:cubicBezTo>
                      <a:pt x="6544" y="2060"/>
                      <a:pt x="6538" y="2064"/>
                      <a:pt x="6530" y="2067"/>
                    </a:cubicBezTo>
                    <a:cubicBezTo>
                      <a:pt x="6522" y="2069"/>
                      <a:pt x="6513" y="2070"/>
                      <a:pt x="6503" y="2070"/>
                    </a:cubicBezTo>
                    <a:lnTo>
                      <a:pt x="6479" y="2070"/>
                    </a:lnTo>
                    <a:cubicBezTo>
                      <a:pt x="6477" y="2070"/>
                      <a:pt x="6476" y="2071"/>
                      <a:pt x="6475" y="2071"/>
                    </a:cubicBezTo>
                    <a:cubicBezTo>
                      <a:pt x="6474" y="2072"/>
                      <a:pt x="6473" y="2073"/>
                      <a:pt x="6473" y="2074"/>
                    </a:cubicBezTo>
                    <a:cubicBezTo>
                      <a:pt x="6472" y="2075"/>
                      <a:pt x="6471" y="2077"/>
                      <a:pt x="6471" y="2078"/>
                    </a:cubicBezTo>
                    <a:cubicBezTo>
                      <a:pt x="6470" y="2080"/>
                      <a:pt x="6470" y="2082"/>
                      <a:pt x="6470" y="2085"/>
                    </a:cubicBezTo>
                    <a:cubicBezTo>
                      <a:pt x="6470" y="2088"/>
                      <a:pt x="6470" y="2091"/>
                      <a:pt x="6471" y="2092"/>
                    </a:cubicBezTo>
                    <a:cubicBezTo>
                      <a:pt x="6471" y="2094"/>
                      <a:pt x="6472" y="2096"/>
                      <a:pt x="6473" y="2097"/>
                    </a:cubicBezTo>
                    <a:cubicBezTo>
                      <a:pt x="6473" y="2098"/>
                      <a:pt x="6474" y="2099"/>
                      <a:pt x="6475" y="2100"/>
                    </a:cubicBezTo>
                    <a:cubicBezTo>
                      <a:pt x="6476" y="2100"/>
                      <a:pt x="6478" y="2100"/>
                      <a:pt x="6479" y="2100"/>
                    </a:cubicBezTo>
                    <a:lnTo>
                      <a:pt x="6506" y="2100"/>
                    </a:lnTo>
                    <a:cubicBezTo>
                      <a:pt x="6517" y="2100"/>
                      <a:pt x="6527" y="2101"/>
                      <a:pt x="6536" y="2104"/>
                    </a:cubicBezTo>
                    <a:cubicBezTo>
                      <a:pt x="6545" y="2106"/>
                      <a:pt x="6553" y="2110"/>
                      <a:pt x="6559" y="2115"/>
                    </a:cubicBezTo>
                    <a:cubicBezTo>
                      <a:pt x="6565" y="2119"/>
                      <a:pt x="6570" y="2125"/>
                      <a:pt x="6573" y="2131"/>
                    </a:cubicBezTo>
                    <a:cubicBezTo>
                      <a:pt x="6576" y="2138"/>
                      <a:pt x="6578" y="2145"/>
                      <a:pt x="6578" y="2153"/>
                    </a:cubicBezTo>
                    <a:cubicBezTo>
                      <a:pt x="6578" y="2161"/>
                      <a:pt x="6577" y="2167"/>
                      <a:pt x="6574" y="2174"/>
                    </a:cubicBezTo>
                    <a:cubicBezTo>
                      <a:pt x="6572" y="2180"/>
                      <a:pt x="6568" y="2186"/>
                      <a:pt x="6563" y="2190"/>
                    </a:cubicBezTo>
                    <a:cubicBezTo>
                      <a:pt x="6558" y="2195"/>
                      <a:pt x="6551" y="2198"/>
                      <a:pt x="6544" y="2201"/>
                    </a:cubicBezTo>
                    <a:cubicBezTo>
                      <a:pt x="6537" y="2203"/>
                      <a:pt x="6528" y="2204"/>
                      <a:pt x="6518" y="2204"/>
                    </a:cubicBezTo>
                    <a:cubicBezTo>
                      <a:pt x="6508" y="2204"/>
                      <a:pt x="6499" y="2203"/>
                      <a:pt x="6491" y="2201"/>
                    </a:cubicBezTo>
                    <a:cubicBezTo>
                      <a:pt x="6483" y="2199"/>
                      <a:pt x="6476" y="2196"/>
                      <a:pt x="6470" y="2193"/>
                    </a:cubicBezTo>
                    <a:cubicBezTo>
                      <a:pt x="6464" y="2190"/>
                      <a:pt x="6459" y="2188"/>
                      <a:pt x="6455" y="2186"/>
                    </a:cubicBezTo>
                    <a:cubicBezTo>
                      <a:pt x="6451" y="2184"/>
                      <a:pt x="6448" y="2182"/>
                      <a:pt x="6447" y="2182"/>
                    </a:cubicBezTo>
                    <a:cubicBezTo>
                      <a:pt x="6445" y="2182"/>
                      <a:pt x="6444" y="2183"/>
                      <a:pt x="6443" y="2185"/>
                    </a:cubicBezTo>
                    <a:cubicBezTo>
                      <a:pt x="6442" y="2187"/>
                      <a:pt x="6441" y="2191"/>
                      <a:pt x="6441" y="2197"/>
                    </a:cubicBezTo>
                    <a:cubicBezTo>
                      <a:pt x="6441" y="2200"/>
                      <a:pt x="6441" y="2202"/>
                      <a:pt x="6442" y="2204"/>
                    </a:cubicBezTo>
                    <a:cubicBezTo>
                      <a:pt x="6442" y="2207"/>
                      <a:pt x="6442" y="2208"/>
                      <a:pt x="6443" y="2210"/>
                    </a:cubicBezTo>
                    <a:cubicBezTo>
                      <a:pt x="6443" y="2211"/>
                      <a:pt x="6444" y="2212"/>
                      <a:pt x="6444" y="2213"/>
                    </a:cubicBezTo>
                    <a:cubicBezTo>
                      <a:pt x="6445" y="2214"/>
                      <a:pt x="6445" y="2215"/>
                      <a:pt x="6446" y="2216"/>
                    </a:cubicBezTo>
                    <a:cubicBezTo>
                      <a:pt x="6447" y="2217"/>
                      <a:pt x="6451" y="2219"/>
                      <a:pt x="6455" y="2221"/>
                    </a:cubicBezTo>
                    <a:cubicBezTo>
                      <a:pt x="6459" y="2224"/>
                      <a:pt x="6464" y="2226"/>
                      <a:pt x="6471" y="2228"/>
                    </a:cubicBezTo>
                    <a:cubicBezTo>
                      <a:pt x="6477" y="2230"/>
                      <a:pt x="6485" y="2232"/>
                      <a:pt x="6493" y="2234"/>
                    </a:cubicBezTo>
                    <a:cubicBezTo>
                      <a:pt x="6501" y="2235"/>
                      <a:pt x="6510" y="2235"/>
                      <a:pt x="6519" y="2235"/>
                    </a:cubicBezTo>
                    <a:cubicBezTo>
                      <a:pt x="6535" y="2235"/>
                      <a:pt x="6549" y="2234"/>
                      <a:pt x="6562" y="2230"/>
                    </a:cubicBezTo>
                    <a:cubicBezTo>
                      <a:pt x="6574" y="2226"/>
                      <a:pt x="6585" y="2220"/>
                      <a:pt x="6593" y="2212"/>
                    </a:cubicBezTo>
                    <a:cubicBezTo>
                      <a:pt x="6602" y="2205"/>
                      <a:pt x="6608" y="2196"/>
                      <a:pt x="6613" y="2185"/>
                    </a:cubicBezTo>
                    <a:cubicBezTo>
                      <a:pt x="6617" y="2175"/>
                      <a:pt x="6620" y="2163"/>
                      <a:pt x="6620" y="2150"/>
                    </a:cubicBezTo>
                    <a:cubicBezTo>
                      <a:pt x="6620" y="2141"/>
                      <a:pt x="6618" y="2133"/>
                      <a:pt x="6615" y="2125"/>
                    </a:cubicBezTo>
                    <a:cubicBezTo>
                      <a:pt x="6611" y="2117"/>
                      <a:pt x="6607" y="2110"/>
                      <a:pt x="6601" y="2104"/>
                    </a:cubicBezTo>
                    <a:cubicBezTo>
                      <a:pt x="6595" y="2098"/>
                      <a:pt x="6588" y="2094"/>
                      <a:pt x="6580" y="2090"/>
                    </a:cubicBezTo>
                    <a:cubicBezTo>
                      <a:pt x="6572" y="2086"/>
                      <a:pt x="6563" y="2083"/>
                      <a:pt x="6553" y="2082"/>
                    </a:cubicBezTo>
                    <a:cubicBezTo>
                      <a:pt x="6562" y="2080"/>
                      <a:pt x="6569" y="2077"/>
                      <a:pt x="6576" y="2073"/>
                    </a:cubicBezTo>
                    <a:cubicBezTo>
                      <a:pt x="6582" y="2069"/>
                      <a:pt x="6588" y="2064"/>
                      <a:pt x="6593" y="2058"/>
                    </a:cubicBezTo>
                    <a:cubicBezTo>
                      <a:pt x="6597" y="2052"/>
                      <a:pt x="6601" y="2045"/>
                      <a:pt x="6603" y="2037"/>
                    </a:cubicBezTo>
                    <a:cubicBezTo>
                      <a:pt x="6605" y="2029"/>
                      <a:pt x="6607" y="2021"/>
                      <a:pt x="6607" y="2012"/>
                    </a:cubicBezTo>
                    <a:cubicBezTo>
                      <a:pt x="6607" y="2002"/>
                      <a:pt x="6605" y="1993"/>
                      <a:pt x="6601" y="1984"/>
                    </a:cubicBezTo>
                    <a:cubicBezTo>
                      <a:pt x="6598" y="1975"/>
                      <a:pt x="6593" y="1967"/>
                      <a:pt x="6586" y="1961"/>
                    </a:cubicBezTo>
                    <a:cubicBezTo>
                      <a:pt x="6580" y="1955"/>
                      <a:pt x="6572" y="1950"/>
                      <a:pt x="6562" y="1947"/>
                    </a:cubicBezTo>
                    <a:cubicBezTo>
                      <a:pt x="6552" y="1944"/>
                      <a:pt x="6541" y="1942"/>
                      <a:pt x="6527" y="1942"/>
                    </a:cubicBezTo>
                    <a:close/>
                    <a:moveTo>
                      <a:pt x="93" y="1944"/>
                    </a:moveTo>
                    <a:cubicBezTo>
                      <a:pt x="91" y="1944"/>
                      <a:pt x="90" y="1945"/>
                      <a:pt x="88" y="1945"/>
                    </a:cubicBezTo>
                    <a:cubicBezTo>
                      <a:pt x="87" y="1945"/>
                      <a:pt x="86" y="1946"/>
                      <a:pt x="85" y="1946"/>
                    </a:cubicBezTo>
                    <a:cubicBezTo>
                      <a:pt x="84" y="1946"/>
                      <a:pt x="83" y="1947"/>
                      <a:pt x="83" y="1947"/>
                    </a:cubicBezTo>
                    <a:lnTo>
                      <a:pt x="17" y="1989"/>
                    </a:lnTo>
                    <a:cubicBezTo>
                      <a:pt x="15" y="1990"/>
                      <a:pt x="15" y="1991"/>
                      <a:pt x="14" y="1992"/>
                    </a:cubicBezTo>
                    <a:cubicBezTo>
                      <a:pt x="13" y="1993"/>
                      <a:pt x="13" y="1994"/>
                      <a:pt x="12" y="1995"/>
                    </a:cubicBezTo>
                    <a:cubicBezTo>
                      <a:pt x="12" y="1997"/>
                      <a:pt x="11" y="1998"/>
                      <a:pt x="11" y="2000"/>
                    </a:cubicBezTo>
                    <a:cubicBezTo>
                      <a:pt x="10" y="2002"/>
                      <a:pt x="11" y="2004"/>
                      <a:pt x="11" y="2006"/>
                    </a:cubicBezTo>
                    <a:cubicBezTo>
                      <a:pt x="11" y="2009"/>
                      <a:pt x="11" y="2012"/>
                      <a:pt x="11" y="2014"/>
                    </a:cubicBezTo>
                    <a:cubicBezTo>
                      <a:pt x="12" y="2016"/>
                      <a:pt x="12" y="2018"/>
                      <a:pt x="13" y="2019"/>
                    </a:cubicBezTo>
                    <a:cubicBezTo>
                      <a:pt x="14" y="2020"/>
                      <a:pt x="16" y="2020"/>
                      <a:pt x="18" y="2020"/>
                    </a:cubicBezTo>
                    <a:cubicBezTo>
                      <a:pt x="19" y="2020"/>
                      <a:pt x="21" y="2019"/>
                      <a:pt x="24" y="2017"/>
                    </a:cubicBezTo>
                    <a:lnTo>
                      <a:pt x="79" y="1985"/>
                    </a:lnTo>
                    <a:lnTo>
                      <a:pt x="79" y="2202"/>
                    </a:lnTo>
                    <a:lnTo>
                      <a:pt x="19" y="2202"/>
                    </a:lnTo>
                    <a:cubicBezTo>
                      <a:pt x="18" y="2202"/>
                      <a:pt x="18" y="2202"/>
                      <a:pt x="17" y="2203"/>
                    </a:cubicBezTo>
                    <a:cubicBezTo>
                      <a:pt x="16" y="2203"/>
                      <a:pt x="15" y="2204"/>
                      <a:pt x="14" y="2205"/>
                    </a:cubicBezTo>
                    <a:cubicBezTo>
                      <a:pt x="13" y="2207"/>
                      <a:pt x="13" y="2208"/>
                      <a:pt x="12" y="2210"/>
                    </a:cubicBezTo>
                    <a:cubicBezTo>
                      <a:pt x="12" y="2212"/>
                      <a:pt x="11" y="2214"/>
                      <a:pt x="11" y="2217"/>
                    </a:cubicBezTo>
                    <a:cubicBezTo>
                      <a:pt x="11" y="2220"/>
                      <a:pt x="12" y="2222"/>
                      <a:pt x="12" y="2224"/>
                    </a:cubicBezTo>
                    <a:cubicBezTo>
                      <a:pt x="13" y="2226"/>
                      <a:pt x="13" y="2227"/>
                      <a:pt x="14" y="2228"/>
                    </a:cubicBezTo>
                    <a:cubicBezTo>
                      <a:pt x="15" y="2229"/>
                      <a:pt x="16" y="2230"/>
                      <a:pt x="17" y="2231"/>
                    </a:cubicBezTo>
                    <a:cubicBezTo>
                      <a:pt x="18" y="2231"/>
                      <a:pt x="18" y="2232"/>
                      <a:pt x="19" y="2232"/>
                    </a:cubicBezTo>
                    <a:lnTo>
                      <a:pt x="168" y="2232"/>
                    </a:lnTo>
                    <a:cubicBezTo>
                      <a:pt x="169" y="2232"/>
                      <a:pt x="171" y="2231"/>
                      <a:pt x="172" y="2231"/>
                    </a:cubicBezTo>
                    <a:cubicBezTo>
                      <a:pt x="173" y="2230"/>
                      <a:pt x="173" y="2229"/>
                      <a:pt x="174" y="2228"/>
                    </a:cubicBezTo>
                    <a:cubicBezTo>
                      <a:pt x="174" y="2227"/>
                      <a:pt x="175" y="2226"/>
                      <a:pt x="176" y="2224"/>
                    </a:cubicBezTo>
                    <a:cubicBezTo>
                      <a:pt x="176" y="2222"/>
                      <a:pt x="176" y="2220"/>
                      <a:pt x="176" y="2217"/>
                    </a:cubicBezTo>
                    <a:cubicBezTo>
                      <a:pt x="176" y="2214"/>
                      <a:pt x="177" y="2212"/>
                      <a:pt x="176" y="2210"/>
                    </a:cubicBezTo>
                    <a:cubicBezTo>
                      <a:pt x="176" y="2208"/>
                      <a:pt x="175" y="2207"/>
                      <a:pt x="175" y="2205"/>
                    </a:cubicBezTo>
                    <a:cubicBezTo>
                      <a:pt x="174" y="2204"/>
                      <a:pt x="173" y="2203"/>
                      <a:pt x="172" y="2203"/>
                    </a:cubicBezTo>
                    <a:cubicBezTo>
                      <a:pt x="171" y="2202"/>
                      <a:pt x="170" y="2202"/>
                      <a:pt x="168" y="2202"/>
                    </a:cubicBezTo>
                    <a:lnTo>
                      <a:pt x="117" y="2202"/>
                    </a:lnTo>
                    <a:lnTo>
                      <a:pt x="117" y="1950"/>
                    </a:lnTo>
                    <a:cubicBezTo>
                      <a:pt x="117" y="1950"/>
                      <a:pt x="117" y="1949"/>
                      <a:pt x="116" y="1948"/>
                    </a:cubicBezTo>
                    <a:cubicBezTo>
                      <a:pt x="116" y="1947"/>
                      <a:pt x="115" y="1947"/>
                      <a:pt x="114" y="1946"/>
                    </a:cubicBezTo>
                    <a:cubicBezTo>
                      <a:pt x="112" y="1946"/>
                      <a:pt x="111" y="1945"/>
                      <a:pt x="108" y="1945"/>
                    </a:cubicBezTo>
                    <a:cubicBezTo>
                      <a:pt x="106" y="1945"/>
                      <a:pt x="103" y="1944"/>
                      <a:pt x="100" y="1944"/>
                    </a:cubicBezTo>
                    <a:cubicBezTo>
                      <a:pt x="97" y="1944"/>
                      <a:pt x="94" y="1944"/>
                      <a:pt x="93" y="1944"/>
                    </a:cubicBezTo>
                    <a:close/>
                    <a:moveTo>
                      <a:pt x="1126" y="1944"/>
                    </a:moveTo>
                    <a:cubicBezTo>
                      <a:pt x="1124" y="1944"/>
                      <a:pt x="1123" y="1945"/>
                      <a:pt x="1122" y="1945"/>
                    </a:cubicBezTo>
                    <a:cubicBezTo>
                      <a:pt x="1121" y="1945"/>
                      <a:pt x="1119" y="1946"/>
                      <a:pt x="1118" y="1946"/>
                    </a:cubicBezTo>
                    <a:cubicBezTo>
                      <a:pt x="1117" y="1946"/>
                      <a:pt x="1116" y="1947"/>
                      <a:pt x="1116" y="1947"/>
                    </a:cubicBezTo>
                    <a:lnTo>
                      <a:pt x="1050" y="1989"/>
                    </a:lnTo>
                    <a:cubicBezTo>
                      <a:pt x="1049" y="1990"/>
                      <a:pt x="1048" y="1991"/>
                      <a:pt x="1047" y="1992"/>
                    </a:cubicBezTo>
                    <a:cubicBezTo>
                      <a:pt x="1046" y="1993"/>
                      <a:pt x="1046" y="1993"/>
                      <a:pt x="1045" y="1995"/>
                    </a:cubicBezTo>
                    <a:cubicBezTo>
                      <a:pt x="1045" y="1996"/>
                      <a:pt x="1044" y="1997"/>
                      <a:pt x="1044" y="1999"/>
                    </a:cubicBezTo>
                    <a:cubicBezTo>
                      <a:pt x="1044" y="2001"/>
                      <a:pt x="1044" y="2003"/>
                      <a:pt x="1044" y="2005"/>
                    </a:cubicBezTo>
                    <a:cubicBezTo>
                      <a:pt x="1044" y="2009"/>
                      <a:pt x="1044" y="2012"/>
                      <a:pt x="1044" y="2014"/>
                    </a:cubicBezTo>
                    <a:cubicBezTo>
                      <a:pt x="1045" y="2016"/>
                      <a:pt x="1046" y="2017"/>
                      <a:pt x="1047" y="2018"/>
                    </a:cubicBezTo>
                    <a:cubicBezTo>
                      <a:pt x="1048" y="2019"/>
                      <a:pt x="1049" y="2020"/>
                      <a:pt x="1050" y="2019"/>
                    </a:cubicBezTo>
                    <a:cubicBezTo>
                      <a:pt x="1052" y="2019"/>
                      <a:pt x="1055" y="2018"/>
                      <a:pt x="1057" y="2017"/>
                    </a:cubicBezTo>
                    <a:lnTo>
                      <a:pt x="1112" y="1984"/>
                    </a:lnTo>
                    <a:lnTo>
                      <a:pt x="1112" y="2201"/>
                    </a:lnTo>
                    <a:lnTo>
                      <a:pt x="1053" y="2201"/>
                    </a:lnTo>
                    <a:cubicBezTo>
                      <a:pt x="1052" y="2201"/>
                      <a:pt x="1050" y="2201"/>
                      <a:pt x="1050" y="2202"/>
                    </a:cubicBezTo>
                    <a:cubicBezTo>
                      <a:pt x="1049" y="2202"/>
                      <a:pt x="1048" y="2204"/>
                      <a:pt x="1047" y="2205"/>
                    </a:cubicBezTo>
                    <a:cubicBezTo>
                      <a:pt x="1046" y="2207"/>
                      <a:pt x="1046" y="2208"/>
                      <a:pt x="1046" y="2210"/>
                    </a:cubicBezTo>
                    <a:cubicBezTo>
                      <a:pt x="1046" y="2212"/>
                      <a:pt x="1045" y="2214"/>
                      <a:pt x="1045" y="2217"/>
                    </a:cubicBezTo>
                    <a:cubicBezTo>
                      <a:pt x="1045" y="2220"/>
                      <a:pt x="1046" y="2222"/>
                      <a:pt x="1046" y="2224"/>
                    </a:cubicBezTo>
                    <a:cubicBezTo>
                      <a:pt x="1046" y="2226"/>
                      <a:pt x="1047" y="2227"/>
                      <a:pt x="1048" y="2228"/>
                    </a:cubicBezTo>
                    <a:cubicBezTo>
                      <a:pt x="1049" y="2229"/>
                      <a:pt x="1050" y="2230"/>
                      <a:pt x="1050" y="2231"/>
                    </a:cubicBezTo>
                    <a:cubicBezTo>
                      <a:pt x="1051" y="2231"/>
                      <a:pt x="1052" y="2232"/>
                      <a:pt x="1053" y="2232"/>
                    </a:cubicBezTo>
                    <a:lnTo>
                      <a:pt x="1202" y="2232"/>
                    </a:lnTo>
                    <a:cubicBezTo>
                      <a:pt x="1203" y="2232"/>
                      <a:pt x="1204" y="2231"/>
                      <a:pt x="1205" y="2231"/>
                    </a:cubicBezTo>
                    <a:cubicBezTo>
                      <a:pt x="1206" y="2230"/>
                      <a:pt x="1207" y="2229"/>
                      <a:pt x="1207" y="2228"/>
                    </a:cubicBezTo>
                    <a:cubicBezTo>
                      <a:pt x="1208" y="2227"/>
                      <a:pt x="1209" y="2226"/>
                      <a:pt x="1209" y="2224"/>
                    </a:cubicBezTo>
                    <a:cubicBezTo>
                      <a:pt x="1210" y="2222"/>
                      <a:pt x="1210" y="2220"/>
                      <a:pt x="1210" y="2217"/>
                    </a:cubicBezTo>
                    <a:cubicBezTo>
                      <a:pt x="1210" y="2214"/>
                      <a:pt x="1210" y="2212"/>
                      <a:pt x="1209" y="2210"/>
                    </a:cubicBezTo>
                    <a:cubicBezTo>
                      <a:pt x="1209" y="2208"/>
                      <a:pt x="1208" y="2207"/>
                      <a:pt x="1207" y="2205"/>
                    </a:cubicBezTo>
                    <a:cubicBezTo>
                      <a:pt x="1207" y="2204"/>
                      <a:pt x="1207" y="2202"/>
                      <a:pt x="1206" y="2202"/>
                    </a:cubicBezTo>
                    <a:cubicBezTo>
                      <a:pt x="1205" y="2201"/>
                      <a:pt x="1203" y="2201"/>
                      <a:pt x="1202" y="2201"/>
                    </a:cubicBezTo>
                    <a:lnTo>
                      <a:pt x="1150" y="2201"/>
                    </a:lnTo>
                    <a:lnTo>
                      <a:pt x="1150" y="1950"/>
                    </a:lnTo>
                    <a:cubicBezTo>
                      <a:pt x="1150" y="1950"/>
                      <a:pt x="1150" y="1949"/>
                      <a:pt x="1150" y="1948"/>
                    </a:cubicBezTo>
                    <a:cubicBezTo>
                      <a:pt x="1150" y="1947"/>
                      <a:pt x="1149" y="1947"/>
                      <a:pt x="1147" y="1946"/>
                    </a:cubicBezTo>
                    <a:cubicBezTo>
                      <a:pt x="1146" y="1946"/>
                      <a:pt x="1144" y="1945"/>
                      <a:pt x="1141" y="1944"/>
                    </a:cubicBezTo>
                    <a:cubicBezTo>
                      <a:pt x="1139" y="1944"/>
                      <a:pt x="1136" y="1944"/>
                      <a:pt x="1132" y="1944"/>
                    </a:cubicBezTo>
                    <a:cubicBezTo>
                      <a:pt x="1130" y="1944"/>
                      <a:pt x="1128" y="1944"/>
                      <a:pt x="1126" y="1944"/>
                    </a:cubicBezTo>
                    <a:close/>
                    <a:moveTo>
                      <a:pt x="2163" y="1944"/>
                    </a:moveTo>
                    <a:cubicBezTo>
                      <a:pt x="2161" y="1944"/>
                      <a:pt x="2159" y="1945"/>
                      <a:pt x="2158" y="1945"/>
                    </a:cubicBezTo>
                    <a:cubicBezTo>
                      <a:pt x="2157" y="1945"/>
                      <a:pt x="2155" y="1946"/>
                      <a:pt x="2155" y="1946"/>
                    </a:cubicBezTo>
                    <a:cubicBezTo>
                      <a:pt x="2154" y="1946"/>
                      <a:pt x="2153" y="1947"/>
                      <a:pt x="2153" y="1947"/>
                    </a:cubicBezTo>
                    <a:lnTo>
                      <a:pt x="2087" y="1989"/>
                    </a:lnTo>
                    <a:cubicBezTo>
                      <a:pt x="2085" y="1990"/>
                      <a:pt x="2085" y="1991"/>
                      <a:pt x="2084" y="1992"/>
                    </a:cubicBezTo>
                    <a:cubicBezTo>
                      <a:pt x="2083" y="1993"/>
                      <a:pt x="2083" y="1993"/>
                      <a:pt x="2082" y="1995"/>
                    </a:cubicBezTo>
                    <a:cubicBezTo>
                      <a:pt x="2082" y="1996"/>
                      <a:pt x="2081" y="1997"/>
                      <a:pt x="2081" y="1999"/>
                    </a:cubicBezTo>
                    <a:cubicBezTo>
                      <a:pt x="2080" y="2001"/>
                      <a:pt x="2081" y="2003"/>
                      <a:pt x="2081" y="2005"/>
                    </a:cubicBezTo>
                    <a:cubicBezTo>
                      <a:pt x="2081" y="2009"/>
                      <a:pt x="2081" y="2012"/>
                      <a:pt x="2081" y="2014"/>
                    </a:cubicBezTo>
                    <a:cubicBezTo>
                      <a:pt x="2082" y="2016"/>
                      <a:pt x="2082" y="2017"/>
                      <a:pt x="2083" y="2018"/>
                    </a:cubicBezTo>
                    <a:cubicBezTo>
                      <a:pt x="2084" y="2019"/>
                      <a:pt x="2086" y="2020"/>
                      <a:pt x="2088" y="2019"/>
                    </a:cubicBezTo>
                    <a:cubicBezTo>
                      <a:pt x="2089" y="2019"/>
                      <a:pt x="2091" y="2018"/>
                      <a:pt x="2094" y="2017"/>
                    </a:cubicBezTo>
                    <a:lnTo>
                      <a:pt x="2149" y="1984"/>
                    </a:lnTo>
                    <a:lnTo>
                      <a:pt x="2149" y="2201"/>
                    </a:lnTo>
                    <a:lnTo>
                      <a:pt x="2089" y="2201"/>
                    </a:lnTo>
                    <a:cubicBezTo>
                      <a:pt x="2088" y="2201"/>
                      <a:pt x="2088" y="2201"/>
                      <a:pt x="2087" y="2202"/>
                    </a:cubicBezTo>
                    <a:cubicBezTo>
                      <a:pt x="2086" y="2202"/>
                      <a:pt x="2085" y="2204"/>
                      <a:pt x="2084" y="2205"/>
                    </a:cubicBezTo>
                    <a:cubicBezTo>
                      <a:pt x="2083" y="2207"/>
                      <a:pt x="2083" y="2208"/>
                      <a:pt x="2082" y="2210"/>
                    </a:cubicBezTo>
                    <a:cubicBezTo>
                      <a:pt x="2082" y="2212"/>
                      <a:pt x="2081" y="2214"/>
                      <a:pt x="2081" y="2217"/>
                    </a:cubicBezTo>
                    <a:cubicBezTo>
                      <a:pt x="2081" y="2220"/>
                      <a:pt x="2082" y="2222"/>
                      <a:pt x="2082" y="2224"/>
                    </a:cubicBezTo>
                    <a:cubicBezTo>
                      <a:pt x="2083" y="2226"/>
                      <a:pt x="2083" y="2227"/>
                      <a:pt x="2084" y="2228"/>
                    </a:cubicBezTo>
                    <a:cubicBezTo>
                      <a:pt x="2085" y="2229"/>
                      <a:pt x="2086" y="2230"/>
                      <a:pt x="2087" y="2231"/>
                    </a:cubicBezTo>
                    <a:cubicBezTo>
                      <a:pt x="2088" y="2231"/>
                      <a:pt x="2088" y="2232"/>
                      <a:pt x="2089" y="2232"/>
                    </a:cubicBezTo>
                    <a:lnTo>
                      <a:pt x="2238" y="2232"/>
                    </a:lnTo>
                    <a:cubicBezTo>
                      <a:pt x="2239" y="2232"/>
                      <a:pt x="2241" y="2231"/>
                      <a:pt x="2242" y="2231"/>
                    </a:cubicBezTo>
                    <a:cubicBezTo>
                      <a:pt x="2243" y="2230"/>
                      <a:pt x="2244" y="2229"/>
                      <a:pt x="2245" y="2228"/>
                    </a:cubicBezTo>
                    <a:cubicBezTo>
                      <a:pt x="2245" y="2227"/>
                      <a:pt x="2246" y="2226"/>
                      <a:pt x="2246" y="2224"/>
                    </a:cubicBezTo>
                    <a:cubicBezTo>
                      <a:pt x="2247" y="2222"/>
                      <a:pt x="2246" y="2220"/>
                      <a:pt x="2246" y="2217"/>
                    </a:cubicBezTo>
                    <a:cubicBezTo>
                      <a:pt x="2246" y="2214"/>
                      <a:pt x="2247" y="2212"/>
                      <a:pt x="2246" y="2210"/>
                    </a:cubicBezTo>
                    <a:cubicBezTo>
                      <a:pt x="2246" y="2208"/>
                      <a:pt x="2245" y="2207"/>
                      <a:pt x="2245" y="2205"/>
                    </a:cubicBezTo>
                    <a:cubicBezTo>
                      <a:pt x="2244" y="2204"/>
                      <a:pt x="2243" y="2202"/>
                      <a:pt x="2242" y="2202"/>
                    </a:cubicBezTo>
                    <a:cubicBezTo>
                      <a:pt x="2241" y="2201"/>
                      <a:pt x="2240" y="2201"/>
                      <a:pt x="2238" y="2201"/>
                    </a:cubicBezTo>
                    <a:lnTo>
                      <a:pt x="2187" y="2201"/>
                    </a:lnTo>
                    <a:lnTo>
                      <a:pt x="2187" y="1950"/>
                    </a:lnTo>
                    <a:cubicBezTo>
                      <a:pt x="2187" y="1950"/>
                      <a:pt x="2187" y="1949"/>
                      <a:pt x="2186" y="1948"/>
                    </a:cubicBezTo>
                    <a:cubicBezTo>
                      <a:pt x="2186" y="1947"/>
                      <a:pt x="2185" y="1947"/>
                      <a:pt x="2184" y="1946"/>
                    </a:cubicBezTo>
                    <a:cubicBezTo>
                      <a:pt x="2182" y="1946"/>
                      <a:pt x="2181" y="1945"/>
                      <a:pt x="2178" y="1944"/>
                    </a:cubicBezTo>
                    <a:cubicBezTo>
                      <a:pt x="2176" y="1944"/>
                      <a:pt x="2173" y="1944"/>
                      <a:pt x="2170" y="1944"/>
                    </a:cubicBezTo>
                    <a:cubicBezTo>
                      <a:pt x="2167" y="1944"/>
                      <a:pt x="2164" y="1944"/>
                      <a:pt x="2163" y="1944"/>
                    </a:cubicBezTo>
                    <a:close/>
                    <a:moveTo>
                      <a:pt x="4227" y="1944"/>
                    </a:moveTo>
                    <a:cubicBezTo>
                      <a:pt x="4218" y="1944"/>
                      <a:pt x="4210" y="1945"/>
                      <a:pt x="4202" y="1947"/>
                    </a:cubicBezTo>
                    <a:cubicBezTo>
                      <a:pt x="4195" y="1949"/>
                      <a:pt x="4187" y="1951"/>
                      <a:pt x="4180" y="1953"/>
                    </a:cubicBezTo>
                    <a:cubicBezTo>
                      <a:pt x="4174" y="1956"/>
                      <a:pt x="4169" y="1958"/>
                      <a:pt x="4165" y="1961"/>
                    </a:cubicBezTo>
                    <a:cubicBezTo>
                      <a:pt x="4160" y="1964"/>
                      <a:pt x="4157" y="1966"/>
                      <a:pt x="4155" y="1967"/>
                    </a:cubicBezTo>
                    <a:cubicBezTo>
                      <a:pt x="4153" y="1969"/>
                      <a:pt x="4152" y="1971"/>
                      <a:pt x="4151" y="1972"/>
                    </a:cubicBezTo>
                    <a:cubicBezTo>
                      <a:pt x="4151" y="1973"/>
                      <a:pt x="4151" y="1973"/>
                      <a:pt x="4150" y="1974"/>
                    </a:cubicBezTo>
                    <a:cubicBezTo>
                      <a:pt x="4150" y="1975"/>
                      <a:pt x="4150" y="1977"/>
                      <a:pt x="4150" y="1979"/>
                    </a:cubicBezTo>
                    <a:cubicBezTo>
                      <a:pt x="4149" y="1980"/>
                      <a:pt x="4149" y="1983"/>
                      <a:pt x="4149" y="1985"/>
                    </a:cubicBezTo>
                    <a:cubicBezTo>
                      <a:pt x="4149" y="1988"/>
                      <a:pt x="4149" y="1991"/>
                      <a:pt x="4150" y="1993"/>
                    </a:cubicBezTo>
                    <a:cubicBezTo>
                      <a:pt x="4150" y="1995"/>
                      <a:pt x="4150" y="1997"/>
                      <a:pt x="4150" y="1998"/>
                    </a:cubicBezTo>
                    <a:cubicBezTo>
                      <a:pt x="4151" y="1999"/>
                      <a:pt x="4152" y="2000"/>
                      <a:pt x="4153" y="2001"/>
                    </a:cubicBezTo>
                    <a:cubicBezTo>
                      <a:pt x="4154" y="2001"/>
                      <a:pt x="4155" y="2002"/>
                      <a:pt x="4156" y="2002"/>
                    </a:cubicBezTo>
                    <a:cubicBezTo>
                      <a:pt x="4157" y="2002"/>
                      <a:pt x="4160" y="2001"/>
                      <a:pt x="4164" y="1998"/>
                    </a:cubicBezTo>
                    <a:cubicBezTo>
                      <a:pt x="4167" y="1996"/>
                      <a:pt x="4172" y="1992"/>
                      <a:pt x="4177" y="1989"/>
                    </a:cubicBezTo>
                    <a:cubicBezTo>
                      <a:pt x="4182" y="1986"/>
                      <a:pt x="4188" y="1984"/>
                      <a:pt x="4195" y="1981"/>
                    </a:cubicBezTo>
                    <a:cubicBezTo>
                      <a:pt x="4203" y="1979"/>
                      <a:pt x="4211" y="1978"/>
                      <a:pt x="4220" y="1978"/>
                    </a:cubicBezTo>
                    <a:cubicBezTo>
                      <a:pt x="4228" y="1978"/>
                      <a:pt x="4235" y="1979"/>
                      <a:pt x="4240" y="1981"/>
                    </a:cubicBezTo>
                    <a:cubicBezTo>
                      <a:pt x="4246" y="1984"/>
                      <a:pt x="4251" y="1988"/>
                      <a:pt x="4255" y="1992"/>
                    </a:cubicBezTo>
                    <a:cubicBezTo>
                      <a:pt x="4258" y="1996"/>
                      <a:pt x="4261" y="2000"/>
                      <a:pt x="4263" y="2006"/>
                    </a:cubicBezTo>
                    <a:cubicBezTo>
                      <a:pt x="4265" y="2012"/>
                      <a:pt x="4267" y="2018"/>
                      <a:pt x="4267" y="2025"/>
                    </a:cubicBezTo>
                    <a:cubicBezTo>
                      <a:pt x="4267" y="2031"/>
                      <a:pt x="4266" y="2038"/>
                      <a:pt x="4265" y="2045"/>
                    </a:cubicBezTo>
                    <a:cubicBezTo>
                      <a:pt x="4264" y="2052"/>
                      <a:pt x="4260" y="2060"/>
                      <a:pt x="4256" y="2069"/>
                    </a:cubicBezTo>
                    <a:cubicBezTo>
                      <a:pt x="4252" y="2077"/>
                      <a:pt x="4246" y="2087"/>
                      <a:pt x="4239" y="2098"/>
                    </a:cubicBezTo>
                    <a:cubicBezTo>
                      <a:pt x="4231" y="2108"/>
                      <a:pt x="4221" y="2121"/>
                      <a:pt x="4208" y="2135"/>
                    </a:cubicBezTo>
                    <a:lnTo>
                      <a:pt x="4152" y="2193"/>
                    </a:lnTo>
                    <a:cubicBezTo>
                      <a:pt x="4150" y="2195"/>
                      <a:pt x="4150" y="2197"/>
                      <a:pt x="4149" y="2198"/>
                    </a:cubicBezTo>
                    <a:cubicBezTo>
                      <a:pt x="4148" y="2200"/>
                      <a:pt x="4146" y="2202"/>
                      <a:pt x="4145" y="2204"/>
                    </a:cubicBezTo>
                    <a:cubicBezTo>
                      <a:pt x="4144" y="2205"/>
                      <a:pt x="4144" y="2208"/>
                      <a:pt x="4144" y="2210"/>
                    </a:cubicBezTo>
                    <a:cubicBezTo>
                      <a:pt x="4144" y="2212"/>
                      <a:pt x="4143" y="2214"/>
                      <a:pt x="4143" y="2217"/>
                    </a:cubicBezTo>
                    <a:cubicBezTo>
                      <a:pt x="4143" y="2220"/>
                      <a:pt x="4144" y="2223"/>
                      <a:pt x="4144" y="2226"/>
                    </a:cubicBezTo>
                    <a:cubicBezTo>
                      <a:pt x="4145" y="2228"/>
                      <a:pt x="4146" y="2229"/>
                      <a:pt x="4147" y="2230"/>
                    </a:cubicBezTo>
                    <a:cubicBezTo>
                      <a:pt x="4148" y="2231"/>
                      <a:pt x="4150" y="2232"/>
                      <a:pt x="4151" y="2233"/>
                    </a:cubicBezTo>
                    <a:cubicBezTo>
                      <a:pt x="4153" y="2233"/>
                      <a:pt x="4155" y="2234"/>
                      <a:pt x="4157" y="2234"/>
                    </a:cubicBezTo>
                    <a:lnTo>
                      <a:pt x="4314" y="2234"/>
                    </a:lnTo>
                    <a:cubicBezTo>
                      <a:pt x="4315" y="2234"/>
                      <a:pt x="4317" y="2233"/>
                      <a:pt x="4318" y="2233"/>
                    </a:cubicBezTo>
                    <a:cubicBezTo>
                      <a:pt x="4319" y="2232"/>
                      <a:pt x="4320" y="2231"/>
                      <a:pt x="4321" y="2229"/>
                    </a:cubicBezTo>
                    <a:cubicBezTo>
                      <a:pt x="4321" y="2228"/>
                      <a:pt x="4321" y="2227"/>
                      <a:pt x="4322" y="2225"/>
                    </a:cubicBezTo>
                    <a:cubicBezTo>
                      <a:pt x="4322" y="2223"/>
                      <a:pt x="4322" y="2220"/>
                      <a:pt x="4322" y="2218"/>
                    </a:cubicBezTo>
                    <a:cubicBezTo>
                      <a:pt x="4322" y="2215"/>
                      <a:pt x="4322" y="2213"/>
                      <a:pt x="4322" y="2211"/>
                    </a:cubicBezTo>
                    <a:cubicBezTo>
                      <a:pt x="4321" y="2209"/>
                      <a:pt x="4321" y="2207"/>
                      <a:pt x="4320" y="2205"/>
                    </a:cubicBezTo>
                    <a:cubicBezTo>
                      <a:pt x="4319" y="2204"/>
                      <a:pt x="4318" y="2203"/>
                      <a:pt x="4317" y="2203"/>
                    </a:cubicBezTo>
                    <a:cubicBezTo>
                      <a:pt x="4316" y="2202"/>
                      <a:pt x="4315" y="2202"/>
                      <a:pt x="4314" y="2202"/>
                    </a:cubicBezTo>
                    <a:lnTo>
                      <a:pt x="4189" y="2202"/>
                    </a:lnTo>
                    <a:lnTo>
                      <a:pt x="4235" y="2154"/>
                    </a:lnTo>
                    <a:cubicBezTo>
                      <a:pt x="4251" y="2137"/>
                      <a:pt x="4264" y="2123"/>
                      <a:pt x="4274" y="2110"/>
                    </a:cubicBezTo>
                    <a:cubicBezTo>
                      <a:pt x="4284" y="2097"/>
                      <a:pt x="4292" y="2085"/>
                      <a:pt x="4297" y="2075"/>
                    </a:cubicBezTo>
                    <a:cubicBezTo>
                      <a:pt x="4302" y="2064"/>
                      <a:pt x="4305" y="2055"/>
                      <a:pt x="4307" y="2046"/>
                    </a:cubicBezTo>
                    <a:cubicBezTo>
                      <a:pt x="4308" y="2037"/>
                      <a:pt x="4309" y="2027"/>
                      <a:pt x="4309" y="2018"/>
                    </a:cubicBezTo>
                    <a:cubicBezTo>
                      <a:pt x="4309" y="2008"/>
                      <a:pt x="4307" y="1998"/>
                      <a:pt x="4304" y="1989"/>
                    </a:cubicBezTo>
                    <a:cubicBezTo>
                      <a:pt x="4301" y="1980"/>
                      <a:pt x="4296" y="1973"/>
                      <a:pt x="4289" y="1966"/>
                    </a:cubicBezTo>
                    <a:cubicBezTo>
                      <a:pt x="4282" y="1960"/>
                      <a:pt x="4274" y="1953"/>
                      <a:pt x="4263" y="1950"/>
                    </a:cubicBezTo>
                    <a:cubicBezTo>
                      <a:pt x="4253" y="1946"/>
                      <a:pt x="4241" y="1944"/>
                      <a:pt x="4227" y="1944"/>
                    </a:cubicBezTo>
                    <a:close/>
                    <a:moveTo>
                      <a:pt x="5262" y="1944"/>
                    </a:moveTo>
                    <a:cubicBezTo>
                      <a:pt x="5253" y="1944"/>
                      <a:pt x="5245" y="1945"/>
                      <a:pt x="5237" y="1947"/>
                    </a:cubicBezTo>
                    <a:cubicBezTo>
                      <a:pt x="5229" y="1949"/>
                      <a:pt x="5221" y="1951"/>
                      <a:pt x="5215" y="1953"/>
                    </a:cubicBezTo>
                    <a:cubicBezTo>
                      <a:pt x="5208" y="1956"/>
                      <a:pt x="5203" y="1958"/>
                      <a:pt x="5199" y="1961"/>
                    </a:cubicBezTo>
                    <a:cubicBezTo>
                      <a:pt x="5195" y="1964"/>
                      <a:pt x="5192" y="1966"/>
                      <a:pt x="5190" y="1967"/>
                    </a:cubicBezTo>
                    <a:cubicBezTo>
                      <a:pt x="5188" y="1969"/>
                      <a:pt x="5187" y="1971"/>
                      <a:pt x="5187" y="1972"/>
                    </a:cubicBezTo>
                    <a:cubicBezTo>
                      <a:pt x="5186" y="1973"/>
                      <a:pt x="5185" y="1973"/>
                      <a:pt x="5185" y="1974"/>
                    </a:cubicBezTo>
                    <a:cubicBezTo>
                      <a:pt x="5185" y="1975"/>
                      <a:pt x="5184" y="1977"/>
                      <a:pt x="5184" y="1979"/>
                    </a:cubicBezTo>
                    <a:cubicBezTo>
                      <a:pt x="5184" y="1980"/>
                      <a:pt x="5184" y="1983"/>
                      <a:pt x="5184" y="1985"/>
                    </a:cubicBezTo>
                    <a:cubicBezTo>
                      <a:pt x="5184" y="1988"/>
                      <a:pt x="5184" y="1991"/>
                      <a:pt x="5184" y="1993"/>
                    </a:cubicBezTo>
                    <a:cubicBezTo>
                      <a:pt x="5184" y="1995"/>
                      <a:pt x="5185" y="1997"/>
                      <a:pt x="5186" y="1998"/>
                    </a:cubicBezTo>
                    <a:cubicBezTo>
                      <a:pt x="5186" y="1999"/>
                      <a:pt x="5187" y="2000"/>
                      <a:pt x="5188" y="2001"/>
                    </a:cubicBezTo>
                    <a:cubicBezTo>
                      <a:pt x="5188" y="2001"/>
                      <a:pt x="5189" y="2002"/>
                      <a:pt x="5190" y="2002"/>
                    </a:cubicBezTo>
                    <a:cubicBezTo>
                      <a:pt x="5192" y="2002"/>
                      <a:pt x="5195" y="2001"/>
                      <a:pt x="5198" y="1998"/>
                    </a:cubicBezTo>
                    <a:cubicBezTo>
                      <a:pt x="5202" y="1996"/>
                      <a:pt x="5206" y="1992"/>
                      <a:pt x="5211" y="1989"/>
                    </a:cubicBezTo>
                    <a:cubicBezTo>
                      <a:pt x="5217" y="1986"/>
                      <a:pt x="5224" y="1984"/>
                      <a:pt x="5231" y="1981"/>
                    </a:cubicBezTo>
                    <a:cubicBezTo>
                      <a:pt x="5238" y="1979"/>
                      <a:pt x="5246" y="1978"/>
                      <a:pt x="5255" y="1978"/>
                    </a:cubicBezTo>
                    <a:cubicBezTo>
                      <a:pt x="5262" y="1978"/>
                      <a:pt x="5269" y="1979"/>
                      <a:pt x="5275" y="1981"/>
                    </a:cubicBezTo>
                    <a:cubicBezTo>
                      <a:pt x="5281" y="1984"/>
                      <a:pt x="5286" y="1988"/>
                      <a:pt x="5290" y="1992"/>
                    </a:cubicBezTo>
                    <a:cubicBezTo>
                      <a:pt x="5294" y="1996"/>
                      <a:pt x="5297" y="2000"/>
                      <a:pt x="5299" y="2006"/>
                    </a:cubicBezTo>
                    <a:cubicBezTo>
                      <a:pt x="5301" y="2012"/>
                      <a:pt x="5301" y="2018"/>
                      <a:pt x="5301" y="2025"/>
                    </a:cubicBezTo>
                    <a:cubicBezTo>
                      <a:pt x="5301" y="2031"/>
                      <a:pt x="5301" y="2038"/>
                      <a:pt x="5300" y="2045"/>
                    </a:cubicBezTo>
                    <a:cubicBezTo>
                      <a:pt x="5298" y="2052"/>
                      <a:pt x="5296" y="2060"/>
                      <a:pt x="5292" y="2069"/>
                    </a:cubicBezTo>
                    <a:cubicBezTo>
                      <a:pt x="5287" y="2077"/>
                      <a:pt x="5281" y="2087"/>
                      <a:pt x="5273" y="2098"/>
                    </a:cubicBezTo>
                    <a:cubicBezTo>
                      <a:pt x="5265" y="2108"/>
                      <a:pt x="5256" y="2121"/>
                      <a:pt x="5243" y="2135"/>
                    </a:cubicBezTo>
                    <a:lnTo>
                      <a:pt x="5188" y="2193"/>
                    </a:lnTo>
                    <a:cubicBezTo>
                      <a:pt x="5186" y="2195"/>
                      <a:pt x="5184" y="2197"/>
                      <a:pt x="5183" y="2198"/>
                    </a:cubicBezTo>
                    <a:cubicBezTo>
                      <a:pt x="5182" y="2200"/>
                      <a:pt x="5181" y="2202"/>
                      <a:pt x="5181" y="2204"/>
                    </a:cubicBezTo>
                    <a:cubicBezTo>
                      <a:pt x="5180" y="2205"/>
                      <a:pt x="5179" y="2208"/>
                      <a:pt x="5179" y="2210"/>
                    </a:cubicBezTo>
                    <a:cubicBezTo>
                      <a:pt x="5179" y="2212"/>
                      <a:pt x="5179" y="2214"/>
                      <a:pt x="5179" y="2217"/>
                    </a:cubicBezTo>
                    <a:cubicBezTo>
                      <a:pt x="5179" y="2220"/>
                      <a:pt x="5179" y="2223"/>
                      <a:pt x="5180" y="2226"/>
                    </a:cubicBezTo>
                    <a:cubicBezTo>
                      <a:pt x="5180" y="2228"/>
                      <a:pt x="5180" y="2229"/>
                      <a:pt x="5181" y="2230"/>
                    </a:cubicBezTo>
                    <a:cubicBezTo>
                      <a:pt x="5183" y="2231"/>
                      <a:pt x="5184" y="2232"/>
                      <a:pt x="5186" y="2233"/>
                    </a:cubicBezTo>
                    <a:cubicBezTo>
                      <a:pt x="5187" y="2233"/>
                      <a:pt x="5189" y="2234"/>
                      <a:pt x="5191" y="2234"/>
                    </a:cubicBezTo>
                    <a:lnTo>
                      <a:pt x="5349" y="2234"/>
                    </a:lnTo>
                    <a:cubicBezTo>
                      <a:pt x="5350" y="2234"/>
                      <a:pt x="5351" y="2233"/>
                      <a:pt x="5353" y="2233"/>
                    </a:cubicBezTo>
                    <a:cubicBezTo>
                      <a:pt x="5354" y="2232"/>
                      <a:pt x="5355" y="2231"/>
                      <a:pt x="5355" y="2229"/>
                    </a:cubicBezTo>
                    <a:cubicBezTo>
                      <a:pt x="5356" y="2228"/>
                      <a:pt x="5357" y="2227"/>
                      <a:pt x="5357" y="2225"/>
                    </a:cubicBezTo>
                    <a:cubicBezTo>
                      <a:pt x="5357" y="2223"/>
                      <a:pt x="5357" y="2220"/>
                      <a:pt x="5357" y="2218"/>
                    </a:cubicBezTo>
                    <a:cubicBezTo>
                      <a:pt x="5357" y="2215"/>
                      <a:pt x="5357" y="2213"/>
                      <a:pt x="5357" y="2211"/>
                    </a:cubicBezTo>
                    <a:cubicBezTo>
                      <a:pt x="5357" y="2209"/>
                      <a:pt x="5356" y="2207"/>
                      <a:pt x="5355" y="2205"/>
                    </a:cubicBezTo>
                    <a:cubicBezTo>
                      <a:pt x="5354" y="2204"/>
                      <a:pt x="5353" y="2203"/>
                      <a:pt x="5352" y="2203"/>
                    </a:cubicBezTo>
                    <a:cubicBezTo>
                      <a:pt x="5351" y="2202"/>
                      <a:pt x="5350" y="2202"/>
                      <a:pt x="5349" y="2202"/>
                    </a:cubicBezTo>
                    <a:lnTo>
                      <a:pt x="5225" y="2202"/>
                    </a:lnTo>
                    <a:lnTo>
                      <a:pt x="5270" y="2154"/>
                    </a:lnTo>
                    <a:cubicBezTo>
                      <a:pt x="5286" y="2137"/>
                      <a:pt x="5299" y="2123"/>
                      <a:pt x="5309" y="2110"/>
                    </a:cubicBezTo>
                    <a:cubicBezTo>
                      <a:pt x="5319" y="2097"/>
                      <a:pt x="5326" y="2085"/>
                      <a:pt x="5331" y="2075"/>
                    </a:cubicBezTo>
                    <a:cubicBezTo>
                      <a:pt x="5337" y="2064"/>
                      <a:pt x="5340" y="2055"/>
                      <a:pt x="5342" y="2046"/>
                    </a:cubicBezTo>
                    <a:cubicBezTo>
                      <a:pt x="5344" y="2037"/>
                      <a:pt x="5345" y="2027"/>
                      <a:pt x="5345" y="2018"/>
                    </a:cubicBezTo>
                    <a:cubicBezTo>
                      <a:pt x="5345" y="2008"/>
                      <a:pt x="5343" y="1998"/>
                      <a:pt x="5339" y="1989"/>
                    </a:cubicBezTo>
                    <a:cubicBezTo>
                      <a:pt x="5336" y="1980"/>
                      <a:pt x="5330" y="1973"/>
                      <a:pt x="5323" y="1966"/>
                    </a:cubicBezTo>
                    <a:cubicBezTo>
                      <a:pt x="5317" y="1960"/>
                      <a:pt x="5308" y="1953"/>
                      <a:pt x="5298" y="1950"/>
                    </a:cubicBezTo>
                    <a:cubicBezTo>
                      <a:pt x="5287" y="1946"/>
                      <a:pt x="5275" y="1944"/>
                      <a:pt x="5262" y="1944"/>
                    </a:cubicBezTo>
                    <a:close/>
                    <a:moveTo>
                      <a:pt x="5491" y="1944"/>
                    </a:moveTo>
                    <a:cubicBezTo>
                      <a:pt x="5482" y="1944"/>
                      <a:pt x="5474" y="1945"/>
                      <a:pt x="5466" y="1947"/>
                    </a:cubicBezTo>
                    <a:cubicBezTo>
                      <a:pt x="5458" y="1949"/>
                      <a:pt x="5451" y="1951"/>
                      <a:pt x="5444" y="1953"/>
                    </a:cubicBezTo>
                    <a:cubicBezTo>
                      <a:pt x="5438" y="1956"/>
                      <a:pt x="5433" y="1958"/>
                      <a:pt x="5428" y="1961"/>
                    </a:cubicBezTo>
                    <a:cubicBezTo>
                      <a:pt x="5424" y="1964"/>
                      <a:pt x="5421" y="1966"/>
                      <a:pt x="5420" y="1967"/>
                    </a:cubicBezTo>
                    <a:cubicBezTo>
                      <a:pt x="5418" y="1969"/>
                      <a:pt x="5417" y="1971"/>
                      <a:pt x="5416" y="1972"/>
                    </a:cubicBezTo>
                    <a:cubicBezTo>
                      <a:pt x="5415" y="1973"/>
                      <a:pt x="5415" y="1973"/>
                      <a:pt x="5414" y="1974"/>
                    </a:cubicBezTo>
                    <a:cubicBezTo>
                      <a:pt x="5414" y="1975"/>
                      <a:pt x="5414" y="1977"/>
                      <a:pt x="5413" y="1979"/>
                    </a:cubicBezTo>
                    <a:cubicBezTo>
                      <a:pt x="5413" y="1980"/>
                      <a:pt x="5413" y="1983"/>
                      <a:pt x="5413" y="1985"/>
                    </a:cubicBezTo>
                    <a:cubicBezTo>
                      <a:pt x="5413" y="1988"/>
                      <a:pt x="5413" y="1991"/>
                      <a:pt x="5413" y="1993"/>
                    </a:cubicBezTo>
                    <a:cubicBezTo>
                      <a:pt x="5414" y="1995"/>
                      <a:pt x="5415" y="1997"/>
                      <a:pt x="5415" y="1998"/>
                    </a:cubicBezTo>
                    <a:cubicBezTo>
                      <a:pt x="5416" y="1999"/>
                      <a:pt x="5416" y="2000"/>
                      <a:pt x="5417" y="2001"/>
                    </a:cubicBezTo>
                    <a:cubicBezTo>
                      <a:pt x="5418" y="2001"/>
                      <a:pt x="5419" y="2002"/>
                      <a:pt x="5420" y="2002"/>
                    </a:cubicBezTo>
                    <a:cubicBezTo>
                      <a:pt x="5421" y="2002"/>
                      <a:pt x="5424" y="2001"/>
                      <a:pt x="5427" y="1998"/>
                    </a:cubicBezTo>
                    <a:cubicBezTo>
                      <a:pt x="5431" y="1996"/>
                      <a:pt x="5435" y="1992"/>
                      <a:pt x="5441" y="1989"/>
                    </a:cubicBezTo>
                    <a:cubicBezTo>
                      <a:pt x="5446" y="1986"/>
                      <a:pt x="5453" y="1984"/>
                      <a:pt x="5460" y="1981"/>
                    </a:cubicBezTo>
                    <a:cubicBezTo>
                      <a:pt x="5467" y="1979"/>
                      <a:pt x="5475" y="1978"/>
                      <a:pt x="5484" y="1978"/>
                    </a:cubicBezTo>
                    <a:cubicBezTo>
                      <a:pt x="5492" y="1978"/>
                      <a:pt x="5498" y="1979"/>
                      <a:pt x="5504" y="1981"/>
                    </a:cubicBezTo>
                    <a:cubicBezTo>
                      <a:pt x="5510" y="1984"/>
                      <a:pt x="5515" y="1988"/>
                      <a:pt x="5519" y="1992"/>
                    </a:cubicBezTo>
                    <a:cubicBezTo>
                      <a:pt x="5523" y="1996"/>
                      <a:pt x="5526" y="2000"/>
                      <a:pt x="5528" y="2006"/>
                    </a:cubicBezTo>
                    <a:cubicBezTo>
                      <a:pt x="5530" y="2012"/>
                      <a:pt x="5531" y="2018"/>
                      <a:pt x="5531" y="2025"/>
                    </a:cubicBezTo>
                    <a:cubicBezTo>
                      <a:pt x="5531" y="2031"/>
                      <a:pt x="5530" y="2038"/>
                      <a:pt x="5529" y="2045"/>
                    </a:cubicBezTo>
                    <a:cubicBezTo>
                      <a:pt x="5528" y="2052"/>
                      <a:pt x="5525" y="2060"/>
                      <a:pt x="5521" y="2069"/>
                    </a:cubicBezTo>
                    <a:cubicBezTo>
                      <a:pt x="5517" y="2077"/>
                      <a:pt x="5510" y="2087"/>
                      <a:pt x="5502" y="2098"/>
                    </a:cubicBezTo>
                    <a:cubicBezTo>
                      <a:pt x="5495" y="2108"/>
                      <a:pt x="5485" y="2121"/>
                      <a:pt x="5472" y="2135"/>
                    </a:cubicBezTo>
                    <a:lnTo>
                      <a:pt x="5417" y="2193"/>
                    </a:lnTo>
                    <a:cubicBezTo>
                      <a:pt x="5415" y="2195"/>
                      <a:pt x="5414" y="2197"/>
                      <a:pt x="5412" y="2198"/>
                    </a:cubicBezTo>
                    <a:cubicBezTo>
                      <a:pt x="5411" y="2200"/>
                      <a:pt x="5411" y="2202"/>
                      <a:pt x="5410" y="2204"/>
                    </a:cubicBezTo>
                    <a:cubicBezTo>
                      <a:pt x="5409" y="2205"/>
                      <a:pt x="5408" y="2208"/>
                      <a:pt x="5408" y="2210"/>
                    </a:cubicBezTo>
                    <a:cubicBezTo>
                      <a:pt x="5408" y="2212"/>
                      <a:pt x="5408" y="2214"/>
                      <a:pt x="5408" y="2217"/>
                    </a:cubicBezTo>
                    <a:cubicBezTo>
                      <a:pt x="5408" y="2220"/>
                      <a:pt x="5408" y="2223"/>
                      <a:pt x="5409" y="2226"/>
                    </a:cubicBezTo>
                    <a:cubicBezTo>
                      <a:pt x="5409" y="2228"/>
                      <a:pt x="5410" y="2229"/>
                      <a:pt x="5411" y="2230"/>
                    </a:cubicBezTo>
                    <a:cubicBezTo>
                      <a:pt x="5412" y="2231"/>
                      <a:pt x="5414" y="2232"/>
                      <a:pt x="5415" y="2233"/>
                    </a:cubicBezTo>
                    <a:cubicBezTo>
                      <a:pt x="5417" y="2233"/>
                      <a:pt x="5418" y="2234"/>
                      <a:pt x="5420" y="2234"/>
                    </a:cubicBezTo>
                    <a:lnTo>
                      <a:pt x="5578" y="2234"/>
                    </a:lnTo>
                    <a:cubicBezTo>
                      <a:pt x="5580" y="2234"/>
                      <a:pt x="5581" y="2233"/>
                      <a:pt x="5582" y="2233"/>
                    </a:cubicBezTo>
                    <a:cubicBezTo>
                      <a:pt x="5583" y="2232"/>
                      <a:pt x="5584" y="2231"/>
                      <a:pt x="5584" y="2229"/>
                    </a:cubicBezTo>
                    <a:cubicBezTo>
                      <a:pt x="5585" y="2228"/>
                      <a:pt x="5586" y="2227"/>
                      <a:pt x="5586" y="2225"/>
                    </a:cubicBezTo>
                    <a:cubicBezTo>
                      <a:pt x="5587" y="2223"/>
                      <a:pt x="5586" y="2220"/>
                      <a:pt x="5586" y="2218"/>
                    </a:cubicBezTo>
                    <a:cubicBezTo>
                      <a:pt x="5586" y="2215"/>
                      <a:pt x="5587" y="2213"/>
                      <a:pt x="5586" y="2211"/>
                    </a:cubicBezTo>
                    <a:cubicBezTo>
                      <a:pt x="5586" y="2209"/>
                      <a:pt x="5585" y="2207"/>
                      <a:pt x="5584" y="2205"/>
                    </a:cubicBezTo>
                    <a:cubicBezTo>
                      <a:pt x="5584" y="2204"/>
                      <a:pt x="5582" y="2203"/>
                      <a:pt x="5581" y="2203"/>
                    </a:cubicBezTo>
                    <a:cubicBezTo>
                      <a:pt x="5580" y="2202"/>
                      <a:pt x="5579" y="2202"/>
                      <a:pt x="5578" y="2202"/>
                    </a:cubicBezTo>
                    <a:lnTo>
                      <a:pt x="5454" y="2202"/>
                    </a:lnTo>
                    <a:lnTo>
                      <a:pt x="5499" y="2154"/>
                    </a:lnTo>
                    <a:cubicBezTo>
                      <a:pt x="5515" y="2137"/>
                      <a:pt x="5529" y="2123"/>
                      <a:pt x="5539" y="2110"/>
                    </a:cubicBezTo>
                    <a:cubicBezTo>
                      <a:pt x="5548" y="2097"/>
                      <a:pt x="5555" y="2085"/>
                      <a:pt x="5561" y="2075"/>
                    </a:cubicBezTo>
                    <a:cubicBezTo>
                      <a:pt x="5566" y="2064"/>
                      <a:pt x="5570" y="2055"/>
                      <a:pt x="5571" y="2046"/>
                    </a:cubicBezTo>
                    <a:cubicBezTo>
                      <a:pt x="5573" y="2037"/>
                      <a:pt x="5574" y="2027"/>
                      <a:pt x="5574" y="2018"/>
                    </a:cubicBezTo>
                    <a:cubicBezTo>
                      <a:pt x="5574" y="2008"/>
                      <a:pt x="5572" y="1998"/>
                      <a:pt x="5569" y="1989"/>
                    </a:cubicBezTo>
                    <a:cubicBezTo>
                      <a:pt x="5565" y="1980"/>
                      <a:pt x="5560" y="1973"/>
                      <a:pt x="5553" y="1966"/>
                    </a:cubicBezTo>
                    <a:cubicBezTo>
                      <a:pt x="5546" y="1960"/>
                      <a:pt x="5538" y="1953"/>
                      <a:pt x="5527" y="1950"/>
                    </a:cubicBezTo>
                    <a:cubicBezTo>
                      <a:pt x="5517" y="1946"/>
                      <a:pt x="5505" y="1944"/>
                      <a:pt x="5491" y="1944"/>
                    </a:cubicBezTo>
                    <a:close/>
                    <a:moveTo>
                      <a:pt x="4469" y="1946"/>
                    </a:moveTo>
                    <a:cubicBezTo>
                      <a:pt x="4467" y="1946"/>
                      <a:pt x="4465" y="1947"/>
                      <a:pt x="4464" y="1947"/>
                    </a:cubicBezTo>
                    <a:cubicBezTo>
                      <a:pt x="4462" y="1947"/>
                      <a:pt x="4462" y="1948"/>
                      <a:pt x="4461" y="1948"/>
                    </a:cubicBezTo>
                    <a:cubicBezTo>
                      <a:pt x="4460" y="1948"/>
                      <a:pt x="4459" y="1948"/>
                      <a:pt x="4458" y="1949"/>
                    </a:cubicBezTo>
                    <a:lnTo>
                      <a:pt x="4393" y="1991"/>
                    </a:lnTo>
                    <a:cubicBezTo>
                      <a:pt x="4392" y="1992"/>
                      <a:pt x="4390" y="1993"/>
                      <a:pt x="4389" y="1994"/>
                    </a:cubicBezTo>
                    <a:cubicBezTo>
                      <a:pt x="4389" y="1995"/>
                      <a:pt x="4388" y="1996"/>
                      <a:pt x="4388" y="1997"/>
                    </a:cubicBezTo>
                    <a:cubicBezTo>
                      <a:pt x="4387" y="1998"/>
                      <a:pt x="4387" y="2000"/>
                      <a:pt x="4387" y="2002"/>
                    </a:cubicBezTo>
                    <a:cubicBezTo>
                      <a:pt x="4387" y="2003"/>
                      <a:pt x="4386" y="2005"/>
                      <a:pt x="4386" y="2008"/>
                    </a:cubicBezTo>
                    <a:cubicBezTo>
                      <a:pt x="4386" y="2011"/>
                      <a:pt x="4386" y="2014"/>
                      <a:pt x="4387" y="2016"/>
                    </a:cubicBezTo>
                    <a:cubicBezTo>
                      <a:pt x="4387" y="2018"/>
                      <a:pt x="4388" y="2020"/>
                      <a:pt x="4389" y="2021"/>
                    </a:cubicBezTo>
                    <a:cubicBezTo>
                      <a:pt x="4390" y="2022"/>
                      <a:pt x="4391" y="2022"/>
                      <a:pt x="4393" y="2022"/>
                    </a:cubicBezTo>
                    <a:cubicBezTo>
                      <a:pt x="4395" y="2022"/>
                      <a:pt x="4397" y="2021"/>
                      <a:pt x="4400" y="2019"/>
                    </a:cubicBezTo>
                    <a:lnTo>
                      <a:pt x="4455" y="1987"/>
                    </a:lnTo>
                    <a:lnTo>
                      <a:pt x="4455" y="2204"/>
                    </a:lnTo>
                    <a:lnTo>
                      <a:pt x="4396" y="2204"/>
                    </a:lnTo>
                    <a:cubicBezTo>
                      <a:pt x="4394" y="2204"/>
                      <a:pt x="4393" y="2204"/>
                      <a:pt x="4392" y="2204"/>
                    </a:cubicBezTo>
                    <a:cubicBezTo>
                      <a:pt x="4391" y="2205"/>
                      <a:pt x="4390" y="2206"/>
                      <a:pt x="4389" y="2207"/>
                    </a:cubicBezTo>
                    <a:cubicBezTo>
                      <a:pt x="4389" y="2208"/>
                      <a:pt x="4388" y="2210"/>
                      <a:pt x="4388" y="2212"/>
                    </a:cubicBezTo>
                    <a:cubicBezTo>
                      <a:pt x="4387" y="2213"/>
                      <a:pt x="4388" y="2216"/>
                      <a:pt x="4388" y="2219"/>
                    </a:cubicBezTo>
                    <a:cubicBezTo>
                      <a:pt x="4388" y="2221"/>
                      <a:pt x="4387" y="2224"/>
                      <a:pt x="4388" y="2226"/>
                    </a:cubicBezTo>
                    <a:cubicBezTo>
                      <a:pt x="4388" y="2228"/>
                      <a:pt x="4390" y="2229"/>
                      <a:pt x="4390" y="2230"/>
                    </a:cubicBezTo>
                    <a:cubicBezTo>
                      <a:pt x="4391" y="2231"/>
                      <a:pt x="4391" y="2232"/>
                      <a:pt x="4392" y="2233"/>
                    </a:cubicBezTo>
                    <a:cubicBezTo>
                      <a:pt x="4393" y="2233"/>
                      <a:pt x="4395" y="2234"/>
                      <a:pt x="4396" y="2234"/>
                    </a:cubicBezTo>
                    <a:lnTo>
                      <a:pt x="4545" y="2234"/>
                    </a:lnTo>
                    <a:cubicBezTo>
                      <a:pt x="4546" y="2234"/>
                      <a:pt x="4546" y="2233"/>
                      <a:pt x="4547" y="2233"/>
                    </a:cubicBezTo>
                    <a:cubicBezTo>
                      <a:pt x="4548" y="2232"/>
                      <a:pt x="4549" y="2231"/>
                      <a:pt x="4550" y="2230"/>
                    </a:cubicBezTo>
                    <a:cubicBezTo>
                      <a:pt x="4551" y="2229"/>
                      <a:pt x="4551" y="2228"/>
                      <a:pt x="4552" y="2226"/>
                    </a:cubicBezTo>
                    <a:cubicBezTo>
                      <a:pt x="4552" y="2224"/>
                      <a:pt x="4553" y="2221"/>
                      <a:pt x="4553" y="2219"/>
                    </a:cubicBezTo>
                    <a:cubicBezTo>
                      <a:pt x="4553" y="2216"/>
                      <a:pt x="4552" y="2213"/>
                      <a:pt x="4552" y="2212"/>
                    </a:cubicBezTo>
                    <a:cubicBezTo>
                      <a:pt x="4551" y="2210"/>
                      <a:pt x="4551" y="2208"/>
                      <a:pt x="4550" y="2207"/>
                    </a:cubicBezTo>
                    <a:cubicBezTo>
                      <a:pt x="4549" y="2206"/>
                      <a:pt x="4548" y="2205"/>
                      <a:pt x="4547" y="2204"/>
                    </a:cubicBezTo>
                    <a:cubicBezTo>
                      <a:pt x="4546" y="2204"/>
                      <a:pt x="4546" y="2204"/>
                      <a:pt x="4545" y="2204"/>
                    </a:cubicBezTo>
                    <a:lnTo>
                      <a:pt x="4493" y="2204"/>
                    </a:lnTo>
                    <a:lnTo>
                      <a:pt x="4493" y="1952"/>
                    </a:lnTo>
                    <a:cubicBezTo>
                      <a:pt x="4493" y="1951"/>
                      <a:pt x="4492" y="1950"/>
                      <a:pt x="4492" y="1950"/>
                    </a:cubicBezTo>
                    <a:cubicBezTo>
                      <a:pt x="4491" y="1949"/>
                      <a:pt x="4490" y="1948"/>
                      <a:pt x="4489" y="1948"/>
                    </a:cubicBezTo>
                    <a:cubicBezTo>
                      <a:pt x="4488" y="1947"/>
                      <a:pt x="4486" y="1947"/>
                      <a:pt x="4484" y="1947"/>
                    </a:cubicBezTo>
                    <a:cubicBezTo>
                      <a:pt x="4481" y="1947"/>
                      <a:pt x="4479" y="1946"/>
                      <a:pt x="4475" y="1946"/>
                    </a:cubicBezTo>
                    <a:cubicBezTo>
                      <a:pt x="4472" y="1946"/>
                      <a:pt x="4471" y="1946"/>
                      <a:pt x="4469" y="1946"/>
                    </a:cubicBezTo>
                    <a:close/>
                    <a:moveTo>
                      <a:pt x="232" y="1947"/>
                    </a:moveTo>
                    <a:cubicBezTo>
                      <a:pt x="231" y="1947"/>
                      <a:pt x="229" y="1947"/>
                      <a:pt x="228" y="1948"/>
                    </a:cubicBezTo>
                    <a:cubicBezTo>
                      <a:pt x="227" y="1948"/>
                      <a:pt x="227" y="1949"/>
                      <a:pt x="226" y="1950"/>
                    </a:cubicBezTo>
                    <a:cubicBezTo>
                      <a:pt x="225" y="1952"/>
                      <a:pt x="224" y="1954"/>
                      <a:pt x="224" y="1956"/>
                    </a:cubicBezTo>
                    <a:cubicBezTo>
                      <a:pt x="224" y="1958"/>
                      <a:pt x="223" y="1960"/>
                      <a:pt x="223" y="1963"/>
                    </a:cubicBezTo>
                    <a:cubicBezTo>
                      <a:pt x="223" y="1968"/>
                      <a:pt x="224" y="1972"/>
                      <a:pt x="226" y="1975"/>
                    </a:cubicBezTo>
                    <a:cubicBezTo>
                      <a:pt x="227" y="1978"/>
                      <a:pt x="229" y="1980"/>
                      <a:pt x="232" y="1980"/>
                    </a:cubicBezTo>
                    <a:lnTo>
                      <a:pt x="369" y="1980"/>
                    </a:lnTo>
                    <a:lnTo>
                      <a:pt x="261" y="2222"/>
                    </a:lnTo>
                    <a:cubicBezTo>
                      <a:pt x="260" y="2224"/>
                      <a:pt x="259" y="2225"/>
                      <a:pt x="259" y="2227"/>
                    </a:cubicBezTo>
                    <a:cubicBezTo>
                      <a:pt x="259" y="2228"/>
                      <a:pt x="260" y="2229"/>
                      <a:pt x="261" y="2230"/>
                    </a:cubicBezTo>
                    <a:cubicBezTo>
                      <a:pt x="262" y="2231"/>
                      <a:pt x="264" y="2232"/>
                      <a:pt x="266" y="2233"/>
                    </a:cubicBezTo>
                    <a:cubicBezTo>
                      <a:pt x="269" y="2233"/>
                      <a:pt x="274" y="2234"/>
                      <a:pt x="279" y="2234"/>
                    </a:cubicBezTo>
                    <a:cubicBezTo>
                      <a:pt x="283" y="2234"/>
                      <a:pt x="286" y="2233"/>
                      <a:pt x="288" y="2233"/>
                    </a:cubicBezTo>
                    <a:cubicBezTo>
                      <a:pt x="291" y="2232"/>
                      <a:pt x="293" y="2232"/>
                      <a:pt x="295" y="2232"/>
                    </a:cubicBezTo>
                    <a:cubicBezTo>
                      <a:pt x="296" y="2231"/>
                      <a:pt x="298" y="2230"/>
                      <a:pt x="299" y="2229"/>
                    </a:cubicBezTo>
                    <a:cubicBezTo>
                      <a:pt x="300" y="2228"/>
                      <a:pt x="301" y="2227"/>
                      <a:pt x="302" y="2225"/>
                    </a:cubicBezTo>
                    <a:lnTo>
                      <a:pt x="404" y="1988"/>
                    </a:lnTo>
                    <a:cubicBezTo>
                      <a:pt x="405" y="1985"/>
                      <a:pt x="406" y="1984"/>
                      <a:pt x="407" y="1982"/>
                    </a:cubicBezTo>
                    <a:cubicBezTo>
                      <a:pt x="407" y="1980"/>
                      <a:pt x="408" y="1978"/>
                      <a:pt x="408" y="1976"/>
                    </a:cubicBezTo>
                    <a:cubicBezTo>
                      <a:pt x="409" y="1974"/>
                      <a:pt x="409" y="1972"/>
                      <a:pt x="409" y="1970"/>
                    </a:cubicBezTo>
                    <a:cubicBezTo>
                      <a:pt x="409" y="1968"/>
                      <a:pt x="409" y="1965"/>
                      <a:pt x="409" y="1963"/>
                    </a:cubicBezTo>
                    <a:cubicBezTo>
                      <a:pt x="409" y="1960"/>
                      <a:pt x="409" y="1957"/>
                      <a:pt x="408" y="1955"/>
                    </a:cubicBezTo>
                    <a:cubicBezTo>
                      <a:pt x="408" y="1953"/>
                      <a:pt x="407" y="1951"/>
                      <a:pt x="407" y="1950"/>
                    </a:cubicBezTo>
                    <a:cubicBezTo>
                      <a:pt x="406" y="1948"/>
                      <a:pt x="405" y="1947"/>
                      <a:pt x="403" y="1947"/>
                    </a:cubicBezTo>
                    <a:cubicBezTo>
                      <a:pt x="402" y="1947"/>
                      <a:pt x="400" y="1947"/>
                      <a:pt x="398" y="1947"/>
                    </a:cubicBezTo>
                    <a:lnTo>
                      <a:pt x="232" y="1947"/>
                    </a:lnTo>
                    <a:close/>
                    <a:moveTo>
                      <a:pt x="1348" y="1972"/>
                    </a:moveTo>
                    <a:cubicBezTo>
                      <a:pt x="1356" y="1972"/>
                      <a:pt x="1364" y="1972"/>
                      <a:pt x="1370" y="1974"/>
                    </a:cubicBezTo>
                    <a:cubicBezTo>
                      <a:pt x="1376" y="1976"/>
                      <a:pt x="1381" y="1979"/>
                      <a:pt x="1385" y="1982"/>
                    </a:cubicBezTo>
                    <a:cubicBezTo>
                      <a:pt x="1389" y="1986"/>
                      <a:pt x="1392" y="1990"/>
                      <a:pt x="1394" y="1995"/>
                    </a:cubicBezTo>
                    <a:cubicBezTo>
                      <a:pt x="1396" y="2000"/>
                      <a:pt x="1398" y="2006"/>
                      <a:pt x="1398" y="2012"/>
                    </a:cubicBezTo>
                    <a:cubicBezTo>
                      <a:pt x="1398" y="2023"/>
                      <a:pt x="1393" y="2033"/>
                      <a:pt x="1386" y="2042"/>
                    </a:cubicBezTo>
                    <a:cubicBezTo>
                      <a:pt x="1378" y="2051"/>
                      <a:pt x="1366" y="2060"/>
                      <a:pt x="1351" y="2068"/>
                    </a:cubicBezTo>
                    <a:cubicBezTo>
                      <a:pt x="1342" y="2063"/>
                      <a:pt x="1335" y="2059"/>
                      <a:pt x="1328" y="2055"/>
                    </a:cubicBezTo>
                    <a:cubicBezTo>
                      <a:pt x="1322" y="2050"/>
                      <a:pt x="1317" y="2047"/>
                      <a:pt x="1312" y="2042"/>
                    </a:cubicBezTo>
                    <a:cubicBezTo>
                      <a:pt x="1308" y="2038"/>
                      <a:pt x="1305" y="2033"/>
                      <a:pt x="1304" y="2028"/>
                    </a:cubicBezTo>
                    <a:cubicBezTo>
                      <a:pt x="1302" y="2023"/>
                      <a:pt x="1301" y="2018"/>
                      <a:pt x="1301" y="2012"/>
                    </a:cubicBezTo>
                    <a:cubicBezTo>
                      <a:pt x="1301" y="2000"/>
                      <a:pt x="1304" y="1989"/>
                      <a:pt x="1312" y="1982"/>
                    </a:cubicBezTo>
                    <a:cubicBezTo>
                      <a:pt x="1320" y="1975"/>
                      <a:pt x="1333" y="1972"/>
                      <a:pt x="1348" y="1972"/>
                    </a:cubicBezTo>
                    <a:close/>
                    <a:moveTo>
                      <a:pt x="2382" y="1973"/>
                    </a:moveTo>
                    <a:cubicBezTo>
                      <a:pt x="2391" y="1973"/>
                      <a:pt x="2399" y="1974"/>
                      <a:pt x="2406" y="1978"/>
                    </a:cubicBezTo>
                    <a:cubicBezTo>
                      <a:pt x="2413" y="1981"/>
                      <a:pt x="2420" y="1987"/>
                      <a:pt x="2424" y="1995"/>
                    </a:cubicBezTo>
                    <a:cubicBezTo>
                      <a:pt x="2429" y="2003"/>
                      <a:pt x="2433" y="2013"/>
                      <a:pt x="2435" y="2026"/>
                    </a:cubicBezTo>
                    <a:cubicBezTo>
                      <a:pt x="2438" y="2039"/>
                      <a:pt x="2439" y="2054"/>
                      <a:pt x="2439" y="2073"/>
                    </a:cubicBezTo>
                    <a:cubicBezTo>
                      <a:pt x="2431" y="2078"/>
                      <a:pt x="2422" y="2083"/>
                      <a:pt x="2412" y="2086"/>
                    </a:cubicBezTo>
                    <a:cubicBezTo>
                      <a:pt x="2402" y="2090"/>
                      <a:pt x="2391" y="2092"/>
                      <a:pt x="2380" y="2092"/>
                    </a:cubicBezTo>
                    <a:cubicBezTo>
                      <a:pt x="2371" y="2092"/>
                      <a:pt x="2362" y="2090"/>
                      <a:pt x="2356" y="2087"/>
                    </a:cubicBezTo>
                    <a:cubicBezTo>
                      <a:pt x="2349" y="2084"/>
                      <a:pt x="2344" y="2081"/>
                      <a:pt x="2340" y="2076"/>
                    </a:cubicBezTo>
                    <a:cubicBezTo>
                      <a:pt x="2336" y="2071"/>
                      <a:pt x="2333" y="2064"/>
                      <a:pt x="2331" y="2057"/>
                    </a:cubicBezTo>
                    <a:cubicBezTo>
                      <a:pt x="2329" y="2050"/>
                      <a:pt x="2328" y="2042"/>
                      <a:pt x="2328" y="2033"/>
                    </a:cubicBezTo>
                    <a:cubicBezTo>
                      <a:pt x="2328" y="2026"/>
                      <a:pt x="2329" y="2019"/>
                      <a:pt x="2331" y="2011"/>
                    </a:cubicBezTo>
                    <a:cubicBezTo>
                      <a:pt x="2333" y="2004"/>
                      <a:pt x="2336" y="1997"/>
                      <a:pt x="2341" y="1991"/>
                    </a:cubicBezTo>
                    <a:cubicBezTo>
                      <a:pt x="2345" y="1985"/>
                      <a:pt x="2351" y="1981"/>
                      <a:pt x="2357" y="1978"/>
                    </a:cubicBezTo>
                    <a:cubicBezTo>
                      <a:pt x="2364" y="1974"/>
                      <a:pt x="2373" y="1973"/>
                      <a:pt x="2382" y="1973"/>
                    </a:cubicBezTo>
                    <a:close/>
                    <a:moveTo>
                      <a:pt x="3424" y="1973"/>
                    </a:moveTo>
                    <a:cubicBezTo>
                      <a:pt x="3431" y="1973"/>
                      <a:pt x="3437" y="1974"/>
                      <a:pt x="3443" y="1976"/>
                    </a:cubicBezTo>
                    <a:cubicBezTo>
                      <a:pt x="3449" y="1978"/>
                      <a:pt x="3454" y="1981"/>
                      <a:pt x="3458" y="1985"/>
                    </a:cubicBezTo>
                    <a:cubicBezTo>
                      <a:pt x="3463" y="1989"/>
                      <a:pt x="3466" y="1994"/>
                      <a:pt x="3470" y="2000"/>
                    </a:cubicBezTo>
                    <a:cubicBezTo>
                      <a:pt x="3473" y="2006"/>
                      <a:pt x="3476" y="2014"/>
                      <a:pt x="3478" y="2023"/>
                    </a:cubicBezTo>
                    <a:cubicBezTo>
                      <a:pt x="3479" y="2031"/>
                      <a:pt x="3481" y="2041"/>
                      <a:pt x="3482" y="2053"/>
                    </a:cubicBezTo>
                    <a:cubicBezTo>
                      <a:pt x="3483" y="2064"/>
                      <a:pt x="3484" y="2076"/>
                      <a:pt x="3484" y="2091"/>
                    </a:cubicBezTo>
                    <a:cubicBezTo>
                      <a:pt x="3484" y="2101"/>
                      <a:pt x="3483" y="2112"/>
                      <a:pt x="3483" y="2122"/>
                    </a:cubicBezTo>
                    <a:cubicBezTo>
                      <a:pt x="3482" y="2131"/>
                      <a:pt x="3480" y="2141"/>
                      <a:pt x="3478" y="2149"/>
                    </a:cubicBezTo>
                    <a:cubicBezTo>
                      <a:pt x="3477" y="2157"/>
                      <a:pt x="3474" y="2165"/>
                      <a:pt x="3471" y="2172"/>
                    </a:cubicBezTo>
                    <a:cubicBezTo>
                      <a:pt x="3468" y="2179"/>
                      <a:pt x="3465" y="2185"/>
                      <a:pt x="3461" y="2189"/>
                    </a:cubicBezTo>
                    <a:cubicBezTo>
                      <a:pt x="3456" y="2194"/>
                      <a:pt x="3451" y="2198"/>
                      <a:pt x="3445" y="2201"/>
                    </a:cubicBezTo>
                    <a:cubicBezTo>
                      <a:pt x="3439" y="2204"/>
                      <a:pt x="3431" y="2204"/>
                      <a:pt x="3423" y="2204"/>
                    </a:cubicBezTo>
                    <a:cubicBezTo>
                      <a:pt x="3412" y="2204"/>
                      <a:pt x="3403" y="2203"/>
                      <a:pt x="3395" y="2198"/>
                    </a:cubicBezTo>
                    <a:cubicBezTo>
                      <a:pt x="3388" y="2194"/>
                      <a:pt x="3383" y="2187"/>
                      <a:pt x="3378" y="2178"/>
                    </a:cubicBezTo>
                    <a:cubicBezTo>
                      <a:pt x="3373" y="2169"/>
                      <a:pt x="3369" y="2156"/>
                      <a:pt x="3367" y="2141"/>
                    </a:cubicBezTo>
                    <a:cubicBezTo>
                      <a:pt x="3365" y="2126"/>
                      <a:pt x="3364" y="2108"/>
                      <a:pt x="3364" y="2087"/>
                    </a:cubicBezTo>
                    <a:cubicBezTo>
                      <a:pt x="3364" y="2071"/>
                      <a:pt x="3365" y="2056"/>
                      <a:pt x="3366" y="2042"/>
                    </a:cubicBezTo>
                    <a:cubicBezTo>
                      <a:pt x="3368" y="2028"/>
                      <a:pt x="3371" y="2016"/>
                      <a:pt x="3375" y="2006"/>
                    </a:cubicBezTo>
                    <a:cubicBezTo>
                      <a:pt x="3380" y="1996"/>
                      <a:pt x="3386" y="1988"/>
                      <a:pt x="3394" y="1982"/>
                    </a:cubicBezTo>
                    <a:cubicBezTo>
                      <a:pt x="3402" y="1976"/>
                      <a:pt x="3411" y="1973"/>
                      <a:pt x="3424" y="1973"/>
                    </a:cubicBezTo>
                    <a:close/>
                    <a:moveTo>
                      <a:pt x="1347" y="2100"/>
                    </a:moveTo>
                    <a:cubicBezTo>
                      <a:pt x="1357" y="2105"/>
                      <a:pt x="1365" y="2110"/>
                      <a:pt x="1372" y="2115"/>
                    </a:cubicBezTo>
                    <a:cubicBezTo>
                      <a:pt x="1380" y="2119"/>
                      <a:pt x="1387" y="2124"/>
                      <a:pt x="1392" y="2129"/>
                    </a:cubicBezTo>
                    <a:cubicBezTo>
                      <a:pt x="1397" y="2133"/>
                      <a:pt x="1401" y="2138"/>
                      <a:pt x="1403" y="2144"/>
                    </a:cubicBezTo>
                    <a:cubicBezTo>
                      <a:pt x="1406" y="2149"/>
                      <a:pt x="1407" y="2155"/>
                      <a:pt x="1407" y="2162"/>
                    </a:cubicBezTo>
                    <a:cubicBezTo>
                      <a:pt x="1407" y="2176"/>
                      <a:pt x="1402" y="2187"/>
                      <a:pt x="1393" y="2195"/>
                    </a:cubicBezTo>
                    <a:cubicBezTo>
                      <a:pt x="1383" y="2203"/>
                      <a:pt x="1368" y="2206"/>
                      <a:pt x="1349" y="2206"/>
                    </a:cubicBezTo>
                    <a:cubicBezTo>
                      <a:pt x="1330" y="2206"/>
                      <a:pt x="1316" y="2203"/>
                      <a:pt x="1306" y="2195"/>
                    </a:cubicBezTo>
                    <a:cubicBezTo>
                      <a:pt x="1296" y="2187"/>
                      <a:pt x="1291" y="2176"/>
                      <a:pt x="1291" y="2161"/>
                    </a:cubicBezTo>
                    <a:cubicBezTo>
                      <a:pt x="1291" y="2155"/>
                      <a:pt x="1292" y="2149"/>
                      <a:pt x="1295" y="2144"/>
                    </a:cubicBezTo>
                    <a:cubicBezTo>
                      <a:pt x="1297" y="2138"/>
                      <a:pt x="1300" y="2133"/>
                      <a:pt x="1304" y="2129"/>
                    </a:cubicBezTo>
                    <a:cubicBezTo>
                      <a:pt x="1309" y="2124"/>
                      <a:pt x="1315" y="2119"/>
                      <a:pt x="1322" y="2115"/>
                    </a:cubicBezTo>
                    <a:cubicBezTo>
                      <a:pt x="1329" y="2110"/>
                      <a:pt x="1337" y="2105"/>
                      <a:pt x="1347" y="2100"/>
                    </a:cubicBezTo>
                    <a:close/>
                    <a:moveTo>
                      <a:pt x="1124" y="2590"/>
                    </a:moveTo>
                    <a:cubicBezTo>
                      <a:pt x="1116" y="2590"/>
                      <a:pt x="1108" y="2591"/>
                      <a:pt x="1100" y="2593"/>
                    </a:cubicBezTo>
                    <a:cubicBezTo>
                      <a:pt x="1092" y="2594"/>
                      <a:pt x="1084" y="2597"/>
                      <a:pt x="1078" y="2600"/>
                    </a:cubicBezTo>
                    <a:cubicBezTo>
                      <a:pt x="1071" y="2602"/>
                      <a:pt x="1066" y="2605"/>
                      <a:pt x="1062" y="2608"/>
                    </a:cubicBezTo>
                    <a:cubicBezTo>
                      <a:pt x="1058" y="2610"/>
                      <a:pt x="1054" y="2612"/>
                      <a:pt x="1052" y="2614"/>
                    </a:cubicBezTo>
                    <a:cubicBezTo>
                      <a:pt x="1050" y="2615"/>
                      <a:pt x="1049" y="2616"/>
                      <a:pt x="1049" y="2617"/>
                    </a:cubicBezTo>
                    <a:cubicBezTo>
                      <a:pt x="1048" y="2618"/>
                      <a:pt x="1048" y="2620"/>
                      <a:pt x="1048" y="2621"/>
                    </a:cubicBezTo>
                    <a:cubicBezTo>
                      <a:pt x="1047" y="2622"/>
                      <a:pt x="1047" y="2624"/>
                      <a:pt x="1047" y="2625"/>
                    </a:cubicBezTo>
                    <a:cubicBezTo>
                      <a:pt x="1047" y="2627"/>
                      <a:pt x="1047" y="2628"/>
                      <a:pt x="1047" y="2630"/>
                    </a:cubicBezTo>
                    <a:cubicBezTo>
                      <a:pt x="1047" y="2634"/>
                      <a:pt x="1047" y="2636"/>
                      <a:pt x="1047" y="2638"/>
                    </a:cubicBezTo>
                    <a:cubicBezTo>
                      <a:pt x="1047" y="2641"/>
                      <a:pt x="1047" y="2642"/>
                      <a:pt x="1048" y="2644"/>
                    </a:cubicBezTo>
                    <a:cubicBezTo>
                      <a:pt x="1048" y="2645"/>
                      <a:pt x="1050" y="2646"/>
                      <a:pt x="1050" y="2646"/>
                    </a:cubicBezTo>
                    <a:cubicBezTo>
                      <a:pt x="1051" y="2647"/>
                      <a:pt x="1052" y="2647"/>
                      <a:pt x="1053" y="2647"/>
                    </a:cubicBezTo>
                    <a:cubicBezTo>
                      <a:pt x="1055" y="2647"/>
                      <a:pt x="1057" y="2646"/>
                      <a:pt x="1061" y="2644"/>
                    </a:cubicBezTo>
                    <a:cubicBezTo>
                      <a:pt x="1065" y="2641"/>
                      <a:pt x="1069" y="2639"/>
                      <a:pt x="1074" y="2636"/>
                    </a:cubicBezTo>
                    <a:cubicBezTo>
                      <a:pt x="1080" y="2633"/>
                      <a:pt x="1086" y="2630"/>
                      <a:pt x="1093" y="2628"/>
                    </a:cubicBezTo>
                    <a:cubicBezTo>
                      <a:pt x="1100" y="2625"/>
                      <a:pt x="1108" y="2623"/>
                      <a:pt x="1117" y="2623"/>
                    </a:cubicBezTo>
                    <a:cubicBezTo>
                      <a:pt x="1125" y="2623"/>
                      <a:pt x="1132" y="2625"/>
                      <a:pt x="1138" y="2628"/>
                    </a:cubicBezTo>
                    <a:cubicBezTo>
                      <a:pt x="1144" y="2630"/>
                      <a:pt x="1148" y="2633"/>
                      <a:pt x="1152" y="2638"/>
                    </a:cubicBezTo>
                    <a:cubicBezTo>
                      <a:pt x="1156" y="2642"/>
                      <a:pt x="1159" y="2647"/>
                      <a:pt x="1162" y="2652"/>
                    </a:cubicBezTo>
                    <a:cubicBezTo>
                      <a:pt x="1164" y="2658"/>
                      <a:pt x="1164" y="2664"/>
                      <a:pt x="1164" y="2670"/>
                    </a:cubicBezTo>
                    <a:cubicBezTo>
                      <a:pt x="1164" y="2676"/>
                      <a:pt x="1164" y="2683"/>
                      <a:pt x="1162" y="2690"/>
                    </a:cubicBezTo>
                    <a:cubicBezTo>
                      <a:pt x="1161" y="2698"/>
                      <a:pt x="1158" y="2706"/>
                      <a:pt x="1154" y="2715"/>
                    </a:cubicBezTo>
                    <a:cubicBezTo>
                      <a:pt x="1149" y="2724"/>
                      <a:pt x="1144" y="2733"/>
                      <a:pt x="1136" y="2744"/>
                    </a:cubicBezTo>
                    <a:cubicBezTo>
                      <a:pt x="1128" y="2755"/>
                      <a:pt x="1118" y="2767"/>
                      <a:pt x="1105" y="2780"/>
                    </a:cubicBezTo>
                    <a:lnTo>
                      <a:pt x="1050" y="2839"/>
                    </a:lnTo>
                    <a:cubicBezTo>
                      <a:pt x="1049" y="2841"/>
                      <a:pt x="1047" y="2843"/>
                      <a:pt x="1046" y="2845"/>
                    </a:cubicBezTo>
                    <a:cubicBezTo>
                      <a:pt x="1045" y="2846"/>
                      <a:pt x="1044" y="2847"/>
                      <a:pt x="1043" y="2849"/>
                    </a:cubicBezTo>
                    <a:cubicBezTo>
                      <a:pt x="1043" y="2851"/>
                      <a:pt x="1042" y="2853"/>
                      <a:pt x="1042" y="2855"/>
                    </a:cubicBezTo>
                    <a:cubicBezTo>
                      <a:pt x="1041" y="2858"/>
                      <a:pt x="1042" y="2860"/>
                      <a:pt x="1042" y="2863"/>
                    </a:cubicBezTo>
                    <a:cubicBezTo>
                      <a:pt x="1042" y="2867"/>
                      <a:pt x="1041" y="2869"/>
                      <a:pt x="1042" y="2871"/>
                    </a:cubicBezTo>
                    <a:cubicBezTo>
                      <a:pt x="1042" y="2873"/>
                      <a:pt x="1043" y="2875"/>
                      <a:pt x="1044" y="2877"/>
                    </a:cubicBezTo>
                    <a:cubicBezTo>
                      <a:pt x="1045" y="2878"/>
                      <a:pt x="1047" y="2879"/>
                      <a:pt x="1049" y="2879"/>
                    </a:cubicBezTo>
                    <a:cubicBezTo>
                      <a:pt x="1050" y="2880"/>
                      <a:pt x="1052" y="2880"/>
                      <a:pt x="1054" y="2880"/>
                    </a:cubicBezTo>
                    <a:lnTo>
                      <a:pt x="1212" y="2880"/>
                    </a:lnTo>
                    <a:cubicBezTo>
                      <a:pt x="1213" y="2880"/>
                      <a:pt x="1214" y="2879"/>
                      <a:pt x="1215" y="2878"/>
                    </a:cubicBezTo>
                    <a:cubicBezTo>
                      <a:pt x="1216" y="2878"/>
                      <a:pt x="1217" y="2877"/>
                      <a:pt x="1218" y="2876"/>
                    </a:cubicBezTo>
                    <a:cubicBezTo>
                      <a:pt x="1219" y="2874"/>
                      <a:pt x="1218" y="2872"/>
                      <a:pt x="1219" y="2870"/>
                    </a:cubicBezTo>
                    <a:cubicBezTo>
                      <a:pt x="1219" y="2868"/>
                      <a:pt x="1220" y="2866"/>
                      <a:pt x="1220" y="2863"/>
                    </a:cubicBezTo>
                    <a:cubicBezTo>
                      <a:pt x="1220" y="2861"/>
                      <a:pt x="1219" y="2858"/>
                      <a:pt x="1219" y="2856"/>
                    </a:cubicBezTo>
                    <a:cubicBezTo>
                      <a:pt x="1218" y="2854"/>
                      <a:pt x="1218" y="2853"/>
                      <a:pt x="1217" y="2852"/>
                    </a:cubicBezTo>
                    <a:cubicBezTo>
                      <a:pt x="1216" y="2850"/>
                      <a:pt x="1216" y="2849"/>
                      <a:pt x="1214" y="2848"/>
                    </a:cubicBezTo>
                    <a:cubicBezTo>
                      <a:pt x="1213" y="2848"/>
                      <a:pt x="1212" y="2847"/>
                      <a:pt x="1211" y="2847"/>
                    </a:cubicBezTo>
                    <a:lnTo>
                      <a:pt x="1087" y="2847"/>
                    </a:lnTo>
                    <a:lnTo>
                      <a:pt x="1132" y="2801"/>
                    </a:lnTo>
                    <a:cubicBezTo>
                      <a:pt x="1149" y="2784"/>
                      <a:pt x="1161" y="2769"/>
                      <a:pt x="1171" y="2756"/>
                    </a:cubicBezTo>
                    <a:cubicBezTo>
                      <a:pt x="1181" y="2743"/>
                      <a:pt x="1189" y="2731"/>
                      <a:pt x="1194" y="2720"/>
                    </a:cubicBezTo>
                    <a:cubicBezTo>
                      <a:pt x="1199" y="2710"/>
                      <a:pt x="1203" y="2700"/>
                      <a:pt x="1205" y="2691"/>
                    </a:cubicBezTo>
                    <a:cubicBezTo>
                      <a:pt x="1206" y="2682"/>
                      <a:pt x="1206" y="2673"/>
                      <a:pt x="1207" y="2664"/>
                    </a:cubicBezTo>
                    <a:cubicBezTo>
                      <a:pt x="1206" y="2654"/>
                      <a:pt x="1205" y="2645"/>
                      <a:pt x="1202" y="2636"/>
                    </a:cubicBezTo>
                    <a:cubicBezTo>
                      <a:pt x="1199" y="2627"/>
                      <a:pt x="1193" y="2619"/>
                      <a:pt x="1186" y="2612"/>
                    </a:cubicBezTo>
                    <a:cubicBezTo>
                      <a:pt x="1179" y="2605"/>
                      <a:pt x="1171" y="2600"/>
                      <a:pt x="1161" y="2596"/>
                    </a:cubicBezTo>
                    <a:cubicBezTo>
                      <a:pt x="1150" y="2592"/>
                      <a:pt x="1138" y="2590"/>
                      <a:pt x="1124" y="2590"/>
                    </a:cubicBezTo>
                    <a:close/>
                    <a:moveTo>
                      <a:pt x="2155" y="2590"/>
                    </a:moveTo>
                    <a:cubicBezTo>
                      <a:pt x="2146" y="2590"/>
                      <a:pt x="2138" y="2591"/>
                      <a:pt x="2130" y="2593"/>
                    </a:cubicBezTo>
                    <a:cubicBezTo>
                      <a:pt x="2122" y="2594"/>
                      <a:pt x="2114" y="2597"/>
                      <a:pt x="2108" y="2600"/>
                    </a:cubicBezTo>
                    <a:cubicBezTo>
                      <a:pt x="2101" y="2602"/>
                      <a:pt x="2096" y="2605"/>
                      <a:pt x="2092" y="2608"/>
                    </a:cubicBezTo>
                    <a:cubicBezTo>
                      <a:pt x="2088" y="2610"/>
                      <a:pt x="2084" y="2612"/>
                      <a:pt x="2082" y="2614"/>
                    </a:cubicBezTo>
                    <a:cubicBezTo>
                      <a:pt x="2081" y="2615"/>
                      <a:pt x="2079" y="2616"/>
                      <a:pt x="2079" y="2617"/>
                    </a:cubicBezTo>
                    <a:cubicBezTo>
                      <a:pt x="2078" y="2618"/>
                      <a:pt x="2078" y="2620"/>
                      <a:pt x="2078" y="2621"/>
                    </a:cubicBezTo>
                    <a:cubicBezTo>
                      <a:pt x="2077" y="2622"/>
                      <a:pt x="2077" y="2624"/>
                      <a:pt x="2077" y="2625"/>
                    </a:cubicBezTo>
                    <a:cubicBezTo>
                      <a:pt x="2077" y="2627"/>
                      <a:pt x="2077" y="2628"/>
                      <a:pt x="2077" y="2630"/>
                    </a:cubicBezTo>
                    <a:cubicBezTo>
                      <a:pt x="2077" y="2634"/>
                      <a:pt x="2077" y="2636"/>
                      <a:pt x="2077" y="2638"/>
                    </a:cubicBezTo>
                    <a:cubicBezTo>
                      <a:pt x="2077" y="2641"/>
                      <a:pt x="2078" y="2642"/>
                      <a:pt x="2079" y="2644"/>
                    </a:cubicBezTo>
                    <a:cubicBezTo>
                      <a:pt x="2079" y="2645"/>
                      <a:pt x="2080" y="2646"/>
                      <a:pt x="2081" y="2646"/>
                    </a:cubicBezTo>
                    <a:cubicBezTo>
                      <a:pt x="2081" y="2647"/>
                      <a:pt x="2082" y="2647"/>
                      <a:pt x="2083" y="2647"/>
                    </a:cubicBezTo>
                    <a:cubicBezTo>
                      <a:pt x="2085" y="2647"/>
                      <a:pt x="2087" y="2646"/>
                      <a:pt x="2091" y="2644"/>
                    </a:cubicBezTo>
                    <a:cubicBezTo>
                      <a:pt x="2095" y="2641"/>
                      <a:pt x="2099" y="2639"/>
                      <a:pt x="2104" y="2636"/>
                    </a:cubicBezTo>
                    <a:cubicBezTo>
                      <a:pt x="2110" y="2633"/>
                      <a:pt x="2117" y="2630"/>
                      <a:pt x="2124" y="2628"/>
                    </a:cubicBezTo>
                    <a:cubicBezTo>
                      <a:pt x="2131" y="2625"/>
                      <a:pt x="2139" y="2623"/>
                      <a:pt x="2148" y="2623"/>
                    </a:cubicBezTo>
                    <a:cubicBezTo>
                      <a:pt x="2155" y="2623"/>
                      <a:pt x="2162" y="2625"/>
                      <a:pt x="2168" y="2628"/>
                    </a:cubicBezTo>
                    <a:cubicBezTo>
                      <a:pt x="2174" y="2630"/>
                      <a:pt x="2179" y="2633"/>
                      <a:pt x="2183" y="2638"/>
                    </a:cubicBezTo>
                    <a:cubicBezTo>
                      <a:pt x="2187" y="2642"/>
                      <a:pt x="2190" y="2647"/>
                      <a:pt x="2192" y="2652"/>
                    </a:cubicBezTo>
                    <a:cubicBezTo>
                      <a:pt x="2194" y="2658"/>
                      <a:pt x="2194" y="2664"/>
                      <a:pt x="2194" y="2670"/>
                    </a:cubicBezTo>
                    <a:cubicBezTo>
                      <a:pt x="2194" y="2676"/>
                      <a:pt x="2194" y="2683"/>
                      <a:pt x="2193" y="2690"/>
                    </a:cubicBezTo>
                    <a:cubicBezTo>
                      <a:pt x="2191" y="2698"/>
                      <a:pt x="2189" y="2706"/>
                      <a:pt x="2185" y="2715"/>
                    </a:cubicBezTo>
                    <a:cubicBezTo>
                      <a:pt x="2180" y="2724"/>
                      <a:pt x="2174" y="2733"/>
                      <a:pt x="2166" y="2744"/>
                    </a:cubicBezTo>
                    <a:cubicBezTo>
                      <a:pt x="2158" y="2755"/>
                      <a:pt x="2148" y="2767"/>
                      <a:pt x="2135" y="2780"/>
                    </a:cubicBezTo>
                    <a:lnTo>
                      <a:pt x="2081" y="2839"/>
                    </a:lnTo>
                    <a:cubicBezTo>
                      <a:pt x="2079" y="2841"/>
                      <a:pt x="2077" y="2843"/>
                      <a:pt x="2076" y="2845"/>
                    </a:cubicBezTo>
                    <a:cubicBezTo>
                      <a:pt x="2075" y="2846"/>
                      <a:pt x="2074" y="2847"/>
                      <a:pt x="2073" y="2849"/>
                    </a:cubicBezTo>
                    <a:cubicBezTo>
                      <a:pt x="2073" y="2851"/>
                      <a:pt x="2072" y="2853"/>
                      <a:pt x="2072" y="2855"/>
                    </a:cubicBezTo>
                    <a:cubicBezTo>
                      <a:pt x="2071" y="2858"/>
                      <a:pt x="2072" y="2860"/>
                      <a:pt x="2072" y="2863"/>
                    </a:cubicBezTo>
                    <a:cubicBezTo>
                      <a:pt x="2072" y="2867"/>
                      <a:pt x="2072" y="2869"/>
                      <a:pt x="2073" y="2871"/>
                    </a:cubicBezTo>
                    <a:cubicBezTo>
                      <a:pt x="2073" y="2873"/>
                      <a:pt x="2073" y="2875"/>
                      <a:pt x="2074" y="2877"/>
                    </a:cubicBezTo>
                    <a:cubicBezTo>
                      <a:pt x="2075" y="2878"/>
                      <a:pt x="2077" y="2879"/>
                      <a:pt x="2079" y="2879"/>
                    </a:cubicBezTo>
                    <a:cubicBezTo>
                      <a:pt x="2080" y="2880"/>
                      <a:pt x="2082" y="2880"/>
                      <a:pt x="2084" y="2880"/>
                    </a:cubicBezTo>
                    <a:lnTo>
                      <a:pt x="2242" y="2880"/>
                    </a:lnTo>
                    <a:cubicBezTo>
                      <a:pt x="2243" y="2880"/>
                      <a:pt x="2244" y="2879"/>
                      <a:pt x="2245" y="2878"/>
                    </a:cubicBezTo>
                    <a:cubicBezTo>
                      <a:pt x="2247" y="2878"/>
                      <a:pt x="2247" y="2877"/>
                      <a:pt x="2248" y="2876"/>
                    </a:cubicBezTo>
                    <a:cubicBezTo>
                      <a:pt x="2249" y="2874"/>
                      <a:pt x="2249" y="2872"/>
                      <a:pt x="2250" y="2870"/>
                    </a:cubicBezTo>
                    <a:cubicBezTo>
                      <a:pt x="2250" y="2868"/>
                      <a:pt x="2250" y="2866"/>
                      <a:pt x="2250" y="2863"/>
                    </a:cubicBezTo>
                    <a:cubicBezTo>
                      <a:pt x="2250" y="2861"/>
                      <a:pt x="2250" y="2858"/>
                      <a:pt x="2250" y="2856"/>
                    </a:cubicBezTo>
                    <a:cubicBezTo>
                      <a:pt x="2249" y="2854"/>
                      <a:pt x="2249" y="2853"/>
                      <a:pt x="2248" y="2852"/>
                    </a:cubicBezTo>
                    <a:cubicBezTo>
                      <a:pt x="2247" y="2850"/>
                      <a:pt x="2246" y="2849"/>
                      <a:pt x="2245" y="2848"/>
                    </a:cubicBezTo>
                    <a:cubicBezTo>
                      <a:pt x="2243" y="2848"/>
                      <a:pt x="2242" y="2847"/>
                      <a:pt x="2241" y="2847"/>
                    </a:cubicBezTo>
                    <a:lnTo>
                      <a:pt x="2118" y="2847"/>
                    </a:lnTo>
                    <a:lnTo>
                      <a:pt x="2163" y="2801"/>
                    </a:lnTo>
                    <a:cubicBezTo>
                      <a:pt x="2179" y="2784"/>
                      <a:pt x="2191" y="2769"/>
                      <a:pt x="2201" y="2756"/>
                    </a:cubicBezTo>
                    <a:cubicBezTo>
                      <a:pt x="2211" y="2743"/>
                      <a:pt x="2219" y="2731"/>
                      <a:pt x="2224" y="2720"/>
                    </a:cubicBezTo>
                    <a:cubicBezTo>
                      <a:pt x="2229" y="2710"/>
                      <a:pt x="2233" y="2700"/>
                      <a:pt x="2235" y="2691"/>
                    </a:cubicBezTo>
                    <a:cubicBezTo>
                      <a:pt x="2236" y="2682"/>
                      <a:pt x="2237" y="2673"/>
                      <a:pt x="2237" y="2664"/>
                    </a:cubicBezTo>
                    <a:cubicBezTo>
                      <a:pt x="2237" y="2654"/>
                      <a:pt x="2236" y="2645"/>
                      <a:pt x="2232" y="2636"/>
                    </a:cubicBezTo>
                    <a:cubicBezTo>
                      <a:pt x="2229" y="2627"/>
                      <a:pt x="2223" y="2619"/>
                      <a:pt x="2216" y="2612"/>
                    </a:cubicBezTo>
                    <a:cubicBezTo>
                      <a:pt x="2209" y="2605"/>
                      <a:pt x="2201" y="2600"/>
                      <a:pt x="2191" y="2596"/>
                    </a:cubicBezTo>
                    <a:cubicBezTo>
                      <a:pt x="2180" y="2592"/>
                      <a:pt x="2168" y="2590"/>
                      <a:pt x="2155" y="2590"/>
                    </a:cubicBezTo>
                    <a:close/>
                    <a:moveTo>
                      <a:pt x="4224" y="2590"/>
                    </a:moveTo>
                    <a:cubicBezTo>
                      <a:pt x="4215" y="2590"/>
                      <a:pt x="4207" y="2591"/>
                      <a:pt x="4199" y="2593"/>
                    </a:cubicBezTo>
                    <a:cubicBezTo>
                      <a:pt x="4191" y="2594"/>
                      <a:pt x="4184" y="2597"/>
                      <a:pt x="4178" y="2600"/>
                    </a:cubicBezTo>
                    <a:cubicBezTo>
                      <a:pt x="4171" y="2602"/>
                      <a:pt x="4165" y="2605"/>
                      <a:pt x="4161" y="2608"/>
                    </a:cubicBezTo>
                    <a:cubicBezTo>
                      <a:pt x="4157" y="2610"/>
                      <a:pt x="4154" y="2612"/>
                      <a:pt x="4152" y="2614"/>
                    </a:cubicBezTo>
                    <a:cubicBezTo>
                      <a:pt x="4150" y="2615"/>
                      <a:pt x="4149" y="2616"/>
                      <a:pt x="4149" y="2617"/>
                    </a:cubicBezTo>
                    <a:cubicBezTo>
                      <a:pt x="4148" y="2618"/>
                      <a:pt x="4147" y="2620"/>
                      <a:pt x="4147" y="2621"/>
                    </a:cubicBezTo>
                    <a:cubicBezTo>
                      <a:pt x="4147" y="2622"/>
                      <a:pt x="4146" y="2624"/>
                      <a:pt x="4146" y="2625"/>
                    </a:cubicBezTo>
                    <a:cubicBezTo>
                      <a:pt x="4146" y="2627"/>
                      <a:pt x="4146" y="2628"/>
                      <a:pt x="4146" y="2630"/>
                    </a:cubicBezTo>
                    <a:cubicBezTo>
                      <a:pt x="4146" y="2634"/>
                      <a:pt x="4147" y="2636"/>
                      <a:pt x="4147" y="2638"/>
                    </a:cubicBezTo>
                    <a:cubicBezTo>
                      <a:pt x="4147" y="2641"/>
                      <a:pt x="4147" y="2642"/>
                      <a:pt x="4148" y="2644"/>
                    </a:cubicBezTo>
                    <a:cubicBezTo>
                      <a:pt x="4148" y="2645"/>
                      <a:pt x="4149" y="2646"/>
                      <a:pt x="4150" y="2646"/>
                    </a:cubicBezTo>
                    <a:cubicBezTo>
                      <a:pt x="4150" y="2647"/>
                      <a:pt x="4151" y="2647"/>
                      <a:pt x="4152" y="2647"/>
                    </a:cubicBezTo>
                    <a:cubicBezTo>
                      <a:pt x="4154" y="2647"/>
                      <a:pt x="4157" y="2646"/>
                      <a:pt x="4160" y="2644"/>
                    </a:cubicBezTo>
                    <a:cubicBezTo>
                      <a:pt x="4164" y="2641"/>
                      <a:pt x="4169" y="2639"/>
                      <a:pt x="4174" y="2636"/>
                    </a:cubicBezTo>
                    <a:cubicBezTo>
                      <a:pt x="4180" y="2633"/>
                      <a:pt x="4186" y="2630"/>
                      <a:pt x="4193" y="2628"/>
                    </a:cubicBezTo>
                    <a:cubicBezTo>
                      <a:pt x="4200" y="2625"/>
                      <a:pt x="4208" y="2623"/>
                      <a:pt x="4217" y="2623"/>
                    </a:cubicBezTo>
                    <a:cubicBezTo>
                      <a:pt x="4224" y="2623"/>
                      <a:pt x="4231" y="2625"/>
                      <a:pt x="4237" y="2628"/>
                    </a:cubicBezTo>
                    <a:cubicBezTo>
                      <a:pt x="4243" y="2630"/>
                      <a:pt x="4248" y="2633"/>
                      <a:pt x="4252" y="2638"/>
                    </a:cubicBezTo>
                    <a:cubicBezTo>
                      <a:pt x="4256" y="2642"/>
                      <a:pt x="4259" y="2647"/>
                      <a:pt x="4261" y="2652"/>
                    </a:cubicBezTo>
                    <a:cubicBezTo>
                      <a:pt x="4263" y="2658"/>
                      <a:pt x="4264" y="2664"/>
                      <a:pt x="4264" y="2670"/>
                    </a:cubicBezTo>
                    <a:cubicBezTo>
                      <a:pt x="4264" y="2676"/>
                      <a:pt x="4263" y="2683"/>
                      <a:pt x="4262" y="2690"/>
                    </a:cubicBezTo>
                    <a:cubicBezTo>
                      <a:pt x="4260" y="2698"/>
                      <a:pt x="4258" y="2706"/>
                      <a:pt x="4254" y="2715"/>
                    </a:cubicBezTo>
                    <a:cubicBezTo>
                      <a:pt x="4249" y="2724"/>
                      <a:pt x="4244" y="2733"/>
                      <a:pt x="4236" y="2744"/>
                    </a:cubicBezTo>
                    <a:cubicBezTo>
                      <a:pt x="4228" y="2755"/>
                      <a:pt x="4218" y="2767"/>
                      <a:pt x="4205" y="2780"/>
                    </a:cubicBezTo>
                    <a:lnTo>
                      <a:pt x="4150" y="2839"/>
                    </a:lnTo>
                    <a:cubicBezTo>
                      <a:pt x="4148" y="2841"/>
                      <a:pt x="4146" y="2843"/>
                      <a:pt x="4145" y="2845"/>
                    </a:cubicBezTo>
                    <a:cubicBezTo>
                      <a:pt x="4144" y="2846"/>
                      <a:pt x="4143" y="2847"/>
                      <a:pt x="4142" y="2849"/>
                    </a:cubicBezTo>
                    <a:cubicBezTo>
                      <a:pt x="4142" y="2851"/>
                      <a:pt x="4141" y="2853"/>
                      <a:pt x="4141" y="2855"/>
                    </a:cubicBezTo>
                    <a:cubicBezTo>
                      <a:pt x="4141" y="2858"/>
                      <a:pt x="4141" y="2860"/>
                      <a:pt x="4141" y="2863"/>
                    </a:cubicBezTo>
                    <a:cubicBezTo>
                      <a:pt x="4141" y="2867"/>
                      <a:pt x="4141" y="2869"/>
                      <a:pt x="4142" y="2871"/>
                    </a:cubicBezTo>
                    <a:cubicBezTo>
                      <a:pt x="4142" y="2873"/>
                      <a:pt x="4143" y="2875"/>
                      <a:pt x="4144" y="2877"/>
                    </a:cubicBezTo>
                    <a:cubicBezTo>
                      <a:pt x="4145" y="2878"/>
                      <a:pt x="4146" y="2879"/>
                      <a:pt x="4148" y="2879"/>
                    </a:cubicBezTo>
                    <a:cubicBezTo>
                      <a:pt x="4149" y="2880"/>
                      <a:pt x="4151" y="2880"/>
                      <a:pt x="4153" y="2880"/>
                    </a:cubicBezTo>
                    <a:lnTo>
                      <a:pt x="4311" y="2880"/>
                    </a:lnTo>
                    <a:cubicBezTo>
                      <a:pt x="4312" y="2880"/>
                      <a:pt x="4313" y="2879"/>
                      <a:pt x="4314" y="2878"/>
                    </a:cubicBezTo>
                    <a:cubicBezTo>
                      <a:pt x="4316" y="2878"/>
                      <a:pt x="4316" y="2877"/>
                      <a:pt x="4317" y="2876"/>
                    </a:cubicBezTo>
                    <a:cubicBezTo>
                      <a:pt x="4318" y="2874"/>
                      <a:pt x="4319" y="2872"/>
                      <a:pt x="4319" y="2870"/>
                    </a:cubicBezTo>
                    <a:cubicBezTo>
                      <a:pt x="4319" y="2868"/>
                      <a:pt x="4320" y="2866"/>
                      <a:pt x="4320" y="2863"/>
                    </a:cubicBezTo>
                    <a:cubicBezTo>
                      <a:pt x="4320" y="2861"/>
                      <a:pt x="4319" y="2858"/>
                      <a:pt x="4319" y="2856"/>
                    </a:cubicBezTo>
                    <a:cubicBezTo>
                      <a:pt x="4319" y="2854"/>
                      <a:pt x="4318" y="2853"/>
                      <a:pt x="4317" y="2852"/>
                    </a:cubicBezTo>
                    <a:cubicBezTo>
                      <a:pt x="4316" y="2850"/>
                      <a:pt x="4316" y="2849"/>
                      <a:pt x="4314" y="2848"/>
                    </a:cubicBezTo>
                    <a:cubicBezTo>
                      <a:pt x="4313" y="2848"/>
                      <a:pt x="4312" y="2847"/>
                      <a:pt x="4311" y="2847"/>
                    </a:cubicBezTo>
                    <a:lnTo>
                      <a:pt x="4187" y="2847"/>
                    </a:lnTo>
                    <a:lnTo>
                      <a:pt x="4232" y="2801"/>
                    </a:lnTo>
                    <a:cubicBezTo>
                      <a:pt x="4248" y="2784"/>
                      <a:pt x="4261" y="2769"/>
                      <a:pt x="4271" y="2756"/>
                    </a:cubicBezTo>
                    <a:cubicBezTo>
                      <a:pt x="4281" y="2743"/>
                      <a:pt x="4288" y="2731"/>
                      <a:pt x="4293" y="2720"/>
                    </a:cubicBezTo>
                    <a:cubicBezTo>
                      <a:pt x="4299" y="2710"/>
                      <a:pt x="4302" y="2700"/>
                      <a:pt x="4304" y="2691"/>
                    </a:cubicBezTo>
                    <a:cubicBezTo>
                      <a:pt x="4306" y="2682"/>
                      <a:pt x="4307" y="2673"/>
                      <a:pt x="4307" y="2664"/>
                    </a:cubicBezTo>
                    <a:cubicBezTo>
                      <a:pt x="4307" y="2654"/>
                      <a:pt x="4305" y="2645"/>
                      <a:pt x="4301" y="2636"/>
                    </a:cubicBezTo>
                    <a:cubicBezTo>
                      <a:pt x="4298" y="2627"/>
                      <a:pt x="4293" y="2619"/>
                      <a:pt x="4286" y="2612"/>
                    </a:cubicBezTo>
                    <a:cubicBezTo>
                      <a:pt x="4279" y="2605"/>
                      <a:pt x="4270" y="2600"/>
                      <a:pt x="4260" y="2596"/>
                    </a:cubicBezTo>
                    <a:cubicBezTo>
                      <a:pt x="4249" y="2592"/>
                      <a:pt x="4237" y="2590"/>
                      <a:pt x="4224" y="2590"/>
                    </a:cubicBezTo>
                    <a:close/>
                    <a:moveTo>
                      <a:pt x="4462" y="2590"/>
                    </a:moveTo>
                    <a:cubicBezTo>
                      <a:pt x="4447" y="2590"/>
                      <a:pt x="4433" y="2592"/>
                      <a:pt x="4422" y="2596"/>
                    </a:cubicBezTo>
                    <a:cubicBezTo>
                      <a:pt x="4411" y="2600"/>
                      <a:pt x="4402" y="2605"/>
                      <a:pt x="4395" y="2611"/>
                    </a:cubicBezTo>
                    <a:cubicBezTo>
                      <a:pt x="4387" y="2618"/>
                      <a:pt x="4382" y="2625"/>
                      <a:pt x="4378" y="2634"/>
                    </a:cubicBezTo>
                    <a:cubicBezTo>
                      <a:pt x="4374" y="2643"/>
                      <a:pt x="4373" y="2652"/>
                      <a:pt x="4373" y="2662"/>
                    </a:cubicBezTo>
                    <a:cubicBezTo>
                      <a:pt x="4373" y="2670"/>
                      <a:pt x="4374" y="2677"/>
                      <a:pt x="4376" y="2684"/>
                    </a:cubicBezTo>
                    <a:cubicBezTo>
                      <a:pt x="4379" y="2691"/>
                      <a:pt x="4383" y="2697"/>
                      <a:pt x="4388" y="2703"/>
                    </a:cubicBezTo>
                    <a:cubicBezTo>
                      <a:pt x="4392" y="2709"/>
                      <a:pt x="4398" y="2714"/>
                      <a:pt x="4404" y="2720"/>
                    </a:cubicBezTo>
                    <a:cubicBezTo>
                      <a:pt x="4411" y="2725"/>
                      <a:pt x="4419" y="2730"/>
                      <a:pt x="4428" y="2735"/>
                    </a:cubicBezTo>
                    <a:cubicBezTo>
                      <a:pt x="4418" y="2740"/>
                      <a:pt x="4409" y="2744"/>
                      <a:pt x="4401" y="2750"/>
                    </a:cubicBezTo>
                    <a:cubicBezTo>
                      <a:pt x="4393" y="2755"/>
                      <a:pt x="4385" y="2762"/>
                      <a:pt x="4380" y="2768"/>
                    </a:cubicBezTo>
                    <a:cubicBezTo>
                      <a:pt x="4374" y="2774"/>
                      <a:pt x="4370" y="2781"/>
                      <a:pt x="4367" y="2788"/>
                    </a:cubicBezTo>
                    <a:cubicBezTo>
                      <a:pt x="4364" y="2796"/>
                      <a:pt x="4363" y="2804"/>
                      <a:pt x="4363" y="2813"/>
                    </a:cubicBezTo>
                    <a:cubicBezTo>
                      <a:pt x="4363" y="2824"/>
                      <a:pt x="4365" y="2834"/>
                      <a:pt x="4369" y="2843"/>
                    </a:cubicBezTo>
                    <a:cubicBezTo>
                      <a:pt x="4373" y="2852"/>
                      <a:pt x="4380" y="2860"/>
                      <a:pt x="4388" y="2866"/>
                    </a:cubicBezTo>
                    <a:cubicBezTo>
                      <a:pt x="4396" y="2872"/>
                      <a:pt x="4406" y="2876"/>
                      <a:pt x="4418" y="2879"/>
                    </a:cubicBezTo>
                    <a:cubicBezTo>
                      <a:pt x="4429" y="2882"/>
                      <a:pt x="4443" y="2884"/>
                      <a:pt x="4457" y="2884"/>
                    </a:cubicBezTo>
                    <a:cubicBezTo>
                      <a:pt x="4473" y="2884"/>
                      <a:pt x="4487" y="2883"/>
                      <a:pt x="4499" y="2879"/>
                    </a:cubicBezTo>
                    <a:cubicBezTo>
                      <a:pt x="4511" y="2876"/>
                      <a:pt x="4521" y="2871"/>
                      <a:pt x="4530" y="2864"/>
                    </a:cubicBezTo>
                    <a:cubicBezTo>
                      <a:pt x="4538" y="2858"/>
                      <a:pt x="4545" y="2849"/>
                      <a:pt x="4549" y="2839"/>
                    </a:cubicBezTo>
                    <a:cubicBezTo>
                      <a:pt x="4553" y="2830"/>
                      <a:pt x="4555" y="2819"/>
                      <a:pt x="4555" y="2807"/>
                    </a:cubicBezTo>
                    <a:cubicBezTo>
                      <a:pt x="4555" y="2798"/>
                      <a:pt x="4554" y="2790"/>
                      <a:pt x="4551" y="2783"/>
                    </a:cubicBezTo>
                    <a:cubicBezTo>
                      <a:pt x="4548" y="2776"/>
                      <a:pt x="4544" y="2770"/>
                      <a:pt x="4538" y="2764"/>
                    </a:cubicBezTo>
                    <a:cubicBezTo>
                      <a:pt x="4533" y="2757"/>
                      <a:pt x="4526" y="2751"/>
                      <a:pt x="4518" y="2746"/>
                    </a:cubicBezTo>
                    <a:cubicBezTo>
                      <a:pt x="4510" y="2741"/>
                      <a:pt x="4500" y="2735"/>
                      <a:pt x="4490" y="2730"/>
                    </a:cubicBezTo>
                    <a:cubicBezTo>
                      <a:pt x="4499" y="2725"/>
                      <a:pt x="4507" y="2720"/>
                      <a:pt x="4514" y="2715"/>
                    </a:cubicBezTo>
                    <a:cubicBezTo>
                      <a:pt x="4521" y="2710"/>
                      <a:pt x="4526" y="2704"/>
                      <a:pt x="4531" y="2697"/>
                    </a:cubicBezTo>
                    <a:cubicBezTo>
                      <a:pt x="4535" y="2691"/>
                      <a:pt x="4539" y="2685"/>
                      <a:pt x="4541" y="2678"/>
                    </a:cubicBezTo>
                    <a:cubicBezTo>
                      <a:pt x="4544" y="2671"/>
                      <a:pt x="4546" y="2664"/>
                      <a:pt x="4546" y="2657"/>
                    </a:cubicBezTo>
                    <a:cubicBezTo>
                      <a:pt x="4546" y="2648"/>
                      <a:pt x="4543" y="2639"/>
                      <a:pt x="4540" y="2630"/>
                    </a:cubicBezTo>
                    <a:cubicBezTo>
                      <a:pt x="4537" y="2622"/>
                      <a:pt x="4532" y="2615"/>
                      <a:pt x="4525" y="2609"/>
                    </a:cubicBezTo>
                    <a:cubicBezTo>
                      <a:pt x="4518" y="2603"/>
                      <a:pt x="4509" y="2599"/>
                      <a:pt x="4499" y="2595"/>
                    </a:cubicBezTo>
                    <a:cubicBezTo>
                      <a:pt x="4488" y="2592"/>
                      <a:pt x="4476" y="2590"/>
                      <a:pt x="4462" y="2590"/>
                    </a:cubicBezTo>
                    <a:close/>
                    <a:moveTo>
                      <a:pt x="5261" y="2590"/>
                    </a:moveTo>
                    <a:cubicBezTo>
                      <a:pt x="5252" y="2590"/>
                      <a:pt x="5244" y="2591"/>
                      <a:pt x="5236" y="2593"/>
                    </a:cubicBezTo>
                    <a:cubicBezTo>
                      <a:pt x="5228" y="2594"/>
                      <a:pt x="5221" y="2597"/>
                      <a:pt x="5214" y="2600"/>
                    </a:cubicBezTo>
                    <a:cubicBezTo>
                      <a:pt x="5208" y="2602"/>
                      <a:pt x="5203" y="2605"/>
                      <a:pt x="5198" y="2608"/>
                    </a:cubicBezTo>
                    <a:cubicBezTo>
                      <a:pt x="5194" y="2610"/>
                      <a:pt x="5190" y="2612"/>
                      <a:pt x="5188" y="2614"/>
                    </a:cubicBezTo>
                    <a:cubicBezTo>
                      <a:pt x="5187" y="2615"/>
                      <a:pt x="5186" y="2616"/>
                      <a:pt x="5185" y="2617"/>
                    </a:cubicBezTo>
                    <a:cubicBezTo>
                      <a:pt x="5184" y="2618"/>
                      <a:pt x="5184" y="2620"/>
                      <a:pt x="5184" y="2621"/>
                    </a:cubicBezTo>
                    <a:cubicBezTo>
                      <a:pt x="5184" y="2622"/>
                      <a:pt x="5183" y="2624"/>
                      <a:pt x="5183" y="2625"/>
                    </a:cubicBezTo>
                    <a:cubicBezTo>
                      <a:pt x="5183" y="2627"/>
                      <a:pt x="5183" y="2628"/>
                      <a:pt x="5183" y="2630"/>
                    </a:cubicBezTo>
                    <a:cubicBezTo>
                      <a:pt x="5183" y="2634"/>
                      <a:pt x="5183" y="2636"/>
                      <a:pt x="5183" y="2638"/>
                    </a:cubicBezTo>
                    <a:cubicBezTo>
                      <a:pt x="5183" y="2641"/>
                      <a:pt x="5184" y="2642"/>
                      <a:pt x="5184" y="2644"/>
                    </a:cubicBezTo>
                    <a:cubicBezTo>
                      <a:pt x="5185" y="2645"/>
                      <a:pt x="5186" y="2646"/>
                      <a:pt x="5187" y="2646"/>
                    </a:cubicBezTo>
                    <a:cubicBezTo>
                      <a:pt x="5188" y="2647"/>
                      <a:pt x="5188" y="2647"/>
                      <a:pt x="5189" y="2647"/>
                    </a:cubicBezTo>
                    <a:cubicBezTo>
                      <a:pt x="5191" y="2647"/>
                      <a:pt x="5194" y="2646"/>
                      <a:pt x="5197" y="2644"/>
                    </a:cubicBezTo>
                    <a:cubicBezTo>
                      <a:pt x="5201" y="2641"/>
                      <a:pt x="5205" y="2639"/>
                      <a:pt x="5211" y="2636"/>
                    </a:cubicBezTo>
                    <a:cubicBezTo>
                      <a:pt x="5216" y="2633"/>
                      <a:pt x="5222" y="2630"/>
                      <a:pt x="5229" y="2628"/>
                    </a:cubicBezTo>
                    <a:cubicBezTo>
                      <a:pt x="5236" y="2625"/>
                      <a:pt x="5245" y="2623"/>
                      <a:pt x="5254" y="2623"/>
                    </a:cubicBezTo>
                    <a:cubicBezTo>
                      <a:pt x="5261" y="2623"/>
                      <a:pt x="5268" y="2625"/>
                      <a:pt x="5274" y="2628"/>
                    </a:cubicBezTo>
                    <a:cubicBezTo>
                      <a:pt x="5280" y="2630"/>
                      <a:pt x="5284" y="2633"/>
                      <a:pt x="5288" y="2638"/>
                    </a:cubicBezTo>
                    <a:cubicBezTo>
                      <a:pt x="5292" y="2642"/>
                      <a:pt x="5296" y="2647"/>
                      <a:pt x="5298" y="2652"/>
                    </a:cubicBezTo>
                    <a:cubicBezTo>
                      <a:pt x="5300" y="2658"/>
                      <a:pt x="5300" y="2664"/>
                      <a:pt x="5300" y="2670"/>
                    </a:cubicBezTo>
                    <a:cubicBezTo>
                      <a:pt x="5300" y="2676"/>
                      <a:pt x="5300" y="2683"/>
                      <a:pt x="5299" y="2690"/>
                    </a:cubicBezTo>
                    <a:cubicBezTo>
                      <a:pt x="5297" y="2698"/>
                      <a:pt x="5294" y="2706"/>
                      <a:pt x="5290" y="2715"/>
                    </a:cubicBezTo>
                    <a:cubicBezTo>
                      <a:pt x="5286" y="2724"/>
                      <a:pt x="5280" y="2733"/>
                      <a:pt x="5272" y="2744"/>
                    </a:cubicBezTo>
                    <a:cubicBezTo>
                      <a:pt x="5265" y="2755"/>
                      <a:pt x="5254" y="2767"/>
                      <a:pt x="5241" y="2780"/>
                    </a:cubicBezTo>
                    <a:lnTo>
                      <a:pt x="5187" y="2839"/>
                    </a:lnTo>
                    <a:cubicBezTo>
                      <a:pt x="5185" y="2841"/>
                      <a:pt x="5183" y="2843"/>
                      <a:pt x="5182" y="2845"/>
                    </a:cubicBezTo>
                    <a:cubicBezTo>
                      <a:pt x="5181" y="2846"/>
                      <a:pt x="5180" y="2847"/>
                      <a:pt x="5180" y="2849"/>
                    </a:cubicBezTo>
                    <a:cubicBezTo>
                      <a:pt x="5179" y="2851"/>
                      <a:pt x="5178" y="2853"/>
                      <a:pt x="5178" y="2855"/>
                    </a:cubicBezTo>
                    <a:cubicBezTo>
                      <a:pt x="5178" y="2858"/>
                      <a:pt x="5178" y="2860"/>
                      <a:pt x="5178" y="2863"/>
                    </a:cubicBezTo>
                    <a:cubicBezTo>
                      <a:pt x="5178" y="2867"/>
                      <a:pt x="5177" y="2869"/>
                      <a:pt x="5178" y="2871"/>
                    </a:cubicBezTo>
                    <a:cubicBezTo>
                      <a:pt x="5178" y="2873"/>
                      <a:pt x="5179" y="2875"/>
                      <a:pt x="5181" y="2877"/>
                    </a:cubicBezTo>
                    <a:cubicBezTo>
                      <a:pt x="5182" y="2878"/>
                      <a:pt x="5183" y="2879"/>
                      <a:pt x="5185" y="2879"/>
                    </a:cubicBezTo>
                    <a:cubicBezTo>
                      <a:pt x="5186" y="2880"/>
                      <a:pt x="5188" y="2880"/>
                      <a:pt x="5190" y="2880"/>
                    </a:cubicBezTo>
                    <a:lnTo>
                      <a:pt x="5348" y="2880"/>
                    </a:lnTo>
                    <a:cubicBezTo>
                      <a:pt x="5349" y="2880"/>
                      <a:pt x="5351" y="2879"/>
                      <a:pt x="5352" y="2878"/>
                    </a:cubicBezTo>
                    <a:cubicBezTo>
                      <a:pt x="5353" y="2878"/>
                      <a:pt x="5354" y="2877"/>
                      <a:pt x="5354" y="2876"/>
                    </a:cubicBezTo>
                    <a:cubicBezTo>
                      <a:pt x="5355" y="2874"/>
                      <a:pt x="5355" y="2872"/>
                      <a:pt x="5355" y="2870"/>
                    </a:cubicBezTo>
                    <a:cubicBezTo>
                      <a:pt x="5356" y="2868"/>
                      <a:pt x="5356" y="2866"/>
                      <a:pt x="5356" y="2863"/>
                    </a:cubicBezTo>
                    <a:cubicBezTo>
                      <a:pt x="5356" y="2861"/>
                      <a:pt x="5356" y="2858"/>
                      <a:pt x="5355" y="2856"/>
                    </a:cubicBezTo>
                    <a:cubicBezTo>
                      <a:pt x="5355" y="2854"/>
                      <a:pt x="5354" y="2853"/>
                      <a:pt x="5353" y="2852"/>
                    </a:cubicBezTo>
                    <a:cubicBezTo>
                      <a:pt x="5353" y="2850"/>
                      <a:pt x="5352" y="2849"/>
                      <a:pt x="5351" y="2848"/>
                    </a:cubicBezTo>
                    <a:cubicBezTo>
                      <a:pt x="5350" y="2848"/>
                      <a:pt x="5348" y="2847"/>
                      <a:pt x="5347" y="2847"/>
                    </a:cubicBezTo>
                    <a:lnTo>
                      <a:pt x="5224" y="2847"/>
                    </a:lnTo>
                    <a:lnTo>
                      <a:pt x="5269" y="2801"/>
                    </a:lnTo>
                    <a:cubicBezTo>
                      <a:pt x="5285" y="2784"/>
                      <a:pt x="5298" y="2769"/>
                      <a:pt x="5308" y="2756"/>
                    </a:cubicBezTo>
                    <a:cubicBezTo>
                      <a:pt x="5317" y="2743"/>
                      <a:pt x="5325" y="2731"/>
                      <a:pt x="5330" y="2720"/>
                    </a:cubicBezTo>
                    <a:cubicBezTo>
                      <a:pt x="5336" y="2710"/>
                      <a:pt x="5339" y="2700"/>
                      <a:pt x="5341" y="2691"/>
                    </a:cubicBezTo>
                    <a:cubicBezTo>
                      <a:pt x="5343" y="2682"/>
                      <a:pt x="5343" y="2673"/>
                      <a:pt x="5343" y="2664"/>
                    </a:cubicBezTo>
                    <a:cubicBezTo>
                      <a:pt x="5343" y="2654"/>
                      <a:pt x="5342" y="2645"/>
                      <a:pt x="5338" y="2636"/>
                    </a:cubicBezTo>
                    <a:cubicBezTo>
                      <a:pt x="5335" y="2627"/>
                      <a:pt x="5329" y="2619"/>
                      <a:pt x="5323" y="2612"/>
                    </a:cubicBezTo>
                    <a:cubicBezTo>
                      <a:pt x="5316" y="2605"/>
                      <a:pt x="5307" y="2600"/>
                      <a:pt x="5297" y="2596"/>
                    </a:cubicBezTo>
                    <a:cubicBezTo>
                      <a:pt x="5287" y="2592"/>
                      <a:pt x="5275" y="2590"/>
                      <a:pt x="5261" y="2590"/>
                    </a:cubicBezTo>
                    <a:close/>
                    <a:moveTo>
                      <a:pt x="5495" y="2590"/>
                    </a:moveTo>
                    <a:cubicBezTo>
                      <a:pt x="5479" y="2590"/>
                      <a:pt x="5464" y="2593"/>
                      <a:pt x="5452" y="2598"/>
                    </a:cubicBezTo>
                    <a:cubicBezTo>
                      <a:pt x="5440" y="2603"/>
                      <a:pt x="5430" y="2610"/>
                      <a:pt x="5422" y="2619"/>
                    </a:cubicBezTo>
                    <a:cubicBezTo>
                      <a:pt x="5414" y="2628"/>
                      <a:pt x="5409" y="2638"/>
                      <a:pt x="5405" y="2649"/>
                    </a:cubicBezTo>
                    <a:cubicBezTo>
                      <a:pt x="5402" y="2660"/>
                      <a:pt x="5400" y="2672"/>
                      <a:pt x="5400" y="2685"/>
                    </a:cubicBezTo>
                    <a:cubicBezTo>
                      <a:pt x="5400" y="2697"/>
                      <a:pt x="5401" y="2708"/>
                      <a:pt x="5404" y="2719"/>
                    </a:cubicBezTo>
                    <a:cubicBezTo>
                      <a:pt x="5407" y="2729"/>
                      <a:pt x="5411" y="2738"/>
                      <a:pt x="5418" y="2745"/>
                    </a:cubicBezTo>
                    <a:cubicBezTo>
                      <a:pt x="5424" y="2753"/>
                      <a:pt x="5433" y="2758"/>
                      <a:pt x="5444" y="2763"/>
                    </a:cubicBezTo>
                    <a:cubicBezTo>
                      <a:pt x="5455" y="2767"/>
                      <a:pt x="5468" y="2770"/>
                      <a:pt x="5484" y="2770"/>
                    </a:cubicBezTo>
                    <a:cubicBezTo>
                      <a:pt x="5498" y="2770"/>
                      <a:pt x="5511" y="2768"/>
                      <a:pt x="5522" y="2765"/>
                    </a:cubicBezTo>
                    <a:cubicBezTo>
                      <a:pt x="5533" y="2761"/>
                      <a:pt x="5542" y="2757"/>
                      <a:pt x="5550" y="2752"/>
                    </a:cubicBezTo>
                    <a:cubicBezTo>
                      <a:pt x="5550" y="2766"/>
                      <a:pt x="5548" y="2779"/>
                      <a:pt x="5545" y="2791"/>
                    </a:cubicBezTo>
                    <a:cubicBezTo>
                      <a:pt x="5542" y="2803"/>
                      <a:pt x="5536" y="2813"/>
                      <a:pt x="5530" y="2823"/>
                    </a:cubicBezTo>
                    <a:cubicBezTo>
                      <a:pt x="5523" y="2832"/>
                      <a:pt x="5515" y="2839"/>
                      <a:pt x="5505" y="2845"/>
                    </a:cubicBezTo>
                    <a:cubicBezTo>
                      <a:pt x="5495" y="2850"/>
                      <a:pt x="5482" y="2854"/>
                      <a:pt x="5468" y="2854"/>
                    </a:cubicBezTo>
                    <a:cubicBezTo>
                      <a:pt x="5461" y="2854"/>
                      <a:pt x="5454" y="2853"/>
                      <a:pt x="5448" y="2852"/>
                    </a:cubicBezTo>
                    <a:cubicBezTo>
                      <a:pt x="5442" y="2851"/>
                      <a:pt x="5436" y="2850"/>
                      <a:pt x="5432" y="2848"/>
                    </a:cubicBezTo>
                    <a:cubicBezTo>
                      <a:pt x="5427" y="2847"/>
                      <a:pt x="5424" y="2845"/>
                      <a:pt x="5421" y="2844"/>
                    </a:cubicBezTo>
                    <a:cubicBezTo>
                      <a:pt x="5418" y="2843"/>
                      <a:pt x="5416" y="2843"/>
                      <a:pt x="5414" y="2843"/>
                    </a:cubicBezTo>
                    <a:cubicBezTo>
                      <a:pt x="5413" y="2843"/>
                      <a:pt x="5412" y="2843"/>
                      <a:pt x="5411" y="2843"/>
                    </a:cubicBezTo>
                    <a:cubicBezTo>
                      <a:pt x="5410" y="2843"/>
                      <a:pt x="5409" y="2845"/>
                      <a:pt x="5409" y="2846"/>
                    </a:cubicBezTo>
                    <a:cubicBezTo>
                      <a:pt x="5409" y="2847"/>
                      <a:pt x="5408" y="2848"/>
                      <a:pt x="5408" y="2850"/>
                    </a:cubicBezTo>
                    <a:cubicBezTo>
                      <a:pt x="5408" y="2852"/>
                      <a:pt x="5408" y="2854"/>
                      <a:pt x="5408" y="2857"/>
                    </a:cubicBezTo>
                    <a:cubicBezTo>
                      <a:pt x="5408" y="2861"/>
                      <a:pt x="5408" y="2865"/>
                      <a:pt x="5409" y="2867"/>
                    </a:cubicBezTo>
                    <a:cubicBezTo>
                      <a:pt x="5410" y="2869"/>
                      <a:pt x="5411" y="2871"/>
                      <a:pt x="5412" y="2872"/>
                    </a:cubicBezTo>
                    <a:cubicBezTo>
                      <a:pt x="5414" y="2873"/>
                      <a:pt x="5416" y="2874"/>
                      <a:pt x="5420" y="2876"/>
                    </a:cubicBezTo>
                    <a:cubicBezTo>
                      <a:pt x="5423" y="2877"/>
                      <a:pt x="5426" y="2879"/>
                      <a:pt x="5431" y="2880"/>
                    </a:cubicBezTo>
                    <a:cubicBezTo>
                      <a:pt x="5436" y="2881"/>
                      <a:pt x="5441" y="2882"/>
                      <a:pt x="5447" y="2883"/>
                    </a:cubicBezTo>
                    <a:cubicBezTo>
                      <a:pt x="5453" y="2883"/>
                      <a:pt x="5459" y="2884"/>
                      <a:pt x="5465" y="2884"/>
                    </a:cubicBezTo>
                    <a:cubicBezTo>
                      <a:pt x="5482" y="2884"/>
                      <a:pt x="5496" y="2882"/>
                      <a:pt x="5509" y="2877"/>
                    </a:cubicBezTo>
                    <a:cubicBezTo>
                      <a:pt x="5521" y="2873"/>
                      <a:pt x="5532" y="2867"/>
                      <a:pt x="5541" y="2860"/>
                    </a:cubicBezTo>
                    <a:cubicBezTo>
                      <a:pt x="5550" y="2852"/>
                      <a:pt x="5557" y="2843"/>
                      <a:pt x="5563" y="2832"/>
                    </a:cubicBezTo>
                    <a:cubicBezTo>
                      <a:pt x="5569" y="2822"/>
                      <a:pt x="5575" y="2811"/>
                      <a:pt x="5578" y="2800"/>
                    </a:cubicBezTo>
                    <a:cubicBezTo>
                      <a:pt x="5582" y="2788"/>
                      <a:pt x="5584" y="2776"/>
                      <a:pt x="5585" y="2764"/>
                    </a:cubicBezTo>
                    <a:cubicBezTo>
                      <a:pt x="5587" y="2751"/>
                      <a:pt x="5588" y="2738"/>
                      <a:pt x="5588" y="2726"/>
                    </a:cubicBezTo>
                    <a:cubicBezTo>
                      <a:pt x="5588" y="2713"/>
                      <a:pt x="5587" y="2700"/>
                      <a:pt x="5585" y="2689"/>
                    </a:cubicBezTo>
                    <a:cubicBezTo>
                      <a:pt x="5584" y="2677"/>
                      <a:pt x="5582" y="2665"/>
                      <a:pt x="5579" y="2655"/>
                    </a:cubicBezTo>
                    <a:cubicBezTo>
                      <a:pt x="5576" y="2645"/>
                      <a:pt x="5573" y="2636"/>
                      <a:pt x="5569" y="2628"/>
                    </a:cubicBezTo>
                    <a:cubicBezTo>
                      <a:pt x="5564" y="2620"/>
                      <a:pt x="5558" y="2613"/>
                      <a:pt x="5551" y="2608"/>
                    </a:cubicBezTo>
                    <a:cubicBezTo>
                      <a:pt x="5544" y="2602"/>
                      <a:pt x="5536" y="2597"/>
                      <a:pt x="5527" y="2594"/>
                    </a:cubicBezTo>
                    <a:cubicBezTo>
                      <a:pt x="5518" y="2591"/>
                      <a:pt x="5507" y="2590"/>
                      <a:pt x="5495" y="2590"/>
                    </a:cubicBezTo>
                    <a:close/>
                    <a:moveTo>
                      <a:pt x="6293" y="2590"/>
                    </a:moveTo>
                    <a:cubicBezTo>
                      <a:pt x="6283" y="2590"/>
                      <a:pt x="6274" y="2591"/>
                      <a:pt x="6266" y="2593"/>
                    </a:cubicBezTo>
                    <a:cubicBezTo>
                      <a:pt x="6258" y="2594"/>
                      <a:pt x="6251" y="2597"/>
                      <a:pt x="6245" y="2600"/>
                    </a:cubicBezTo>
                    <a:cubicBezTo>
                      <a:pt x="6239" y="2602"/>
                      <a:pt x="6233" y="2605"/>
                      <a:pt x="6229" y="2608"/>
                    </a:cubicBezTo>
                    <a:cubicBezTo>
                      <a:pt x="6225" y="2610"/>
                      <a:pt x="6222" y="2611"/>
                      <a:pt x="6220" y="2613"/>
                    </a:cubicBezTo>
                    <a:cubicBezTo>
                      <a:pt x="6219" y="2614"/>
                      <a:pt x="6218" y="2616"/>
                      <a:pt x="6218" y="2617"/>
                    </a:cubicBezTo>
                    <a:cubicBezTo>
                      <a:pt x="6217" y="2618"/>
                      <a:pt x="6216" y="2619"/>
                      <a:pt x="6216" y="2620"/>
                    </a:cubicBezTo>
                    <a:cubicBezTo>
                      <a:pt x="6216" y="2621"/>
                      <a:pt x="6215" y="2623"/>
                      <a:pt x="6215" y="2624"/>
                    </a:cubicBezTo>
                    <a:cubicBezTo>
                      <a:pt x="6215" y="2626"/>
                      <a:pt x="6215" y="2628"/>
                      <a:pt x="6215" y="2630"/>
                    </a:cubicBezTo>
                    <a:cubicBezTo>
                      <a:pt x="6215" y="2634"/>
                      <a:pt x="6215" y="2636"/>
                      <a:pt x="6215" y="2638"/>
                    </a:cubicBezTo>
                    <a:cubicBezTo>
                      <a:pt x="6215" y="2640"/>
                      <a:pt x="6216" y="2642"/>
                      <a:pt x="6217" y="2643"/>
                    </a:cubicBezTo>
                    <a:cubicBezTo>
                      <a:pt x="6217" y="2644"/>
                      <a:pt x="6218" y="2645"/>
                      <a:pt x="6219" y="2645"/>
                    </a:cubicBezTo>
                    <a:cubicBezTo>
                      <a:pt x="6219" y="2646"/>
                      <a:pt x="6220" y="2645"/>
                      <a:pt x="6221" y="2645"/>
                    </a:cubicBezTo>
                    <a:cubicBezTo>
                      <a:pt x="6223" y="2645"/>
                      <a:pt x="6225" y="2644"/>
                      <a:pt x="6229" y="2642"/>
                    </a:cubicBezTo>
                    <a:cubicBezTo>
                      <a:pt x="6233" y="2639"/>
                      <a:pt x="6238" y="2637"/>
                      <a:pt x="6243" y="2634"/>
                    </a:cubicBezTo>
                    <a:cubicBezTo>
                      <a:pt x="6249" y="2631"/>
                      <a:pt x="6255" y="2628"/>
                      <a:pt x="6262" y="2625"/>
                    </a:cubicBezTo>
                    <a:cubicBezTo>
                      <a:pt x="6269" y="2623"/>
                      <a:pt x="6277" y="2622"/>
                      <a:pt x="6286" y="2622"/>
                    </a:cubicBezTo>
                    <a:cubicBezTo>
                      <a:pt x="6293" y="2622"/>
                      <a:pt x="6300" y="2623"/>
                      <a:pt x="6306" y="2625"/>
                    </a:cubicBezTo>
                    <a:cubicBezTo>
                      <a:pt x="6312" y="2627"/>
                      <a:pt x="6317" y="2630"/>
                      <a:pt x="6321" y="2634"/>
                    </a:cubicBezTo>
                    <a:cubicBezTo>
                      <a:pt x="6325" y="2638"/>
                      <a:pt x="6328" y="2643"/>
                      <a:pt x="6330" y="2648"/>
                    </a:cubicBezTo>
                    <a:cubicBezTo>
                      <a:pt x="6332" y="2653"/>
                      <a:pt x="6332" y="2659"/>
                      <a:pt x="6332" y="2665"/>
                    </a:cubicBezTo>
                    <a:cubicBezTo>
                      <a:pt x="6332" y="2673"/>
                      <a:pt x="6331" y="2680"/>
                      <a:pt x="6328" y="2687"/>
                    </a:cubicBezTo>
                    <a:cubicBezTo>
                      <a:pt x="6325" y="2693"/>
                      <a:pt x="6321" y="2699"/>
                      <a:pt x="6316" y="2704"/>
                    </a:cubicBezTo>
                    <a:cubicBezTo>
                      <a:pt x="6310" y="2708"/>
                      <a:pt x="6304" y="2713"/>
                      <a:pt x="6296" y="2715"/>
                    </a:cubicBezTo>
                    <a:cubicBezTo>
                      <a:pt x="6288" y="2718"/>
                      <a:pt x="6279" y="2719"/>
                      <a:pt x="6270" y="2719"/>
                    </a:cubicBezTo>
                    <a:lnTo>
                      <a:pt x="6245" y="2719"/>
                    </a:lnTo>
                    <a:cubicBezTo>
                      <a:pt x="6244" y="2719"/>
                      <a:pt x="6243" y="2719"/>
                      <a:pt x="6242" y="2720"/>
                    </a:cubicBezTo>
                    <a:cubicBezTo>
                      <a:pt x="6240" y="2720"/>
                      <a:pt x="6240" y="2720"/>
                      <a:pt x="6239" y="2721"/>
                    </a:cubicBezTo>
                    <a:cubicBezTo>
                      <a:pt x="6238" y="2722"/>
                      <a:pt x="6238" y="2724"/>
                      <a:pt x="6237" y="2726"/>
                    </a:cubicBezTo>
                    <a:cubicBezTo>
                      <a:pt x="6237" y="2728"/>
                      <a:pt x="6236" y="2730"/>
                      <a:pt x="6236" y="2733"/>
                    </a:cubicBezTo>
                    <a:cubicBezTo>
                      <a:pt x="6236" y="2736"/>
                      <a:pt x="6237" y="2739"/>
                      <a:pt x="6237" y="2741"/>
                    </a:cubicBezTo>
                    <a:cubicBezTo>
                      <a:pt x="6238" y="2743"/>
                      <a:pt x="6238" y="2744"/>
                      <a:pt x="6239" y="2745"/>
                    </a:cubicBezTo>
                    <a:cubicBezTo>
                      <a:pt x="6240" y="2746"/>
                      <a:pt x="6240" y="2747"/>
                      <a:pt x="6242" y="2748"/>
                    </a:cubicBezTo>
                    <a:cubicBezTo>
                      <a:pt x="6243" y="2748"/>
                      <a:pt x="6244" y="2749"/>
                      <a:pt x="6245" y="2749"/>
                    </a:cubicBezTo>
                    <a:lnTo>
                      <a:pt x="6272" y="2749"/>
                    </a:lnTo>
                    <a:cubicBezTo>
                      <a:pt x="6284" y="2749"/>
                      <a:pt x="6293" y="2750"/>
                      <a:pt x="6302" y="2752"/>
                    </a:cubicBezTo>
                    <a:cubicBezTo>
                      <a:pt x="6311" y="2755"/>
                      <a:pt x="6319" y="2758"/>
                      <a:pt x="6325" y="2763"/>
                    </a:cubicBezTo>
                    <a:cubicBezTo>
                      <a:pt x="6331" y="2767"/>
                      <a:pt x="6335" y="2773"/>
                      <a:pt x="6339" y="2779"/>
                    </a:cubicBezTo>
                    <a:cubicBezTo>
                      <a:pt x="6342" y="2786"/>
                      <a:pt x="6344" y="2793"/>
                      <a:pt x="6344" y="2802"/>
                    </a:cubicBezTo>
                    <a:cubicBezTo>
                      <a:pt x="6344" y="2809"/>
                      <a:pt x="6343" y="2816"/>
                      <a:pt x="6340" y="2822"/>
                    </a:cubicBezTo>
                    <a:cubicBezTo>
                      <a:pt x="6338" y="2828"/>
                      <a:pt x="6334" y="2834"/>
                      <a:pt x="6329" y="2839"/>
                    </a:cubicBezTo>
                    <a:cubicBezTo>
                      <a:pt x="6324" y="2843"/>
                      <a:pt x="6318" y="2847"/>
                      <a:pt x="6310" y="2849"/>
                    </a:cubicBezTo>
                    <a:cubicBezTo>
                      <a:pt x="6303" y="2852"/>
                      <a:pt x="6294" y="2853"/>
                      <a:pt x="6285" y="2853"/>
                    </a:cubicBezTo>
                    <a:cubicBezTo>
                      <a:pt x="6275" y="2853"/>
                      <a:pt x="6266" y="2852"/>
                      <a:pt x="6257" y="2849"/>
                    </a:cubicBezTo>
                    <a:cubicBezTo>
                      <a:pt x="6249" y="2847"/>
                      <a:pt x="6242" y="2844"/>
                      <a:pt x="6236" y="2841"/>
                    </a:cubicBezTo>
                    <a:cubicBezTo>
                      <a:pt x="6230" y="2839"/>
                      <a:pt x="6225" y="2837"/>
                      <a:pt x="6221" y="2834"/>
                    </a:cubicBezTo>
                    <a:cubicBezTo>
                      <a:pt x="6217" y="2832"/>
                      <a:pt x="6215" y="2831"/>
                      <a:pt x="6213" y="2831"/>
                    </a:cubicBezTo>
                    <a:cubicBezTo>
                      <a:pt x="6211" y="2831"/>
                      <a:pt x="6210" y="2831"/>
                      <a:pt x="6209" y="2833"/>
                    </a:cubicBezTo>
                    <a:cubicBezTo>
                      <a:pt x="6208" y="2835"/>
                      <a:pt x="6207" y="2839"/>
                      <a:pt x="6207" y="2845"/>
                    </a:cubicBezTo>
                    <a:cubicBezTo>
                      <a:pt x="6207" y="2848"/>
                      <a:pt x="6207" y="2850"/>
                      <a:pt x="6207" y="2852"/>
                    </a:cubicBezTo>
                    <a:cubicBezTo>
                      <a:pt x="6207" y="2854"/>
                      <a:pt x="6208" y="2857"/>
                      <a:pt x="6209" y="2858"/>
                    </a:cubicBezTo>
                    <a:cubicBezTo>
                      <a:pt x="6209" y="2859"/>
                      <a:pt x="6209" y="2860"/>
                      <a:pt x="6210" y="2862"/>
                    </a:cubicBezTo>
                    <a:cubicBezTo>
                      <a:pt x="6210" y="2863"/>
                      <a:pt x="6211" y="2863"/>
                      <a:pt x="6212" y="2864"/>
                    </a:cubicBezTo>
                    <a:cubicBezTo>
                      <a:pt x="6214" y="2865"/>
                      <a:pt x="6216" y="2867"/>
                      <a:pt x="6220" y="2869"/>
                    </a:cubicBezTo>
                    <a:cubicBezTo>
                      <a:pt x="6225" y="2872"/>
                      <a:pt x="6231" y="2873"/>
                      <a:pt x="6237" y="2876"/>
                    </a:cubicBezTo>
                    <a:cubicBezTo>
                      <a:pt x="6244" y="2878"/>
                      <a:pt x="6251" y="2880"/>
                      <a:pt x="6259" y="2882"/>
                    </a:cubicBezTo>
                    <a:cubicBezTo>
                      <a:pt x="6267" y="2883"/>
                      <a:pt x="6276" y="2884"/>
                      <a:pt x="6286" y="2884"/>
                    </a:cubicBezTo>
                    <a:cubicBezTo>
                      <a:pt x="6301" y="2884"/>
                      <a:pt x="6315" y="2881"/>
                      <a:pt x="6328" y="2877"/>
                    </a:cubicBezTo>
                    <a:cubicBezTo>
                      <a:pt x="6340" y="2873"/>
                      <a:pt x="6351" y="2868"/>
                      <a:pt x="6360" y="2861"/>
                    </a:cubicBezTo>
                    <a:cubicBezTo>
                      <a:pt x="6368" y="2853"/>
                      <a:pt x="6375" y="2844"/>
                      <a:pt x="6379" y="2833"/>
                    </a:cubicBezTo>
                    <a:cubicBezTo>
                      <a:pt x="6384" y="2823"/>
                      <a:pt x="6386" y="2811"/>
                      <a:pt x="6386" y="2798"/>
                    </a:cubicBezTo>
                    <a:cubicBezTo>
                      <a:pt x="6386" y="2789"/>
                      <a:pt x="6384" y="2780"/>
                      <a:pt x="6381" y="2772"/>
                    </a:cubicBezTo>
                    <a:cubicBezTo>
                      <a:pt x="6378" y="2765"/>
                      <a:pt x="6374" y="2758"/>
                      <a:pt x="6368" y="2752"/>
                    </a:cubicBezTo>
                    <a:cubicBezTo>
                      <a:pt x="6362" y="2746"/>
                      <a:pt x="6355" y="2741"/>
                      <a:pt x="6346" y="2737"/>
                    </a:cubicBezTo>
                    <a:cubicBezTo>
                      <a:pt x="6338" y="2733"/>
                      <a:pt x="6329" y="2731"/>
                      <a:pt x="6319" y="2730"/>
                    </a:cubicBezTo>
                    <a:cubicBezTo>
                      <a:pt x="6328" y="2728"/>
                      <a:pt x="6335" y="2725"/>
                      <a:pt x="6342" y="2721"/>
                    </a:cubicBezTo>
                    <a:cubicBezTo>
                      <a:pt x="6349" y="2717"/>
                      <a:pt x="6354" y="2711"/>
                      <a:pt x="6359" y="2705"/>
                    </a:cubicBezTo>
                    <a:cubicBezTo>
                      <a:pt x="6363" y="2699"/>
                      <a:pt x="6367" y="2693"/>
                      <a:pt x="6369" y="2685"/>
                    </a:cubicBezTo>
                    <a:cubicBezTo>
                      <a:pt x="6372" y="2677"/>
                      <a:pt x="6373" y="2669"/>
                      <a:pt x="6373" y="2660"/>
                    </a:cubicBezTo>
                    <a:cubicBezTo>
                      <a:pt x="6373" y="2650"/>
                      <a:pt x="6371" y="2640"/>
                      <a:pt x="6368" y="2631"/>
                    </a:cubicBezTo>
                    <a:cubicBezTo>
                      <a:pt x="6364" y="2623"/>
                      <a:pt x="6359" y="2615"/>
                      <a:pt x="6353" y="2609"/>
                    </a:cubicBezTo>
                    <a:cubicBezTo>
                      <a:pt x="6346" y="2603"/>
                      <a:pt x="6338" y="2599"/>
                      <a:pt x="6328" y="2595"/>
                    </a:cubicBezTo>
                    <a:cubicBezTo>
                      <a:pt x="6318" y="2592"/>
                      <a:pt x="6306" y="2590"/>
                      <a:pt x="6293" y="2590"/>
                    </a:cubicBezTo>
                    <a:close/>
                    <a:moveTo>
                      <a:pt x="6531" y="2590"/>
                    </a:moveTo>
                    <a:cubicBezTo>
                      <a:pt x="6512" y="2590"/>
                      <a:pt x="6496" y="2593"/>
                      <a:pt x="6483" y="2600"/>
                    </a:cubicBezTo>
                    <a:cubicBezTo>
                      <a:pt x="6470" y="2608"/>
                      <a:pt x="6460" y="2618"/>
                      <a:pt x="6452" y="2631"/>
                    </a:cubicBezTo>
                    <a:cubicBezTo>
                      <a:pt x="6444" y="2644"/>
                      <a:pt x="6438" y="2660"/>
                      <a:pt x="6435" y="2678"/>
                    </a:cubicBezTo>
                    <a:cubicBezTo>
                      <a:pt x="6431" y="2696"/>
                      <a:pt x="6429" y="2716"/>
                      <a:pt x="6429" y="2738"/>
                    </a:cubicBezTo>
                    <a:cubicBezTo>
                      <a:pt x="6429" y="2762"/>
                      <a:pt x="6432" y="2782"/>
                      <a:pt x="6435" y="2800"/>
                    </a:cubicBezTo>
                    <a:cubicBezTo>
                      <a:pt x="6438" y="2818"/>
                      <a:pt x="6443" y="2833"/>
                      <a:pt x="6451" y="2846"/>
                    </a:cubicBezTo>
                    <a:cubicBezTo>
                      <a:pt x="6458" y="2858"/>
                      <a:pt x="6467" y="2867"/>
                      <a:pt x="6480" y="2874"/>
                    </a:cubicBezTo>
                    <a:cubicBezTo>
                      <a:pt x="6492" y="2880"/>
                      <a:pt x="6508" y="2884"/>
                      <a:pt x="6526" y="2884"/>
                    </a:cubicBezTo>
                    <a:cubicBezTo>
                      <a:pt x="6544" y="2884"/>
                      <a:pt x="6560" y="2880"/>
                      <a:pt x="6573" y="2873"/>
                    </a:cubicBezTo>
                    <a:cubicBezTo>
                      <a:pt x="6586" y="2866"/>
                      <a:pt x="6597" y="2856"/>
                      <a:pt x="6605" y="2843"/>
                    </a:cubicBezTo>
                    <a:cubicBezTo>
                      <a:pt x="6613" y="2830"/>
                      <a:pt x="6618" y="2814"/>
                      <a:pt x="6622" y="2796"/>
                    </a:cubicBezTo>
                    <a:cubicBezTo>
                      <a:pt x="6625" y="2778"/>
                      <a:pt x="6627" y="2758"/>
                      <a:pt x="6627" y="2736"/>
                    </a:cubicBezTo>
                    <a:cubicBezTo>
                      <a:pt x="6627" y="2713"/>
                      <a:pt x="6626" y="2692"/>
                      <a:pt x="6623" y="2674"/>
                    </a:cubicBezTo>
                    <a:cubicBezTo>
                      <a:pt x="6619" y="2656"/>
                      <a:pt x="6614" y="2640"/>
                      <a:pt x="6607" y="2628"/>
                    </a:cubicBezTo>
                    <a:cubicBezTo>
                      <a:pt x="6599" y="2615"/>
                      <a:pt x="6589" y="2606"/>
                      <a:pt x="6577" y="2600"/>
                    </a:cubicBezTo>
                    <a:cubicBezTo>
                      <a:pt x="6564" y="2593"/>
                      <a:pt x="6549" y="2590"/>
                      <a:pt x="6531" y="2590"/>
                    </a:cubicBezTo>
                    <a:close/>
                    <a:moveTo>
                      <a:pt x="2417" y="2591"/>
                    </a:moveTo>
                    <a:cubicBezTo>
                      <a:pt x="2401" y="2591"/>
                      <a:pt x="2387" y="2593"/>
                      <a:pt x="2375" y="2597"/>
                    </a:cubicBezTo>
                    <a:cubicBezTo>
                      <a:pt x="2363" y="2601"/>
                      <a:pt x="2353" y="2607"/>
                      <a:pt x="2344" y="2615"/>
                    </a:cubicBezTo>
                    <a:cubicBezTo>
                      <a:pt x="2335" y="2622"/>
                      <a:pt x="2328" y="2632"/>
                      <a:pt x="2322" y="2642"/>
                    </a:cubicBezTo>
                    <a:cubicBezTo>
                      <a:pt x="2316" y="2652"/>
                      <a:pt x="2311" y="2663"/>
                      <a:pt x="2308" y="2675"/>
                    </a:cubicBezTo>
                    <a:cubicBezTo>
                      <a:pt x="2305" y="2686"/>
                      <a:pt x="2302" y="2698"/>
                      <a:pt x="2301" y="2711"/>
                    </a:cubicBezTo>
                    <a:cubicBezTo>
                      <a:pt x="2300" y="2723"/>
                      <a:pt x="2299" y="2736"/>
                      <a:pt x="2299" y="2748"/>
                    </a:cubicBezTo>
                    <a:cubicBezTo>
                      <a:pt x="2299" y="2762"/>
                      <a:pt x="2300" y="2775"/>
                      <a:pt x="2301" y="2787"/>
                    </a:cubicBezTo>
                    <a:cubicBezTo>
                      <a:pt x="2302" y="2799"/>
                      <a:pt x="2304" y="2810"/>
                      <a:pt x="2307" y="2820"/>
                    </a:cubicBezTo>
                    <a:cubicBezTo>
                      <a:pt x="2310" y="2830"/>
                      <a:pt x="2313" y="2839"/>
                      <a:pt x="2318" y="2847"/>
                    </a:cubicBezTo>
                    <a:cubicBezTo>
                      <a:pt x="2322" y="2854"/>
                      <a:pt x="2328" y="2861"/>
                      <a:pt x="2335" y="2867"/>
                    </a:cubicBezTo>
                    <a:cubicBezTo>
                      <a:pt x="2341" y="2872"/>
                      <a:pt x="2349" y="2876"/>
                      <a:pt x="2358" y="2879"/>
                    </a:cubicBezTo>
                    <a:cubicBezTo>
                      <a:pt x="2367" y="2882"/>
                      <a:pt x="2378" y="2884"/>
                      <a:pt x="2390" y="2884"/>
                    </a:cubicBezTo>
                    <a:cubicBezTo>
                      <a:pt x="2407" y="2884"/>
                      <a:pt x="2421" y="2881"/>
                      <a:pt x="2433" y="2876"/>
                    </a:cubicBezTo>
                    <a:cubicBezTo>
                      <a:pt x="2445" y="2870"/>
                      <a:pt x="2455" y="2863"/>
                      <a:pt x="2463" y="2854"/>
                    </a:cubicBezTo>
                    <a:cubicBezTo>
                      <a:pt x="2471" y="2846"/>
                      <a:pt x="2477" y="2835"/>
                      <a:pt x="2481" y="2824"/>
                    </a:cubicBezTo>
                    <a:cubicBezTo>
                      <a:pt x="2485" y="2812"/>
                      <a:pt x="2486" y="2800"/>
                      <a:pt x="2486" y="2787"/>
                    </a:cubicBezTo>
                    <a:cubicBezTo>
                      <a:pt x="2486" y="2776"/>
                      <a:pt x="2485" y="2765"/>
                      <a:pt x="2483" y="2755"/>
                    </a:cubicBezTo>
                    <a:cubicBezTo>
                      <a:pt x="2480" y="2745"/>
                      <a:pt x="2475" y="2736"/>
                      <a:pt x="2469" y="2728"/>
                    </a:cubicBezTo>
                    <a:cubicBezTo>
                      <a:pt x="2462" y="2721"/>
                      <a:pt x="2454" y="2715"/>
                      <a:pt x="2443" y="2711"/>
                    </a:cubicBezTo>
                    <a:cubicBezTo>
                      <a:pt x="2432" y="2707"/>
                      <a:pt x="2419" y="2705"/>
                      <a:pt x="2403" y="2705"/>
                    </a:cubicBezTo>
                    <a:cubicBezTo>
                      <a:pt x="2396" y="2705"/>
                      <a:pt x="2389" y="2705"/>
                      <a:pt x="2383" y="2706"/>
                    </a:cubicBezTo>
                    <a:cubicBezTo>
                      <a:pt x="2377" y="2707"/>
                      <a:pt x="2371" y="2709"/>
                      <a:pt x="2365" y="2711"/>
                    </a:cubicBezTo>
                    <a:cubicBezTo>
                      <a:pt x="2360" y="2712"/>
                      <a:pt x="2354" y="2715"/>
                      <a:pt x="2350" y="2717"/>
                    </a:cubicBezTo>
                    <a:cubicBezTo>
                      <a:pt x="2345" y="2719"/>
                      <a:pt x="2341" y="2721"/>
                      <a:pt x="2337" y="2723"/>
                    </a:cubicBezTo>
                    <a:cubicBezTo>
                      <a:pt x="2338" y="2710"/>
                      <a:pt x="2339" y="2697"/>
                      <a:pt x="2342" y="2684"/>
                    </a:cubicBezTo>
                    <a:cubicBezTo>
                      <a:pt x="2345" y="2672"/>
                      <a:pt x="2349" y="2661"/>
                      <a:pt x="2356" y="2652"/>
                    </a:cubicBezTo>
                    <a:cubicBezTo>
                      <a:pt x="2362" y="2642"/>
                      <a:pt x="2371" y="2634"/>
                      <a:pt x="2380" y="2629"/>
                    </a:cubicBezTo>
                    <a:cubicBezTo>
                      <a:pt x="2390" y="2623"/>
                      <a:pt x="2402" y="2621"/>
                      <a:pt x="2416" y="2621"/>
                    </a:cubicBezTo>
                    <a:cubicBezTo>
                      <a:pt x="2423" y="2621"/>
                      <a:pt x="2429" y="2621"/>
                      <a:pt x="2435" y="2623"/>
                    </a:cubicBezTo>
                    <a:cubicBezTo>
                      <a:pt x="2441" y="2624"/>
                      <a:pt x="2445" y="2624"/>
                      <a:pt x="2449" y="2625"/>
                    </a:cubicBezTo>
                    <a:cubicBezTo>
                      <a:pt x="2453" y="2626"/>
                      <a:pt x="2457" y="2628"/>
                      <a:pt x="2460" y="2629"/>
                    </a:cubicBezTo>
                    <a:cubicBezTo>
                      <a:pt x="2463" y="2630"/>
                      <a:pt x="2464" y="2630"/>
                      <a:pt x="2466" y="2630"/>
                    </a:cubicBezTo>
                    <a:cubicBezTo>
                      <a:pt x="2467" y="2630"/>
                      <a:pt x="2469" y="2630"/>
                      <a:pt x="2469" y="2630"/>
                    </a:cubicBezTo>
                    <a:cubicBezTo>
                      <a:pt x="2470" y="2629"/>
                      <a:pt x="2471" y="2628"/>
                      <a:pt x="2471" y="2627"/>
                    </a:cubicBezTo>
                    <a:cubicBezTo>
                      <a:pt x="2472" y="2626"/>
                      <a:pt x="2472" y="2624"/>
                      <a:pt x="2472" y="2623"/>
                    </a:cubicBezTo>
                    <a:cubicBezTo>
                      <a:pt x="2472" y="2621"/>
                      <a:pt x="2472" y="2618"/>
                      <a:pt x="2472" y="2615"/>
                    </a:cubicBezTo>
                    <a:cubicBezTo>
                      <a:pt x="2472" y="2613"/>
                      <a:pt x="2472" y="2612"/>
                      <a:pt x="2472" y="2610"/>
                    </a:cubicBezTo>
                    <a:cubicBezTo>
                      <a:pt x="2472" y="2609"/>
                      <a:pt x="2472" y="2608"/>
                      <a:pt x="2471" y="2607"/>
                    </a:cubicBezTo>
                    <a:cubicBezTo>
                      <a:pt x="2471" y="2606"/>
                      <a:pt x="2471" y="2604"/>
                      <a:pt x="2470" y="2603"/>
                    </a:cubicBezTo>
                    <a:cubicBezTo>
                      <a:pt x="2470" y="2602"/>
                      <a:pt x="2469" y="2601"/>
                      <a:pt x="2468" y="2600"/>
                    </a:cubicBezTo>
                    <a:cubicBezTo>
                      <a:pt x="2467" y="2600"/>
                      <a:pt x="2465" y="2599"/>
                      <a:pt x="2462" y="2598"/>
                    </a:cubicBezTo>
                    <a:cubicBezTo>
                      <a:pt x="2458" y="2596"/>
                      <a:pt x="2455" y="2595"/>
                      <a:pt x="2450" y="2594"/>
                    </a:cubicBezTo>
                    <a:cubicBezTo>
                      <a:pt x="2445" y="2593"/>
                      <a:pt x="2440" y="2592"/>
                      <a:pt x="2434" y="2592"/>
                    </a:cubicBezTo>
                    <a:cubicBezTo>
                      <a:pt x="2429" y="2591"/>
                      <a:pt x="2423" y="2591"/>
                      <a:pt x="2417" y="2591"/>
                    </a:cubicBezTo>
                    <a:close/>
                    <a:moveTo>
                      <a:pt x="83" y="2592"/>
                    </a:moveTo>
                    <a:cubicBezTo>
                      <a:pt x="74" y="2592"/>
                      <a:pt x="66" y="2593"/>
                      <a:pt x="58" y="2594"/>
                    </a:cubicBezTo>
                    <a:cubicBezTo>
                      <a:pt x="50" y="2596"/>
                      <a:pt x="44" y="2598"/>
                      <a:pt x="37" y="2600"/>
                    </a:cubicBezTo>
                    <a:cubicBezTo>
                      <a:pt x="31" y="2603"/>
                      <a:pt x="25" y="2606"/>
                      <a:pt x="20" y="2608"/>
                    </a:cubicBezTo>
                    <a:cubicBezTo>
                      <a:pt x="16" y="2611"/>
                      <a:pt x="13" y="2613"/>
                      <a:pt x="11" y="2615"/>
                    </a:cubicBezTo>
                    <a:cubicBezTo>
                      <a:pt x="10" y="2616"/>
                      <a:pt x="9" y="2618"/>
                      <a:pt x="8" y="2619"/>
                    </a:cubicBezTo>
                    <a:cubicBezTo>
                      <a:pt x="7" y="2620"/>
                      <a:pt x="7" y="2620"/>
                      <a:pt x="6" y="2622"/>
                    </a:cubicBezTo>
                    <a:cubicBezTo>
                      <a:pt x="6" y="2623"/>
                      <a:pt x="5" y="2624"/>
                      <a:pt x="5" y="2626"/>
                    </a:cubicBezTo>
                    <a:cubicBezTo>
                      <a:pt x="5" y="2628"/>
                      <a:pt x="5" y="2630"/>
                      <a:pt x="5" y="2632"/>
                    </a:cubicBezTo>
                    <a:cubicBezTo>
                      <a:pt x="5" y="2635"/>
                      <a:pt x="5" y="2638"/>
                      <a:pt x="5" y="2640"/>
                    </a:cubicBezTo>
                    <a:cubicBezTo>
                      <a:pt x="6" y="2642"/>
                      <a:pt x="7" y="2644"/>
                      <a:pt x="7" y="2645"/>
                    </a:cubicBezTo>
                    <a:cubicBezTo>
                      <a:pt x="8" y="2647"/>
                      <a:pt x="8" y="2648"/>
                      <a:pt x="9" y="2648"/>
                    </a:cubicBezTo>
                    <a:cubicBezTo>
                      <a:pt x="10" y="2649"/>
                      <a:pt x="10" y="2649"/>
                      <a:pt x="11" y="2649"/>
                    </a:cubicBezTo>
                    <a:cubicBezTo>
                      <a:pt x="13" y="2649"/>
                      <a:pt x="16" y="2648"/>
                      <a:pt x="19" y="2645"/>
                    </a:cubicBezTo>
                    <a:cubicBezTo>
                      <a:pt x="23" y="2643"/>
                      <a:pt x="28" y="2640"/>
                      <a:pt x="34" y="2637"/>
                    </a:cubicBezTo>
                    <a:cubicBezTo>
                      <a:pt x="39" y="2634"/>
                      <a:pt x="45" y="2631"/>
                      <a:pt x="52" y="2629"/>
                    </a:cubicBezTo>
                    <a:cubicBezTo>
                      <a:pt x="59" y="2626"/>
                      <a:pt x="67" y="2625"/>
                      <a:pt x="76" y="2625"/>
                    </a:cubicBezTo>
                    <a:cubicBezTo>
                      <a:pt x="83" y="2625"/>
                      <a:pt x="90" y="2626"/>
                      <a:pt x="96" y="2629"/>
                    </a:cubicBezTo>
                    <a:cubicBezTo>
                      <a:pt x="102" y="2631"/>
                      <a:pt x="107" y="2635"/>
                      <a:pt x="111" y="2639"/>
                    </a:cubicBezTo>
                    <a:cubicBezTo>
                      <a:pt x="115" y="2644"/>
                      <a:pt x="118" y="2649"/>
                      <a:pt x="120" y="2654"/>
                    </a:cubicBezTo>
                    <a:cubicBezTo>
                      <a:pt x="122" y="2660"/>
                      <a:pt x="123" y="2666"/>
                      <a:pt x="123" y="2672"/>
                    </a:cubicBezTo>
                    <a:cubicBezTo>
                      <a:pt x="123" y="2678"/>
                      <a:pt x="122" y="2685"/>
                      <a:pt x="121" y="2692"/>
                    </a:cubicBezTo>
                    <a:cubicBezTo>
                      <a:pt x="120" y="2699"/>
                      <a:pt x="117" y="2707"/>
                      <a:pt x="113" y="2716"/>
                    </a:cubicBezTo>
                    <a:cubicBezTo>
                      <a:pt x="109" y="2725"/>
                      <a:pt x="103" y="2734"/>
                      <a:pt x="95" y="2745"/>
                    </a:cubicBezTo>
                    <a:cubicBezTo>
                      <a:pt x="88" y="2756"/>
                      <a:pt x="77" y="2769"/>
                      <a:pt x="64" y="2782"/>
                    </a:cubicBezTo>
                    <a:lnTo>
                      <a:pt x="9" y="2840"/>
                    </a:lnTo>
                    <a:cubicBezTo>
                      <a:pt x="7" y="2842"/>
                      <a:pt x="6" y="2844"/>
                      <a:pt x="4" y="2846"/>
                    </a:cubicBezTo>
                    <a:cubicBezTo>
                      <a:pt x="3" y="2847"/>
                      <a:pt x="2" y="2849"/>
                      <a:pt x="2" y="2851"/>
                    </a:cubicBezTo>
                    <a:cubicBezTo>
                      <a:pt x="1" y="2853"/>
                      <a:pt x="0" y="2855"/>
                      <a:pt x="0" y="2857"/>
                    </a:cubicBezTo>
                    <a:cubicBezTo>
                      <a:pt x="0" y="2859"/>
                      <a:pt x="0" y="2861"/>
                      <a:pt x="0" y="2864"/>
                    </a:cubicBezTo>
                    <a:cubicBezTo>
                      <a:pt x="0" y="2867"/>
                      <a:pt x="0" y="2871"/>
                      <a:pt x="1" y="2873"/>
                    </a:cubicBezTo>
                    <a:cubicBezTo>
                      <a:pt x="1" y="2875"/>
                      <a:pt x="2" y="2876"/>
                      <a:pt x="4" y="2877"/>
                    </a:cubicBezTo>
                    <a:cubicBezTo>
                      <a:pt x="5" y="2879"/>
                      <a:pt x="6" y="2880"/>
                      <a:pt x="7" y="2880"/>
                    </a:cubicBezTo>
                    <a:cubicBezTo>
                      <a:pt x="9" y="2881"/>
                      <a:pt x="10" y="2881"/>
                      <a:pt x="12" y="2881"/>
                    </a:cubicBezTo>
                    <a:lnTo>
                      <a:pt x="170" y="2881"/>
                    </a:lnTo>
                    <a:cubicBezTo>
                      <a:pt x="172" y="2881"/>
                      <a:pt x="173" y="2881"/>
                      <a:pt x="174" y="2880"/>
                    </a:cubicBezTo>
                    <a:cubicBezTo>
                      <a:pt x="175" y="2879"/>
                      <a:pt x="176" y="2879"/>
                      <a:pt x="176" y="2877"/>
                    </a:cubicBezTo>
                    <a:cubicBezTo>
                      <a:pt x="177" y="2876"/>
                      <a:pt x="178" y="2874"/>
                      <a:pt x="178" y="2872"/>
                    </a:cubicBezTo>
                    <a:cubicBezTo>
                      <a:pt x="179" y="2870"/>
                      <a:pt x="178" y="2868"/>
                      <a:pt x="178" y="2865"/>
                    </a:cubicBezTo>
                    <a:cubicBezTo>
                      <a:pt x="178" y="2862"/>
                      <a:pt x="179" y="2860"/>
                      <a:pt x="178" y="2858"/>
                    </a:cubicBezTo>
                    <a:cubicBezTo>
                      <a:pt x="178" y="2856"/>
                      <a:pt x="177" y="2854"/>
                      <a:pt x="176" y="2853"/>
                    </a:cubicBezTo>
                    <a:cubicBezTo>
                      <a:pt x="176" y="2851"/>
                      <a:pt x="175" y="2851"/>
                      <a:pt x="174" y="2850"/>
                    </a:cubicBezTo>
                    <a:cubicBezTo>
                      <a:pt x="173" y="2849"/>
                      <a:pt x="171" y="2849"/>
                      <a:pt x="170" y="2849"/>
                    </a:cubicBezTo>
                    <a:lnTo>
                      <a:pt x="46" y="2849"/>
                    </a:lnTo>
                    <a:lnTo>
                      <a:pt x="91" y="2802"/>
                    </a:lnTo>
                    <a:cubicBezTo>
                      <a:pt x="107" y="2785"/>
                      <a:pt x="121" y="2770"/>
                      <a:pt x="131" y="2757"/>
                    </a:cubicBezTo>
                    <a:cubicBezTo>
                      <a:pt x="140" y="2745"/>
                      <a:pt x="147" y="2733"/>
                      <a:pt x="153" y="2722"/>
                    </a:cubicBezTo>
                    <a:cubicBezTo>
                      <a:pt x="158" y="2712"/>
                      <a:pt x="162" y="2702"/>
                      <a:pt x="163" y="2693"/>
                    </a:cubicBezTo>
                    <a:cubicBezTo>
                      <a:pt x="165" y="2684"/>
                      <a:pt x="166" y="2675"/>
                      <a:pt x="166" y="2666"/>
                    </a:cubicBezTo>
                    <a:cubicBezTo>
                      <a:pt x="166" y="2656"/>
                      <a:pt x="164" y="2646"/>
                      <a:pt x="161" y="2637"/>
                    </a:cubicBezTo>
                    <a:cubicBezTo>
                      <a:pt x="157" y="2628"/>
                      <a:pt x="152" y="2620"/>
                      <a:pt x="146" y="2614"/>
                    </a:cubicBezTo>
                    <a:cubicBezTo>
                      <a:pt x="139" y="2607"/>
                      <a:pt x="129" y="2602"/>
                      <a:pt x="119" y="2598"/>
                    </a:cubicBezTo>
                    <a:cubicBezTo>
                      <a:pt x="109" y="2594"/>
                      <a:pt x="97" y="2592"/>
                      <a:pt x="83" y="2592"/>
                    </a:cubicBezTo>
                    <a:close/>
                    <a:moveTo>
                      <a:pt x="3191" y="2592"/>
                    </a:moveTo>
                    <a:cubicBezTo>
                      <a:pt x="3182" y="2592"/>
                      <a:pt x="3174" y="2593"/>
                      <a:pt x="3166" y="2594"/>
                    </a:cubicBezTo>
                    <a:cubicBezTo>
                      <a:pt x="3158" y="2596"/>
                      <a:pt x="3151" y="2598"/>
                      <a:pt x="3144" y="2600"/>
                    </a:cubicBezTo>
                    <a:cubicBezTo>
                      <a:pt x="3138" y="2603"/>
                      <a:pt x="3133" y="2606"/>
                      <a:pt x="3128" y="2608"/>
                    </a:cubicBezTo>
                    <a:cubicBezTo>
                      <a:pt x="3124" y="2611"/>
                      <a:pt x="3120" y="2613"/>
                      <a:pt x="3119" y="2615"/>
                    </a:cubicBezTo>
                    <a:cubicBezTo>
                      <a:pt x="3117" y="2616"/>
                      <a:pt x="3116" y="2618"/>
                      <a:pt x="3115" y="2619"/>
                    </a:cubicBezTo>
                    <a:cubicBezTo>
                      <a:pt x="3114" y="2620"/>
                      <a:pt x="3115" y="2620"/>
                      <a:pt x="3114" y="2622"/>
                    </a:cubicBezTo>
                    <a:cubicBezTo>
                      <a:pt x="3114" y="2623"/>
                      <a:pt x="3113" y="2624"/>
                      <a:pt x="3113" y="2626"/>
                    </a:cubicBezTo>
                    <a:cubicBezTo>
                      <a:pt x="3113" y="2628"/>
                      <a:pt x="3112" y="2630"/>
                      <a:pt x="3112" y="2632"/>
                    </a:cubicBezTo>
                    <a:cubicBezTo>
                      <a:pt x="3112" y="2635"/>
                      <a:pt x="3113" y="2638"/>
                      <a:pt x="3113" y="2640"/>
                    </a:cubicBezTo>
                    <a:cubicBezTo>
                      <a:pt x="3114" y="2642"/>
                      <a:pt x="3114" y="2644"/>
                      <a:pt x="3114" y="2645"/>
                    </a:cubicBezTo>
                    <a:cubicBezTo>
                      <a:pt x="3115" y="2647"/>
                      <a:pt x="3116" y="2648"/>
                      <a:pt x="3117" y="2648"/>
                    </a:cubicBezTo>
                    <a:cubicBezTo>
                      <a:pt x="3118" y="2649"/>
                      <a:pt x="3118" y="2649"/>
                      <a:pt x="3119" y="2649"/>
                    </a:cubicBezTo>
                    <a:cubicBezTo>
                      <a:pt x="3121" y="2649"/>
                      <a:pt x="3124" y="2648"/>
                      <a:pt x="3127" y="2645"/>
                    </a:cubicBezTo>
                    <a:cubicBezTo>
                      <a:pt x="3131" y="2643"/>
                      <a:pt x="3135" y="2640"/>
                      <a:pt x="3141" y="2637"/>
                    </a:cubicBezTo>
                    <a:cubicBezTo>
                      <a:pt x="3146" y="2634"/>
                      <a:pt x="3152" y="2631"/>
                      <a:pt x="3159" y="2629"/>
                    </a:cubicBezTo>
                    <a:cubicBezTo>
                      <a:pt x="3166" y="2626"/>
                      <a:pt x="3175" y="2625"/>
                      <a:pt x="3184" y="2625"/>
                    </a:cubicBezTo>
                    <a:cubicBezTo>
                      <a:pt x="3191" y="2625"/>
                      <a:pt x="3198" y="2626"/>
                      <a:pt x="3204" y="2629"/>
                    </a:cubicBezTo>
                    <a:cubicBezTo>
                      <a:pt x="3210" y="2631"/>
                      <a:pt x="3214" y="2635"/>
                      <a:pt x="3218" y="2639"/>
                    </a:cubicBezTo>
                    <a:cubicBezTo>
                      <a:pt x="3222" y="2644"/>
                      <a:pt x="3225" y="2649"/>
                      <a:pt x="3227" y="2654"/>
                    </a:cubicBezTo>
                    <a:cubicBezTo>
                      <a:pt x="3229" y="2660"/>
                      <a:pt x="3231" y="2666"/>
                      <a:pt x="3231" y="2672"/>
                    </a:cubicBezTo>
                    <a:cubicBezTo>
                      <a:pt x="3231" y="2678"/>
                      <a:pt x="3230" y="2685"/>
                      <a:pt x="3229" y="2692"/>
                    </a:cubicBezTo>
                    <a:cubicBezTo>
                      <a:pt x="3227" y="2699"/>
                      <a:pt x="3224" y="2707"/>
                      <a:pt x="3220" y="2716"/>
                    </a:cubicBezTo>
                    <a:cubicBezTo>
                      <a:pt x="3216" y="2725"/>
                      <a:pt x="3210" y="2734"/>
                      <a:pt x="3202" y="2745"/>
                    </a:cubicBezTo>
                    <a:cubicBezTo>
                      <a:pt x="3195" y="2756"/>
                      <a:pt x="3184" y="2769"/>
                      <a:pt x="3171" y="2782"/>
                    </a:cubicBezTo>
                    <a:lnTo>
                      <a:pt x="3116" y="2840"/>
                    </a:lnTo>
                    <a:cubicBezTo>
                      <a:pt x="3114" y="2842"/>
                      <a:pt x="3113" y="2844"/>
                      <a:pt x="3112" y="2846"/>
                    </a:cubicBezTo>
                    <a:cubicBezTo>
                      <a:pt x="3111" y="2847"/>
                      <a:pt x="3110" y="2849"/>
                      <a:pt x="3109" y="2851"/>
                    </a:cubicBezTo>
                    <a:cubicBezTo>
                      <a:pt x="3108" y="2853"/>
                      <a:pt x="3108" y="2855"/>
                      <a:pt x="3108" y="2857"/>
                    </a:cubicBezTo>
                    <a:cubicBezTo>
                      <a:pt x="3108" y="2859"/>
                      <a:pt x="3107" y="2861"/>
                      <a:pt x="3107" y="2864"/>
                    </a:cubicBezTo>
                    <a:cubicBezTo>
                      <a:pt x="3107" y="2867"/>
                      <a:pt x="3107" y="2871"/>
                      <a:pt x="3108" y="2873"/>
                    </a:cubicBezTo>
                    <a:cubicBezTo>
                      <a:pt x="3108" y="2875"/>
                      <a:pt x="3110" y="2876"/>
                      <a:pt x="3111" y="2877"/>
                    </a:cubicBezTo>
                    <a:cubicBezTo>
                      <a:pt x="3112" y="2879"/>
                      <a:pt x="3113" y="2880"/>
                      <a:pt x="3115" y="2880"/>
                    </a:cubicBezTo>
                    <a:cubicBezTo>
                      <a:pt x="3117" y="2881"/>
                      <a:pt x="3118" y="2881"/>
                      <a:pt x="3120" y="2881"/>
                    </a:cubicBezTo>
                    <a:lnTo>
                      <a:pt x="3277" y="2881"/>
                    </a:lnTo>
                    <a:cubicBezTo>
                      <a:pt x="3279" y="2881"/>
                      <a:pt x="3281" y="2881"/>
                      <a:pt x="3282" y="2880"/>
                    </a:cubicBezTo>
                    <a:cubicBezTo>
                      <a:pt x="3283" y="2879"/>
                      <a:pt x="3284" y="2879"/>
                      <a:pt x="3284" y="2877"/>
                    </a:cubicBezTo>
                    <a:cubicBezTo>
                      <a:pt x="3285" y="2876"/>
                      <a:pt x="3285" y="2874"/>
                      <a:pt x="3285" y="2872"/>
                    </a:cubicBezTo>
                    <a:cubicBezTo>
                      <a:pt x="3286" y="2870"/>
                      <a:pt x="3286" y="2868"/>
                      <a:pt x="3286" y="2865"/>
                    </a:cubicBezTo>
                    <a:cubicBezTo>
                      <a:pt x="3286" y="2862"/>
                      <a:pt x="3286" y="2860"/>
                      <a:pt x="3285" y="2858"/>
                    </a:cubicBezTo>
                    <a:cubicBezTo>
                      <a:pt x="3285" y="2856"/>
                      <a:pt x="3284" y="2854"/>
                      <a:pt x="3283" y="2853"/>
                    </a:cubicBezTo>
                    <a:cubicBezTo>
                      <a:pt x="3283" y="2851"/>
                      <a:pt x="3282" y="2851"/>
                      <a:pt x="3281" y="2850"/>
                    </a:cubicBezTo>
                    <a:cubicBezTo>
                      <a:pt x="3280" y="2849"/>
                      <a:pt x="3278" y="2849"/>
                      <a:pt x="3277" y="2849"/>
                    </a:cubicBezTo>
                    <a:lnTo>
                      <a:pt x="3153" y="2849"/>
                    </a:lnTo>
                    <a:lnTo>
                      <a:pt x="3199" y="2802"/>
                    </a:lnTo>
                    <a:cubicBezTo>
                      <a:pt x="3215" y="2785"/>
                      <a:pt x="3228" y="2770"/>
                      <a:pt x="3238" y="2757"/>
                    </a:cubicBezTo>
                    <a:cubicBezTo>
                      <a:pt x="3247" y="2745"/>
                      <a:pt x="3255" y="2733"/>
                      <a:pt x="3261" y="2722"/>
                    </a:cubicBezTo>
                    <a:cubicBezTo>
                      <a:pt x="3266" y="2712"/>
                      <a:pt x="3269" y="2702"/>
                      <a:pt x="3270" y="2693"/>
                    </a:cubicBezTo>
                    <a:cubicBezTo>
                      <a:pt x="3272" y="2684"/>
                      <a:pt x="3273" y="2675"/>
                      <a:pt x="3273" y="2666"/>
                    </a:cubicBezTo>
                    <a:cubicBezTo>
                      <a:pt x="3273" y="2656"/>
                      <a:pt x="3271" y="2646"/>
                      <a:pt x="3268" y="2637"/>
                    </a:cubicBezTo>
                    <a:cubicBezTo>
                      <a:pt x="3264" y="2628"/>
                      <a:pt x="3259" y="2620"/>
                      <a:pt x="3253" y="2614"/>
                    </a:cubicBezTo>
                    <a:cubicBezTo>
                      <a:pt x="3246" y="2607"/>
                      <a:pt x="3237" y="2602"/>
                      <a:pt x="3227" y="2598"/>
                    </a:cubicBezTo>
                    <a:cubicBezTo>
                      <a:pt x="3217" y="2594"/>
                      <a:pt x="3205" y="2592"/>
                      <a:pt x="3191" y="2592"/>
                    </a:cubicBezTo>
                    <a:close/>
                    <a:moveTo>
                      <a:pt x="351" y="2594"/>
                    </a:moveTo>
                    <a:cubicBezTo>
                      <a:pt x="347" y="2594"/>
                      <a:pt x="343" y="2595"/>
                      <a:pt x="340" y="2595"/>
                    </a:cubicBezTo>
                    <a:cubicBezTo>
                      <a:pt x="336" y="2595"/>
                      <a:pt x="334" y="2595"/>
                      <a:pt x="332" y="2596"/>
                    </a:cubicBezTo>
                    <a:cubicBezTo>
                      <a:pt x="329" y="2597"/>
                      <a:pt x="328" y="2597"/>
                      <a:pt x="326" y="2598"/>
                    </a:cubicBezTo>
                    <a:cubicBezTo>
                      <a:pt x="325" y="2599"/>
                      <a:pt x="324" y="2600"/>
                      <a:pt x="323" y="2601"/>
                    </a:cubicBezTo>
                    <a:lnTo>
                      <a:pt x="220" y="2774"/>
                    </a:lnTo>
                    <a:cubicBezTo>
                      <a:pt x="219" y="2776"/>
                      <a:pt x="219" y="2779"/>
                      <a:pt x="218" y="2780"/>
                    </a:cubicBezTo>
                    <a:cubicBezTo>
                      <a:pt x="217" y="2782"/>
                      <a:pt x="217" y="2784"/>
                      <a:pt x="216" y="2786"/>
                    </a:cubicBezTo>
                    <a:cubicBezTo>
                      <a:pt x="216" y="2788"/>
                      <a:pt x="215" y="2789"/>
                      <a:pt x="215" y="2791"/>
                    </a:cubicBezTo>
                    <a:cubicBezTo>
                      <a:pt x="215" y="2793"/>
                      <a:pt x="215" y="2796"/>
                      <a:pt x="215" y="2799"/>
                    </a:cubicBezTo>
                    <a:cubicBezTo>
                      <a:pt x="215" y="2802"/>
                      <a:pt x="215" y="2806"/>
                      <a:pt x="215" y="2808"/>
                    </a:cubicBezTo>
                    <a:cubicBezTo>
                      <a:pt x="216" y="2810"/>
                      <a:pt x="216" y="2811"/>
                      <a:pt x="217" y="2812"/>
                    </a:cubicBezTo>
                    <a:cubicBezTo>
                      <a:pt x="218" y="2813"/>
                      <a:pt x="219" y="2814"/>
                      <a:pt x="220" y="2815"/>
                    </a:cubicBezTo>
                    <a:cubicBezTo>
                      <a:pt x="222" y="2815"/>
                      <a:pt x="223" y="2816"/>
                      <a:pt x="225" y="2816"/>
                    </a:cubicBezTo>
                    <a:lnTo>
                      <a:pt x="342" y="2816"/>
                    </a:lnTo>
                    <a:lnTo>
                      <a:pt x="342" y="2876"/>
                    </a:lnTo>
                    <a:cubicBezTo>
                      <a:pt x="342" y="2877"/>
                      <a:pt x="343" y="2877"/>
                      <a:pt x="343" y="2878"/>
                    </a:cubicBezTo>
                    <a:cubicBezTo>
                      <a:pt x="344" y="2879"/>
                      <a:pt x="345" y="2880"/>
                      <a:pt x="347" y="2881"/>
                    </a:cubicBezTo>
                    <a:cubicBezTo>
                      <a:pt x="348" y="2882"/>
                      <a:pt x="350" y="2882"/>
                      <a:pt x="352" y="2882"/>
                    </a:cubicBezTo>
                    <a:cubicBezTo>
                      <a:pt x="354" y="2882"/>
                      <a:pt x="357" y="2883"/>
                      <a:pt x="361" y="2883"/>
                    </a:cubicBezTo>
                    <a:cubicBezTo>
                      <a:pt x="364" y="2883"/>
                      <a:pt x="367" y="2882"/>
                      <a:pt x="370" y="2882"/>
                    </a:cubicBezTo>
                    <a:cubicBezTo>
                      <a:pt x="372" y="2882"/>
                      <a:pt x="374" y="2882"/>
                      <a:pt x="376" y="2881"/>
                    </a:cubicBezTo>
                    <a:cubicBezTo>
                      <a:pt x="377" y="2880"/>
                      <a:pt x="378" y="2879"/>
                      <a:pt x="378" y="2878"/>
                    </a:cubicBezTo>
                    <a:cubicBezTo>
                      <a:pt x="379" y="2877"/>
                      <a:pt x="379" y="2877"/>
                      <a:pt x="379" y="2876"/>
                    </a:cubicBezTo>
                    <a:lnTo>
                      <a:pt x="379" y="2816"/>
                    </a:lnTo>
                    <a:lnTo>
                      <a:pt x="412" y="2816"/>
                    </a:lnTo>
                    <a:cubicBezTo>
                      <a:pt x="415" y="2816"/>
                      <a:pt x="417" y="2814"/>
                      <a:pt x="418" y="2811"/>
                    </a:cubicBezTo>
                    <a:cubicBezTo>
                      <a:pt x="420" y="2808"/>
                      <a:pt x="420" y="2805"/>
                      <a:pt x="420" y="2800"/>
                    </a:cubicBezTo>
                    <a:cubicBezTo>
                      <a:pt x="420" y="2794"/>
                      <a:pt x="420" y="2791"/>
                      <a:pt x="418" y="2788"/>
                    </a:cubicBezTo>
                    <a:cubicBezTo>
                      <a:pt x="416" y="2786"/>
                      <a:pt x="414" y="2784"/>
                      <a:pt x="412" y="2784"/>
                    </a:cubicBezTo>
                    <a:lnTo>
                      <a:pt x="379" y="2784"/>
                    </a:lnTo>
                    <a:lnTo>
                      <a:pt x="379" y="2602"/>
                    </a:lnTo>
                    <a:cubicBezTo>
                      <a:pt x="379" y="2601"/>
                      <a:pt x="379" y="2600"/>
                      <a:pt x="377" y="2599"/>
                    </a:cubicBezTo>
                    <a:cubicBezTo>
                      <a:pt x="376" y="2598"/>
                      <a:pt x="374" y="2597"/>
                      <a:pt x="372" y="2596"/>
                    </a:cubicBezTo>
                    <a:cubicBezTo>
                      <a:pt x="370" y="2595"/>
                      <a:pt x="368" y="2596"/>
                      <a:pt x="364" y="2595"/>
                    </a:cubicBezTo>
                    <a:cubicBezTo>
                      <a:pt x="361" y="2595"/>
                      <a:pt x="356" y="2594"/>
                      <a:pt x="351" y="2594"/>
                    </a:cubicBezTo>
                    <a:close/>
                    <a:moveTo>
                      <a:pt x="1296" y="2594"/>
                    </a:moveTo>
                    <a:cubicBezTo>
                      <a:pt x="1291" y="2594"/>
                      <a:pt x="1288" y="2595"/>
                      <a:pt x="1286" y="2598"/>
                    </a:cubicBezTo>
                    <a:cubicBezTo>
                      <a:pt x="1284" y="2600"/>
                      <a:pt x="1282" y="2604"/>
                      <a:pt x="1282" y="2608"/>
                    </a:cubicBezTo>
                    <a:lnTo>
                      <a:pt x="1282" y="2725"/>
                    </a:lnTo>
                    <a:cubicBezTo>
                      <a:pt x="1282" y="2730"/>
                      <a:pt x="1283" y="2734"/>
                      <a:pt x="1285" y="2736"/>
                    </a:cubicBezTo>
                    <a:cubicBezTo>
                      <a:pt x="1287" y="2738"/>
                      <a:pt x="1290" y="2739"/>
                      <a:pt x="1294" y="2739"/>
                    </a:cubicBezTo>
                    <a:cubicBezTo>
                      <a:pt x="1299" y="2739"/>
                      <a:pt x="1305" y="2738"/>
                      <a:pt x="1311" y="2737"/>
                    </a:cubicBezTo>
                    <a:cubicBezTo>
                      <a:pt x="1318" y="2736"/>
                      <a:pt x="1326" y="2736"/>
                      <a:pt x="1335" y="2736"/>
                    </a:cubicBezTo>
                    <a:cubicBezTo>
                      <a:pt x="1348" y="2736"/>
                      <a:pt x="1359" y="2738"/>
                      <a:pt x="1368" y="2740"/>
                    </a:cubicBezTo>
                    <a:cubicBezTo>
                      <a:pt x="1377" y="2742"/>
                      <a:pt x="1384" y="2745"/>
                      <a:pt x="1390" y="2750"/>
                    </a:cubicBezTo>
                    <a:cubicBezTo>
                      <a:pt x="1396" y="2754"/>
                      <a:pt x="1400" y="2760"/>
                      <a:pt x="1403" y="2767"/>
                    </a:cubicBezTo>
                    <a:cubicBezTo>
                      <a:pt x="1406" y="2774"/>
                      <a:pt x="1408" y="2783"/>
                      <a:pt x="1408" y="2792"/>
                    </a:cubicBezTo>
                    <a:cubicBezTo>
                      <a:pt x="1408" y="2803"/>
                      <a:pt x="1406" y="2812"/>
                      <a:pt x="1402" y="2819"/>
                    </a:cubicBezTo>
                    <a:cubicBezTo>
                      <a:pt x="1399" y="2827"/>
                      <a:pt x="1394" y="2833"/>
                      <a:pt x="1388" y="2838"/>
                    </a:cubicBezTo>
                    <a:cubicBezTo>
                      <a:pt x="1382" y="2843"/>
                      <a:pt x="1375" y="2847"/>
                      <a:pt x="1367" y="2849"/>
                    </a:cubicBezTo>
                    <a:cubicBezTo>
                      <a:pt x="1359" y="2852"/>
                      <a:pt x="1350" y="2853"/>
                      <a:pt x="1341" y="2853"/>
                    </a:cubicBezTo>
                    <a:cubicBezTo>
                      <a:pt x="1330" y="2853"/>
                      <a:pt x="1320" y="2852"/>
                      <a:pt x="1312" y="2850"/>
                    </a:cubicBezTo>
                    <a:cubicBezTo>
                      <a:pt x="1305" y="2848"/>
                      <a:pt x="1298" y="2846"/>
                      <a:pt x="1293" y="2844"/>
                    </a:cubicBezTo>
                    <a:cubicBezTo>
                      <a:pt x="1288" y="2842"/>
                      <a:pt x="1284" y="2840"/>
                      <a:pt x="1281" y="2838"/>
                    </a:cubicBezTo>
                    <a:cubicBezTo>
                      <a:pt x="1277" y="2836"/>
                      <a:pt x="1276" y="2835"/>
                      <a:pt x="1274" y="2835"/>
                    </a:cubicBezTo>
                    <a:cubicBezTo>
                      <a:pt x="1273" y="2835"/>
                      <a:pt x="1272" y="2835"/>
                      <a:pt x="1271" y="2836"/>
                    </a:cubicBezTo>
                    <a:cubicBezTo>
                      <a:pt x="1270" y="2837"/>
                      <a:pt x="1270" y="2837"/>
                      <a:pt x="1269" y="2839"/>
                    </a:cubicBezTo>
                    <a:cubicBezTo>
                      <a:pt x="1269" y="2840"/>
                      <a:pt x="1268" y="2841"/>
                      <a:pt x="1268" y="2843"/>
                    </a:cubicBezTo>
                    <a:cubicBezTo>
                      <a:pt x="1268" y="2845"/>
                      <a:pt x="1267" y="2848"/>
                      <a:pt x="1267" y="2850"/>
                    </a:cubicBezTo>
                    <a:cubicBezTo>
                      <a:pt x="1267" y="2853"/>
                      <a:pt x="1268" y="2855"/>
                      <a:pt x="1268" y="2857"/>
                    </a:cubicBezTo>
                    <a:cubicBezTo>
                      <a:pt x="1268" y="2859"/>
                      <a:pt x="1268" y="2860"/>
                      <a:pt x="1268" y="2862"/>
                    </a:cubicBezTo>
                    <a:cubicBezTo>
                      <a:pt x="1269" y="2863"/>
                      <a:pt x="1270" y="2864"/>
                      <a:pt x="1270" y="2865"/>
                    </a:cubicBezTo>
                    <a:cubicBezTo>
                      <a:pt x="1270" y="2866"/>
                      <a:pt x="1271" y="2867"/>
                      <a:pt x="1272" y="2868"/>
                    </a:cubicBezTo>
                    <a:cubicBezTo>
                      <a:pt x="1273" y="2869"/>
                      <a:pt x="1276" y="2870"/>
                      <a:pt x="1280" y="2872"/>
                    </a:cubicBezTo>
                    <a:cubicBezTo>
                      <a:pt x="1284" y="2874"/>
                      <a:pt x="1289" y="2876"/>
                      <a:pt x="1295" y="2877"/>
                    </a:cubicBezTo>
                    <a:cubicBezTo>
                      <a:pt x="1301" y="2879"/>
                      <a:pt x="1308" y="2881"/>
                      <a:pt x="1316" y="2882"/>
                    </a:cubicBezTo>
                    <a:cubicBezTo>
                      <a:pt x="1324" y="2883"/>
                      <a:pt x="1333" y="2884"/>
                      <a:pt x="1341" y="2884"/>
                    </a:cubicBezTo>
                    <a:cubicBezTo>
                      <a:pt x="1357" y="2884"/>
                      <a:pt x="1372" y="2882"/>
                      <a:pt x="1385" y="2877"/>
                    </a:cubicBezTo>
                    <a:cubicBezTo>
                      <a:pt x="1398" y="2873"/>
                      <a:pt x="1409" y="2867"/>
                      <a:pt x="1418" y="2859"/>
                    </a:cubicBezTo>
                    <a:cubicBezTo>
                      <a:pt x="1428" y="2851"/>
                      <a:pt x="1435" y="2841"/>
                      <a:pt x="1440" y="2829"/>
                    </a:cubicBezTo>
                    <a:cubicBezTo>
                      <a:pt x="1445" y="2817"/>
                      <a:pt x="1448" y="2804"/>
                      <a:pt x="1448" y="2788"/>
                    </a:cubicBezTo>
                    <a:cubicBezTo>
                      <a:pt x="1448" y="2776"/>
                      <a:pt x="1445" y="2764"/>
                      <a:pt x="1441" y="2754"/>
                    </a:cubicBezTo>
                    <a:cubicBezTo>
                      <a:pt x="1437" y="2744"/>
                      <a:pt x="1431" y="2735"/>
                      <a:pt x="1423" y="2728"/>
                    </a:cubicBezTo>
                    <a:cubicBezTo>
                      <a:pt x="1414" y="2721"/>
                      <a:pt x="1405" y="2715"/>
                      <a:pt x="1393" y="2712"/>
                    </a:cubicBezTo>
                    <a:cubicBezTo>
                      <a:pt x="1380" y="2708"/>
                      <a:pt x="1366" y="2706"/>
                      <a:pt x="1349" y="2706"/>
                    </a:cubicBezTo>
                    <a:cubicBezTo>
                      <a:pt x="1342" y="2706"/>
                      <a:pt x="1336" y="2706"/>
                      <a:pt x="1331" y="2706"/>
                    </a:cubicBezTo>
                    <a:cubicBezTo>
                      <a:pt x="1325" y="2706"/>
                      <a:pt x="1320" y="2706"/>
                      <a:pt x="1315" y="2707"/>
                    </a:cubicBezTo>
                    <a:lnTo>
                      <a:pt x="1315" y="2628"/>
                    </a:lnTo>
                    <a:lnTo>
                      <a:pt x="1422" y="2628"/>
                    </a:lnTo>
                    <a:cubicBezTo>
                      <a:pt x="1424" y="2628"/>
                      <a:pt x="1426" y="2626"/>
                      <a:pt x="1428" y="2623"/>
                    </a:cubicBezTo>
                    <a:cubicBezTo>
                      <a:pt x="1429" y="2620"/>
                      <a:pt x="1431" y="2616"/>
                      <a:pt x="1431" y="2611"/>
                    </a:cubicBezTo>
                    <a:cubicBezTo>
                      <a:pt x="1431" y="2608"/>
                      <a:pt x="1430" y="2605"/>
                      <a:pt x="1430" y="2603"/>
                    </a:cubicBezTo>
                    <a:cubicBezTo>
                      <a:pt x="1429" y="2601"/>
                      <a:pt x="1429" y="2600"/>
                      <a:pt x="1428" y="2599"/>
                    </a:cubicBezTo>
                    <a:cubicBezTo>
                      <a:pt x="1427" y="2597"/>
                      <a:pt x="1426" y="2596"/>
                      <a:pt x="1425" y="2595"/>
                    </a:cubicBezTo>
                    <a:cubicBezTo>
                      <a:pt x="1424" y="2595"/>
                      <a:pt x="1423" y="2594"/>
                      <a:pt x="1422" y="2594"/>
                    </a:cubicBezTo>
                    <a:lnTo>
                      <a:pt x="1296" y="2594"/>
                    </a:lnTo>
                    <a:close/>
                    <a:moveTo>
                      <a:pt x="3342" y="2596"/>
                    </a:moveTo>
                    <a:cubicBezTo>
                      <a:pt x="3340" y="2596"/>
                      <a:pt x="3339" y="2596"/>
                      <a:pt x="3338" y="2597"/>
                    </a:cubicBezTo>
                    <a:cubicBezTo>
                      <a:pt x="3337" y="2598"/>
                      <a:pt x="3336" y="2598"/>
                      <a:pt x="3336" y="2600"/>
                    </a:cubicBezTo>
                    <a:cubicBezTo>
                      <a:pt x="3335" y="2601"/>
                      <a:pt x="3334" y="2603"/>
                      <a:pt x="3334" y="2605"/>
                    </a:cubicBezTo>
                    <a:cubicBezTo>
                      <a:pt x="3333" y="2607"/>
                      <a:pt x="3334" y="2609"/>
                      <a:pt x="3334" y="2612"/>
                    </a:cubicBezTo>
                    <a:cubicBezTo>
                      <a:pt x="3334" y="2617"/>
                      <a:pt x="3334" y="2621"/>
                      <a:pt x="3336" y="2624"/>
                    </a:cubicBezTo>
                    <a:cubicBezTo>
                      <a:pt x="3337" y="2627"/>
                      <a:pt x="3339" y="2629"/>
                      <a:pt x="3342" y="2629"/>
                    </a:cubicBezTo>
                    <a:lnTo>
                      <a:pt x="3478" y="2629"/>
                    </a:lnTo>
                    <a:lnTo>
                      <a:pt x="3371" y="2871"/>
                    </a:lnTo>
                    <a:cubicBezTo>
                      <a:pt x="3370" y="2873"/>
                      <a:pt x="3369" y="2875"/>
                      <a:pt x="3369" y="2877"/>
                    </a:cubicBezTo>
                    <a:cubicBezTo>
                      <a:pt x="3369" y="2878"/>
                      <a:pt x="3370" y="2879"/>
                      <a:pt x="3371" y="2880"/>
                    </a:cubicBezTo>
                    <a:cubicBezTo>
                      <a:pt x="3372" y="2881"/>
                      <a:pt x="3374" y="2881"/>
                      <a:pt x="3377" y="2882"/>
                    </a:cubicBezTo>
                    <a:cubicBezTo>
                      <a:pt x="3380" y="2882"/>
                      <a:pt x="3383" y="2883"/>
                      <a:pt x="3388" y="2883"/>
                    </a:cubicBezTo>
                    <a:cubicBezTo>
                      <a:pt x="3392" y="2883"/>
                      <a:pt x="3395" y="2882"/>
                      <a:pt x="3398" y="2882"/>
                    </a:cubicBezTo>
                    <a:cubicBezTo>
                      <a:pt x="3401" y="2882"/>
                      <a:pt x="3403" y="2882"/>
                      <a:pt x="3405" y="2881"/>
                    </a:cubicBezTo>
                    <a:cubicBezTo>
                      <a:pt x="3407" y="2880"/>
                      <a:pt x="3408" y="2879"/>
                      <a:pt x="3409" y="2878"/>
                    </a:cubicBezTo>
                    <a:cubicBezTo>
                      <a:pt x="3410" y="2877"/>
                      <a:pt x="3411" y="2876"/>
                      <a:pt x="3411" y="2874"/>
                    </a:cubicBezTo>
                    <a:lnTo>
                      <a:pt x="3515" y="2637"/>
                    </a:lnTo>
                    <a:cubicBezTo>
                      <a:pt x="3515" y="2635"/>
                      <a:pt x="3517" y="2633"/>
                      <a:pt x="3517" y="2631"/>
                    </a:cubicBezTo>
                    <a:cubicBezTo>
                      <a:pt x="3518" y="2629"/>
                      <a:pt x="3518" y="2627"/>
                      <a:pt x="3518" y="2625"/>
                    </a:cubicBezTo>
                    <a:cubicBezTo>
                      <a:pt x="3518" y="2623"/>
                      <a:pt x="3519" y="2621"/>
                      <a:pt x="3519" y="2619"/>
                    </a:cubicBezTo>
                    <a:cubicBezTo>
                      <a:pt x="3519" y="2617"/>
                      <a:pt x="3520" y="2615"/>
                      <a:pt x="3520" y="2612"/>
                    </a:cubicBezTo>
                    <a:cubicBezTo>
                      <a:pt x="3520" y="2609"/>
                      <a:pt x="3519" y="2606"/>
                      <a:pt x="3519" y="2604"/>
                    </a:cubicBezTo>
                    <a:cubicBezTo>
                      <a:pt x="3519" y="2602"/>
                      <a:pt x="3518" y="2600"/>
                      <a:pt x="3517" y="2599"/>
                    </a:cubicBezTo>
                    <a:cubicBezTo>
                      <a:pt x="3516" y="2597"/>
                      <a:pt x="3515" y="2596"/>
                      <a:pt x="3514" y="2596"/>
                    </a:cubicBezTo>
                    <a:cubicBezTo>
                      <a:pt x="3512" y="2596"/>
                      <a:pt x="3510" y="2596"/>
                      <a:pt x="3508" y="2596"/>
                    </a:cubicBezTo>
                    <a:lnTo>
                      <a:pt x="3342" y="2596"/>
                    </a:lnTo>
                    <a:close/>
                    <a:moveTo>
                      <a:pt x="4459" y="2620"/>
                    </a:moveTo>
                    <a:cubicBezTo>
                      <a:pt x="4467" y="2620"/>
                      <a:pt x="4473" y="2621"/>
                      <a:pt x="4479" y="2623"/>
                    </a:cubicBezTo>
                    <a:cubicBezTo>
                      <a:pt x="4485" y="2624"/>
                      <a:pt x="4491" y="2627"/>
                      <a:pt x="4495" y="2630"/>
                    </a:cubicBezTo>
                    <a:cubicBezTo>
                      <a:pt x="4499" y="2634"/>
                      <a:pt x="4502" y="2639"/>
                      <a:pt x="4504" y="2644"/>
                    </a:cubicBezTo>
                    <a:cubicBezTo>
                      <a:pt x="4506" y="2649"/>
                      <a:pt x="4508" y="2654"/>
                      <a:pt x="4508" y="2660"/>
                    </a:cubicBezTo>
                    <a:cubicBezTo>
                      <a:pt x="4508" y="2672"/>
                      <a:pt x="4504" y="2681"/>
                      <a:pt x="4496" y="2690"/>
                    </a:cubicBezTo>
                    <a:cubicBezTo>
                      <a:pt x="4488" y="2700"/>
                      <a:pt x="4477" y="2708"/>
                      <a:pt x="4462" y="2716"/>
                    </a:cubicBezTo>
                    <a:cubicBezTo>
                      <a:pt x="4453" y="2711"/>
                      <a:pt x="4445" y="2707"/>
                      <a:pt x="4439" y="2703"/>
                    </a:cubicBezTo>
                    <a:cubicBezTo>
                      <a:pt x="4432" y="2699"/>
                      <a:pt x="4427" y="2695"/>
                      <a:pt x="4423" y="2690"/>
                    </a:cubicBezTo>
                    <a:cubicBezTo>
                      <a:pt x="4419" y="2686"/>
                      <a:pt x="4415" y="2681"/>
                      <a:pt x="4413" y="2676"/>
                    </a:cubicBezTo>
                    <a:cubicBezTo>
                      <a:pt x="4411" y="2671"/>
                      <a:pt x="4411" y="2666"/>
                      <a:pt x="4411" y="2660"/>
                    </a:cubicBezTo>
                    <a:cubicBezTo>
                      <a:pt x="4411" y="2648"/>
                      <a:pt x="4415" y="2638"/>
                      <a:pt x="4423" y="2630"/>
                    </a:cubicBezTo>
                    <a:cubicBezTo>
                      <a:pt x="4431" y="2623"/>
                      <a:pt x="4443" y="2620"/>
                      <a:pt x="4459" y="2620"/>
                    </a:cubicBezTo>
                    <a:close/>
                    <a:moveTo>
                      <a:pt x="5492" y="2621"/>
                    </a:moveTo>
                    <a:cubicBezTo>
                      <a:pt x="5501" y="2621"/>
                      <a:pt x="5510" y="2623"/>
                      <a:pt x="5517" y="2626"/>
                    </a:cubicBezTo>
                    <a:cubicBezTo>
                      <a:pt x="5524" y="2630"/>
                      <a:pt x="5529" y="2635"/>
                      <a:pt x="5534" y="2643"/>
                    </a:cubicBezTo>
                    <a:cubicBezTo>
                      <a:pt x="5539" y="2651"/>
                      <a:pt x="5543" y="2661"/>
                      <a:pt x="5546" y="2674"/>
                    </a:cubicBezTo>
                    <a:cubicBezTo>
                      <a:pt x="5548" y="2687"/>
                      <a:pt x="5549" y="2702"/>
                      <a:pt x="5549" y="2721"/>
                    </a:cubicBezTo>
                    <a:cubicBezTo>
                      <a:pt x="5542" y="2727"/>
                      <a:pt x="5533" y="2731"/>
                      <a:pt x="5523" y="2735"/>
                    </a:cubicBezTo>
                    <a:cubicBezTo>
                      <a:pt x="5512" y="2738"/>
                      <a:pt x="5501" y="2740"/>
                      <a:pt x="5490" y="2740"/>
                    </a:cubicBezTo>
                    <a:cubicBezTo>
                      <a:pt x="5480" y="2740"/>
                      <a:pt x="5473" y="2738"/>
                      <a:pt x="5466" y="2735"/>
                    </a:cubicBezTo>
                    <a:cubicBezTo>
                      <a:pt x="5460" y="2733"/>
                      <a:pt x="5454" y="2729"/>
                      <a:pt x="5450" y="2724"/>
                    </a:cubicBezTo>
                    <a:cubicBezTo>
                      <a:pt x="5445" y="2719"/>
                      <a:pt x="5443" y="2713"/>
                      <a:pt x="5441" y="2705"/>
                    </a:cubicBezTo>
                    <a:cubicBezTo>
                      <a:pt x="5439" y="2698"/>
                      <a:pt x="5438" y="2690"/>
                      <a:pt x="5438" y="2682"/>
                    </a:cubicBezTo>
                    <a:cubicBezTo>
                      <a:pt x="5438" y="2674"/>
                      <a:pt x="5440" y="2667"/>
                      <a:pt x="5442" y="2660"/>
                    </a:cubicBezTo>
                    <a:cubicBezTo>
                      <a:pt x="5444" y="2652"/>
                      <a:pt x="5446" y="2645"/>
                      <a:pt x="5450" y="2639"/>
                    </a:cubicBezTo>
                    <a:cubicBezTo>
                      <a:pt x="5455" y="2633"/>
                      <a:pt x="5460" y="2629"/>
                      <a:pt x="5467" y="2625"/>
                    </a:cubicBezTo>
                    <a:cubicBezTo>
                      <a:pt x="5474" y="2622"/>
                      <a:pt x="5482" y="2621"/>
                      <a:pt x="5492" y="2621"/>
                    </a:cubicBezTo>
                    <a:close/>
                    <a:moveTo>
                      <a:pt x="6529" y="2622"/>
                    </a:moveTo>
                    <a:cubicBezTo>
                      <a:pt x="6536" y="2622"/>
                      <a:pt x="6542" y="2622"/>
                      <a:pt x="6548" y="2624"/>
                    </a:cubicBezTo>
                    <a:cubicBezTo>
                      <a:pt x="6553" y="2626"/>
                      <a:pt x="6559" y="2629"/>
                      <a:pt x="6563" y="2633"/>
                    </a:cubicBezTo>
                    <a:cubicBezTo>
                      <a:pt x="6568" y="2637"/>
                      <a:pt x="6571" y="2642"/>
                      <a:pt x="6574" y="2648"/>
                    </a:cubicBezTo>
                    <a:cubicBezTo>
                      <a:pt x="6577" y="2654"/>
                      <a:pt x="6580" y="2662"/>
                      <a:pt x="6582" y="2671"/>
                    </a:cubicBezTo>
                    <a:cubicBezTo>
                      <a:pt x="6584" y="2680"/>
                      <a:pt x="6585" y="2690"/>
                      <a:pt x="6586" y="2701"/>
                    </a:cubicBezTo>
                    <a:cubicBezTo>
                      <a:pt x="6587" y="2712"/>
                      <a:pt x="6588" y="2725"/>
                      <a:pt x="6588" y="2739"/>
                    </a:cubicBezTo>
                    <a:cubicBezTo>
                      <a:pt x="6588" y="2750"/>
                      <a:pt x="6588" y="2760"/>
                      <a:pt x="6587" y="2770"/>
                    </a:cubicBezTo>
                    <a:cubicBezTo>
                      <a:pt x="6587" y="2780"/>
                      <a:pt x="6585" y="2789"/>
                      <a:pt x="6584" y="2797"/>
                    </a:cubicBezTo>
                    <a:cubicBezTo>
                      <a:pt x="6582" y="2806"/>
                      <a:pt x="6580" y="2813"/>
                      <a:pt x="6577" y="2820"/>
                    </a:cubicBezTo>
                    <a:cubicBezTo>
                      <a:pt x="6574" y="2827"/>
                      <a:pt x="6570" y="2833"/>
                      <a:pt x="6565" y="2838"/>
                    </a:cubicBezTo>
                    <a:cubicBezTo>
                      <a:pt x="6561" y="2843"/>
                      <a:pt x="6556" y="2847"/>
                      <a:pt x="6549" y="2849"/>
                    </a:cubicBezTo>
                    <a:cubicBezTo>
                      <a:pt x="6543" y="2852"/>
                      <a:pt x="6536" y="2853"/>
                      <a:pt x="6527" y="2853"/>
                    </a:cubicBezTo>
                    <a:cubicBezTo>
                      <a:pt x="6517" y="2853"/>
                      <a:pt x="6508" y="2851"/>
                      <a:pt x="6501" y="2847"/>
                    </a:cubicBezTo>
                    <a:cubicBezTo>
                      <a:pt x="6493" y="2842"/>
                      <a:pt x="6487" y="2836"/>
                      <a:pt x="6482" y="2826"/>
                    </a:cubicBezTo>
                    <a:cubicBezTo>
                      <a:pt x="6478" y="2817"/>
                      <a:pt x="6474" y="2804"/>
                      <a:pt x="6472" y="2789"/>
                    </a:cubicBezTo>
                    <a:cubicBezTo>
                      <a:pt x="6470" y="2774"/>
                      <a:pt x="6468" y="2757"/>
                      <a:pt x="6468" y="2735"/>
                    </a:cubicBezTo>
                    <a:cubicBezTo>
                      <a:pt x="6468" y="2720"/>
                      <a:pt x="6469" y="2704"/>
                      <a:pt x="6471" y="2690"/>
                    </a:cubicBezTo>
                    <a:cubicBezTo>
                      <a:pt x="6472" y="2677"/>
                      <a:pt x="6475" y="2665"/>
                      <a:pt x="6480" y="2654"/>
                    </a:cubicBezTo>
                    <a:cubicBezTo>
                      <a:pt x="6484" y="2644"/>
                      <a:pt x="6490" y="2636"/>
                      <a:pt x="6498" y="2630"/>
                    </a:cubicBezTo>
                    <a:cubicBezTo>
                      <a:pt x="6506" y="2625"/>
                      <a:pt x="6517" y="2622"/>
                      <a:pt x="6529" y="2622"/>
                    </a:cubicBezTo>
                    <a:close/>
                    <a:moveTo>
                      <a:pt x="342" y="2628"/>
                    </a:moveTo>
                    <a:lnTo>
                      <a:pt x="342" y="2784"/>
                    </a:lnTo>
                    <a:lnTo>
                      <a:pt x="250" y="2784"/>
                    </a:lnTo>
                    <a:lnTo>
                      <a:pt x="342" y="2628"/>
                    </a:lnTo>
                    <a:close/>
                    <a:moveTo>
                      <a:pt x="2397" y="2735"/>
                    </a:moveTo>
                    <a:cubicBezTo>
                      <a:pt x="2407" y="2735"/>
                      <a:pt x="2414" y="2736"/>
                      <a:pt x="2421" y="2739"/>
                    </a:cubicBezTo>
                    <a:cubicBezTo>
                      <a:pt x="2428" y="2742"/>
                      <a:pt x="2433" y="2745"/>
                      <a:pt x="2437" y="2750"/>
                    </a:cubicBezTo>
                    <a:cubicBezTo>
                      <a:pt x="2441" y="2754"/>
                      <a:pt x="2444" y="2760"/>
                      <a:pt x="2446" y="2767"/>
                    </a:cubicBezTo>
                    <a:cubicBezTo>
                      <a:pt x="2447" y="2774"/>
                      <a:pt x="2448" y="2782"/>
                      <a:pt x="2448" y="2791"/>
                    </a:cubicBezTo>
                    <a:cubicBezTo>
                      <a:pt x="2448" y="2799"/>
                      <a:pt x="2447" y="2806"/>
                      <a:pt x="2445" y="2814"/>
                    </a:cubicBezTo>
                    <a:cubicBezTo>
                      <a:pt x="2443" y="2821"/>
                      <a:pt x="2440" y="2827"/>
                      <a:pt x="2435" y="2833"/>
                    </a:cubicBezTo>
                    <a:cubicBezTo>
                      <a:pt x="2430" y="2839"/>
                      <a:pt x="2424" y="2845"/>
                      <a:pt x="2417" y="2848"/>
                    </a:cubicBezTo>
                    <a:cubicBezTo>
                      <a:pt x="2411" y="2852"/>
                      <a:pt x="2403" y="2854"/>
                      <a:pt x="2394" y="2854"/>
                    </a:cubicBezTo>
                    <a:cubicBezTo>
                      <a:pt x="2384" y="2854"/>
                      <a:pt x="2376" y="2852"/>
                      <a:pt x="2369" y="2848"/>
                    </a:cubicBezTo>
                    <a:cubicBezTo>
                      <a:pt x="2362" y="2845"/>
                      <a:pt x="2357" y="2839"/>
                      <a:pt x="2352" y="2832"/>
                    </a:cubicBezTo>
                    <a:cubicBezTo>
                      <a:pt x="2348" y="2824"/>
                      <a:pt x="2344" y="2813"/>
                      <a:pt x="2342" y="2801"/>
                    </a:cubicBezTo>
                    <a:cubicBezTo>
                      <a:pt x="2339" y="2788"/>
                      <a:pt x="2337" y="2772"/>
                      <a:pt x="2337" y="2753"/>
                    </a:cubicBezTo>
                    <a:cubicBezTo>
                      <a:pt x="2341" y="2750"/>
                      <a:pt x="2346" y="2748"/>
                      <a:pt x="2350" y="2746"/>
                    </a:cubicBezTo>
                    <a:cubicBezTo>
                      <a:pt x="2355" y="2744"/>
                      <a:pt x="2359" y="2742"/>
                      <a:pt x="2364" y="2740"/>
                    </a:cubicBezTo>
                    <a:cubicBezTo>
                      <a:pt x="2370" y="2738"/>
                      <a:pt x="2375" y="2737"/>
                      <a:pt x="2380" y="2736"/>
                    </a:cubicBezTo>
                    <a:cubicBezTo>
                      <a:pt x="2386" y="2735"/>
                      <a:pt x="2392" y="2735"/>
                      <a:pt x="2397" y="2735"/>
                    </a:cubicBezTo>
                    <a:close/>
                    <a:moveTo>
                      <a:pt x="4456" y="2749"/>
                    </a:moveTo>
                    <a:cubicBezTo>
                      <a:pt x="4466" y="2753"/>
                      <a:pt x="4475" y="2758"/>
                      <a:pt x="4483" y="2763"/>
                    </a:cubicBezTo>
                    <a:cubicBezTo>
                      <a:pt x="4490" y="2767"/>
                      <a:pt x="4496" y="2772"/>
                      <a:pt x="4501" y="2777"/>
                    </a:cubicBezTo>
                    <a:cubicBezTo>
                      <a:pt x="4507" y="2782"/>
                      <a:pt x="4510" y="2786"/>
                      <a:pt x="4513" y="2792"/>
                    </a:cubicBezTo>
                    <a:cubicBezTo>
                      <a:pt x="4515" y="2797"/>
                      <a:pt x="4517" y="2804"/>
                      <a:pt x="4517" y="2810"/>
                    </a:cubicBezTo>
                    <a:cubicBezTo>
                      <a:pt x="4517" y="2824"/>
                      <a:pt x="4512" y="2834"/>
                      <a:pt x="4502" y="2842"/>
                    </a:cubicBezTo>
                    <a:cubicBezTo>
                      <a:pt x="4493" y="2850"/>
                      <a:pt x="4479" y="2854"/>
                      <a:pt x="4460" y="2854"/>
                    </a:cubicBezTo>
                    <a:cubicBezTo>
                      <a:pt x="4441" y="2854"/>
                      <a:pt x="4426" y="2851"/>
                      <a:pt x="4416" y="2843"/>
                    </a:cubicBezTo>
                    <a:cubicBezTo>
                      <a:pt x="4406" y="2835"/>
                      <a:pt x="4402" y="2824"/>
                      <a:pt x="4402" y="2809"/>
                    </a:cubicBezTo>
                    <a:cubicBezTo>
                      <a:pt x="4402" y="2803"/>
                      <a:pt x="4402" y="2797"/>
                      <a:pt x="4404" y="2792"/>
                    </a:cubicBezTo>
                    <a:cubicBezTo>
                      <a:pt x="4407" y="2786"/>
                      <a:pt x="4411" y="2782"/>
                      <a:pt x="4415" y="2777"/>
                    </a:cubicBezTo>
                    <a:cubicBezTo>
                      <a:pt x="4419" y="2772"/>
                      <a:pt x="4425" y="2767"/>
                      <a:pt x="4432" y="2763"/>
                    </a:cubicBezTo>
                    <a:cubicBezTo>
                      <a:pt x="4439" y="2758"/>
                      <a:pt x="4447" y="2753"/>
                      <a:pt x="4456" y="2749"/>
                    </a:cubicBezTo>
                    <a:close/>
                    <a:moveTo>
                      <a:pt x="90" y="3238"/>
                    </a:moveTo>
                    <a:cubicBezTo>
                      <a:pt x="81" y="3238"/>
                      <a:pt x="73" y="3239"/>
                      <a:pt x="64" y="3241"/>
                    </a:cubicBezTo>
                    <a:cubicBezTo>
                      <a:pt x="56" y="3243"/>
                      <a:pt x="49" y="3245"/>
                      <a:pt x="42" y="3248"/>
                    </a:cubicBezTo>
                    <a:cubicBezTo>
                      <a:pt x="36" y="3250"/>
                      <a:pt x="31" y="3252"/>
                      <a:pt x="26" y="3255"/>
                    </a:cubicBezTo>
                    <a:cubicBezTo>
                      <a:pt x="22" y="3258"/>
                      <a:pt x="20" y="3260"/>
                      <a:pt x="19" y="3261"/>
                    </a:cubicBezTo>
                    <a:cubicBezTo>
                      <a:pt x="17" y="3262"/>
                      <a:pt x="16" y="3264"/>
                      <a:pt x="15" y="3265"/>
                    </a:cubicBezTo>
                    <a:cubicBezTo>
                      <a:pt x="14" y="3266"/>
                      <a:pt x="14" y="3267"/>
                      <a:pt x="13" y="3268"/>
                    </a:cubicBezTo>
                    <a:cubicBezTo>
                      <a:pt x="13" y="3269"/>
                      <a:pt x="12" y="3271"/>
                      <a:pt x="12" y="3273"/>
                    </a:cubicBezTo>
                    <a:cubicBezTo>
                      <a:pt x="12" y="3274"/>
                      <a:pt x="12" y="3276"/>
                      <a:pt x="12" y="3279"/>
                    </a:cubicBezTo>
                    <a:cubicBezTo>
                      <a:pt x="12" y="3282"/>
                      <a:pt x="13" y="3285"/>
                      <a:pt x="13" y="3287"/>
                    </a:cubicBezTo>
                    <a:cubicBezTo>
                      <a:pt x="13" y="3289"/>
                      <a:pt x="14" y="3290"/>
                      <a:pt x="14" y="3291"/>
                    </a:cubicBezTo>
                    <a:cubicBezTo>
                      <a:pt x="15" y="3292"/>
                      <a:pt x="15" y="3293"/>
                      <a:pt x="16" y="3294"/>
                    </a:cubicBezTo>
                    <a:cubicBezTo>
                      <a:pt x="17" y="3294"/>
                      <a:pt x="17" y="3294"/>
                      <a:pt x="19" y="3294"/>
                    </a:cubicBezTo>
                    <a:cubicBezTo>
                      <a:pt x="20" y="3294"/>
                      <a:pt x="23" y="3293"/>
                      <a:pt x="26" y="3290"/>
                    </a:cubicBezTo>
                    <a:cubicBezTo>
                      <a:pt x="30" y="3288"/>
                      <a:pt x="35" y="3284"/>
                      <a:pt x="41" y="3281"/>
                    </a:cubicBezTo>
                    <a:cubicBezTo>
                      <a:pt x="46" y="3278"/>
                      <a:pt x="52" y="3276"/>
                      <a:pt x="59" y="3273"/>
                    </a:cubicBezTo>
                    <a:cubicBezTo>
                      <a:pt x="66" y="3271"/>
                      <a:pt x="74" y="3270"/>
                      <a:pt x="83" y="3270"/>
                    </a:cubicBezTo>
                    <a:cubicBezTo>
                      <a:pt x="91" y="3270"/>
                      <a:pt x="97" y="3271"/>
                      <a:pt x="103" y="3273"/>
                    </a:cubicBezTo>
                    <a:cubicBezTo>
                      <a:pt x="109" y="3276"/>
                      <a:pt x="114" y="3278"/>
                      <a:pt x="118" y="3282"/>
                    </a:cubicBezTo>
                    <a:cubicBezTo>
                      <a:pt x="122" y="3286"/>
                      <a:pt x="125" y="3291"/>
                      <a:pt x="127" y="3296"/>
                    </a:cubicBezTo>
                    <a:cubicBezTo>
                      <a:pt x="129" y="3302"/>
                      <a:pt x="130" y="3307"/>
                      <a:pt x="130" y="3313"/>
                    </a:cubicBezTo>
                    <a:cubicBezTo>
                      <a:pt x="130" y="3321"/>
                      <a:pt x="128" y="3329"/>
                      <a:pt x="125" y="3335"/>
                    </a:cubicBezTo>
                    <a:cubicBezTo>
                      <a:pt x="122" y="3342"/>
                      <a:pt x="118" y="3347"/>
                      <a:pt x="113" y="3352"/>
                    </a:cubicBezTo>
                    <a:cubicBezTo>
                      <a:pt x="108" y="3357"/>
                      <a:pt x="101" y="3360"/>
                      <a:pt x="93" y="3362"/>
                    </a:cubicBezTo>
                    <a:cubicBezTo>
                      <a:pt x="86" y="3365"/>
                      <a:pt x="77" y="3367"/>
                      <a:pt x="67" y="3367"/>
                    </a:cubicBezTo>
                    <a:lnTo>
                      <a:pt x="42" y="3367"/>
                    </a:lnTo>
                    <a:cubicBezTo>
                      <a:pt x="41" y="3367"/>
                      <a:pt x="40" y="3367"/>
                      <a:pt x="39" y="3368"/>
                    </a:cubicBezTo>
                    <a:cubicBezTo>
                      <a:pt x="38" y="3368"/>
                      <a:pt x="37" y="3368"/>
                      <a:pt x="36" y="3370"/>
                    </a:cubicBezTo>
                    <a:cubicBezTo>
                      <a:pt x="35" y="3371"/>
                      <a:pt x="35" y="3372"/>
                      <a:pt x="34" y="3374"/>
                    </a:cubicBezTo>
                    <a:cubicBezTo>
                      <a:pt x="34" y="3376"/>
                      <a:pt x="34" y="3378"/>
                      <a:pt x="34" y="3381"/>
                    </a:cubicBezTo>
                    <a:cubicBezTo>
                      <a:pt x="34" y="3384"/>
                      <a:pt x="34" y="3387"/>
                      <a:pt x="34" y="3389"/>
                    </a:cubicBezTo>
                    <a:cubicBezTo>
                      <a:pt x="35" y="3391"/>
                      <a:pt x="35" y="3392"/>
                      <a:pt x="36" y="3393"/>
                    </a:cubicBezTo>
                    <a:cubicBezTo>
                      <a:pt x="37" y="3395"/>
                      <a:pt x="38" y="3395"/>
                      <a:pt x="39" y="3396"/>
                    </a:cubicBezTo>
                    <a:cubicBezTo>
                      <a:pt x="40" y="3396"/>
                      <a:pt x="41" y="3397"/>
                      <a:pt x="42" y="3397"/>
                    </a:cubicBezTo>
                    <a:lnTo>
                      <a:pt x="70" y="3397"/>
                    </a:lnTo>
                    <a:cubicBezTo>
                      <a:pt x="81" y="3397"/>
                      <a:pt x="91" y="3398"/>
                      <a:pt x="100" y="3400"/>
                    </a:cubicBezTo>
                    <a:cubicBezTo>
                      <a:pt x="109" y="3403"/>
                      <a:pt x="116" y="3406"/>
                      <a:pt x="123" y="3411"/>
                    </a:cubicBezTo>
                    <a:cubicBezTo>
                      <a:pt x="129" y="3416"/>
                      <a:pt x="133" y="3421"/>
                      <a:pt x="136" y="3428"/>
                    </a:cubicBezTo>
                    <a:cubicBezTo>
                      <a:pt x="139" y="3434"/>
                      <a:pt x="141" y="3442"/>
                      <a:pt x="141" y="3450"/>
                    </a:cubicBezTo>
                    <a:cubicBezTo>
                      <a:pt x="141" y="3457"/>
                      <a:pt x="140" y="3464"/>
                      <a:pt x="138" y="3470"/>
                    </a:cubicBezTo>
                    <a:cubicBezTo>
                      <a:pt x="135" y="3476"/>
                      <a:pt x="131" y="3481"/>
                      <a:pt x="126" y="3486"/>
                    </a:cubicBezTo>
                    <a:cubicBezTo>
                      <a:pt x="121" y="3490"/>
                      <a:pt x="115" y="3494"/>
                      <a:pt x="108" y="3497"/>
                    </a:cubicBezTo>
                    <a:cubicBezTo>
                      <a:pt x="100" y="3499"/>
                      <a:pt x="92" y="3501"/>
                      <a:pt x="82" y="3501"/>
                    </a:cubicBezTo>
                    <a:cubicBezTo>
                      <a:pt x="72" y="3501"/>
                      <a:pt x="63" y="3500"/>
                      <a:pt x="55" y="3497"/>
                    </a:cubicBezTo>
                    <a:cubicBezTo>
                      <a:pt x="47" y="3495"/>
                      <a:pt x="40" y="3492"/>
                      <a:pt x="34" y="3489"/>
                    </a:cubicBezTo>
                    <a:cubicBezTo>
                      <a:pt x="27" y="3487"/>
                      <a:pt x="22" y="3484"/>
                      <a:pt x="19" y="3482"/>
                    </a:cubicBezTo>
                    <a:cubicBezTo>
                      <a:pt x="15" y="3479"/>
                      <a:pt x="12" y="3478"/>
                      <a:pt x="11" y="3478"/>
                    </a:cubicBezTo>
                    <a:cubicBezTo>
                      <a:pt x="9" y="3478"/>
                      <a:pt x="7" y="3479"/>
                      <a:pt x="6" y="3482"/>
                    </a:cubicBezTo>
                    <a:cubicBezTo>
                      <a:pt x="5" y="3484"/>
                      <a:pt x="4" y="3487"/>
                      <a:pt x="4" y="3492"/>
                    </a:cubicBezTo>
                    <a:cubicBezTo>
                      <a:pt x="4" y="3495"/>
                      <a:pt x="4" y="3498"/>
                      <a:pt x="4" y="3500"/>
                    </a:cubicBezTo>
                    <a:cubicBezTo>
                      <a:pt x="5" y="3502"/>
                      <a:pt x="6" y="3504"/>
                      <a:pt x="6" y="3505"/>
                    </a:cubicBezTo>
                    <a:cubicBezTo>
                      <a:pt x="7" y="3507"/>
                      <a:pt x="6" y="3509"/>
                      <a:pt x="7" y="3510"/>
                    </a:cubicBezTo>
                    <a:cubicBezTo>
                      <a:pt x="8" y="3511"/>
                      <a:pt x="9" y="3511"/>
                      <a:pt x="10" y="3512"/>
                    </a:cubicBezTo>
                    <a:cubicBezTo>
                      <a:pt x="11" y="3513"/>
                      <a:pt x="13" y="3515"/>
                      <a:pt x="18" y="3518"/>
                    </a:cubicBezTo>
                    <a:cubicBezTo>
                      <a:pt x="22" y="3520"/>
                      <a:pt x="28" y="3522"/>
                      <a:pt x="34" y="3524"/>
                    </a:cubicBezTo>
                    <a:cubicBezTo>
                      <a:pt x="41" y="3526"/>
                      <a:pt x="48" y="3528"/>
                      <a:pt x="56" y="3530"/>
                    </a:cubicBezTo>
                    <a:cubicBezTo>
                      <a:pt x="65" y="3532"/>
                      <a:pt x="73" y="3532"/>
                      <a:pt x="83" y="3532"/>
                    </a:cubicBezTo>
                    <a:cubicBezTo>
                      <a:pt x="99" y="3532"/>
                      <a:pt x="113" y="3530"/>
                      <a:pt x="125" y="3526"/>
                    </a:cubicBezTo>
                    <a:cubicBezTo>
                      <a:pt x="138" y="3522"/>
                      <a:pt x="148" y="3516"/>
                      <a:pt x="157" y="3509"/>
                    </a:cubicBezTo>
                    <a:cubicBezTo>
                      <a:pt x="166" y="3501"/>
                      <a:pt x="172" y="3492"/>
                      <a:pt x="176" y="3482"/>
                    </a:cubicBezTo>
                    <a:cubicBezTo>
                      <a:pt x="181" y="3471"/>
                      <a:pt x="183" y="3459"/>
                      <a:pt x="183" y="3446"/>
                    </a:cubicBezTo>
                    <a:cubicBezTo>
                      <a:pt x="183" y="3437"/>
                      <a:pt x="181" y="3429"/>
                      <a:pt x="178" y="3421"/>
                    </a:cubicBezTo>
                    <a:cubicBezTo>
                      <a:pt x="175" y="3413"/>
                      <a:pt x="171" y="3406"/>
                      <a:pt x="165" y="3400"/>
                    </a:cubicBezTo>
                    <a:cubicBezTo>
                      <a:pt x="159" y="3395"/>
                      <a:pt x="152" y="3389"/>
                      <a:pt x="144" y="3385"/>
                    </a:cubicBezTo>
                    <a:cubicBezTo>
                      <a:pt x="136" y="3381"/>
                      <a:pt x="126" y="3379"/>
                      <a:pt x="116" y="3378"/>
                    </a:cubicBezTo>
                    <a:lnTo>
                      <a:pt x="116" y="3377"/>
                    </a:lnTo>
                    <a:cubicBezTo>
                      <a:pt x="125" y="3376"/>
                      <a:pt x="133" y="3374"/>
                      <a:pt x="139" y="3370"/>
                    </a:cubicBezTo>
                    <a:cubicBezTo>
                      <a:pt x="146" y="3365"/>
                      <a:pt x="152" y="3360"/>
                      <a:pt x="156" y="3354"/>
                    </a:cubicBezTo>
                    <a:cubicBezTo>
                      <a:pt x="161" y="3348"/>
                      <a:pt x="164" y="3341"/>
                      <a:pt x="167" y="3333"/>
                    </a:cubicBezTo>
                    <a:cubicBezTo>
                      <a:pt x="169" y="3326"/>
                      <a:pt x="170" y="3318"/>
                      <a:pt x="170" y="3309"/>
                    </a:cubicBezTo>
                    <a:cubicBezTo>
                      <a:pt x="170" y="3298"/>
                      <a:pt x="168" y="3288"/>
                      <a:pt x="165" y="3280"/>
                    </a:cubicBezTo>
                    <a:cubicBezTo>
                      <a:pt x="162" y="3271"/>
                      <a:pt x="157" y="3264"/>
                      <a:pt x="150" y="3258"/>
                    </a:cubicBezTo>
                    <a:cubicBezTo>
                      <a:pt x="143" y="3251"/>
                      <a:pt x="135" y="3247"/>
                      <a:pt x="125" y="3243"/>
                    </a:cubicBezTo>
                    <a:cubicBezTo>
                      <a:pt x="115" y="3240"/>
                      <a:pt x="103" y="3238"/>
                      <a:pt x="90" y="3238"/>
                    </a:cubicBezTo>
                    <a:close/>
                    <a:moveTo>
                      <a:pt x="327" y="3241"/>
                    </a:moveTo>
                    <a:cubicBezTo>
                      <a:pt x="326" y="3241"/>
                      <a:pt x="325" y="3241"/>
                      <a:pt x="324" y="3242"/>
                    </a:cubicBezTo>
                    <a:cubicBezTo>
                      <a:pt x="323" y="3242"/>
                      <a:pt x="322" y="3243"/>
                      <a:pt x="322" y="3243"/>
                    </a:cubicBezTo>
                    <a:lnTo>
                      <a:pt x="256" y="3285"/>
                    </a:lnTo>
                    <a:cubicBezTo>
                      <a:pt x="254" y="3286"/>
                      <a:pt x="254" y="3287"/>
                      <a:pt x="253" y="3287"/>
                    </a:cubicBezTo>
                    <a:cubicBezTo>
                      <a:pt x="252" y="3288"/>
                      <a:pt x="251" y="3290"/>
                      <a:pt x="250" y="3291"/>
                    </a:cubicBezTo>
                    <a:cubicBezTo>
                      <a:pt x="250" y="3292"/>
                      <a:pt x="250" y="3294"/>
                      <a:pt x="250" y="3295"/>
                    </a:cubicBezTo>
                    <a:cubicBezTo>
                      <a:pt x="249" y="3297"/>
                      <a:pt x="250" y="3299"/>
                      <a:pt x="250" y="3302"/>
                    </a:cubicBezTo>
                    <a:cubicBezTo>
                      <a:pt x="250" y="3305"/>
                      <a:pt x="250" y="3308"/>
                      <a:pt x="250" y="3310"/>
                    </a:cubicBezTo>
                    <a:cubicBezTo>
                      <a:pt x="251" y="3313"/>
                      <a:pt x="251" y="3314"/>
                      <a:pt x="252" y="3315"/>
                    </a:cubicBezTo>
                    <a:cubicBezTo>
                      <a:pt x="253" y="3316"/>
                      <a:pt x="255" y="3316"/>
                      <a:pt x="257" y="3316"/>
                    </a:cubicBezTo>
                    <a:cubicBezTo>
                      <a:pt x="258" y="3315"/>
                      <a:pt x="260" y="3315"/>
                      <a:pt x="263" y="3313"/>
                    </a:cubicBezTo>
                    <a:lnTo>
                      <a:pt x="318" y="3280"/>
                    </a:lnTo>
                    <a:lnTo>
                      <a:pt x="318" y="3497"/>
                    </a:lnTo>
                    <a:lnTo>
                      <a:pt x="258" y="3497"/>
                    </a:lnTo>
                    <a:cubicBezTo>
                      <a:pt x="257" y="3497"/>
                      <a:pt x="257" y="3498"/>
                      <a:pt x="256" y="3498"/>
                    </a:cubicBezTo>
                    <a:cubicBezTo>
                      <a:pt x="255" y="3499"/>
                      <a:pt x="254" y="3500"/>
                      <a:pt x="253" y="3501"/>
                    </a:cubicBezTo>
                    <a:cubicBezTo>
                      <a:pt x="252" y="3502"/>
                      <a:pt x="252" y="3504"/>
                      <a:pt x="251" y="3506"/>
                    </a:cubicBezTo>
                    <a:cubicBezTo>
                      <a:pt x="251" y="3508"/>
                      <a:pt x="250" y="3510"/>
                      <a:pt x="250" y="3512"/>
                    </a:cubicBezTo>
                    <a:cubicBezTo>
                      <a:pt x="250" y="3515"/>
                      <a:pt x="251" y="3518"/>
                      <a:pt x="251" y="3519"/>
                    </a:cubicBezTo>
                    <a:cubicBezTo>
                      <a:pt x="252" y="3521"/>
                      <a:pt x="252" y="3524"/>
                      <a:pt x="253" y="3525"/>
                    </a:cubicBezTo>
                    <a:cubicBezTo>
                      <a:pt x="254" y="3526"/>
                      <a:pt x="255" y="3527"/>
                      <a:pt x="256" y="3527"/>
                    </a:cubicBezTo>
                    <a:cubicBezTo>
                      <a:pt x="257" y="3528"/>
                      <a:pt x="257" y="3527"/>
                      <a:pt x="258" y="3527"/>
                    </a:cubicBezTo>
                    <a:lnTo>
                      <a:pt x="407" y="3527"/>
                    </a:lnTo>
                    <a:cubicBezTo>
                      <a:pt x="408" y="3527"/>
                      <a:pt x="410" y="3528"/>
                      <a:pt x="411" y="3527"/>
                    </a:cubicBezTo>
                    <a:cubicBezTo>
                      <a:pt x="412" y="3527"/>
                      <a:pt x="412" y="3526"/>
                      <a:pt x="413" y="3525"/>
                    </a:cubicBezTo>
                    <a:cubicBezTo>
                      <a:pt x="413" y="3524"/>
                      <a:pt x="414" y="3521"/>
                      <a:pt x="415" y="3519"/>
                    </a:cubicBezTo>
                    <a:cubicBezTo>
                      <a:pt x="415" y="3518"/>
                      <a:pt x="415" y="3515"/>
                      <a:pt x="415" y="3512"/>
                    </a:cubicBezTo>
                    <a:cubicBezTo>
                      <a:pt x="415" y="3510"/>
                      <a:pt x="416" y="3508"/>
                      <a:pt x="415" y="3506"/>
                    </a:cubicBezTo>
                    <a:cubicBezTo>
                      <a:pt x="415" y="3504"/>
                      <a:pt x="414" y="3502"/>
                      <a:pt x="414" y="3501"/>
                    </a:cubicBezTo>
                    <a:cubicBezTo>
                      <a:pt x="413" y="3500"/>
                      <a:pt x="412" y="3499"/>
                      <a:pt x="411" y="3498"/>
                    </a:cubicBezTo>
                    <a:cubicBezTo>
                      <a:pt x="410" y="3498"/>
                      <a:pt x="409" y="3497"/>
                      <a:pt x="407" y="3497"/>
                    </a:cubicBezTo>
                    <a:lnTo>
                      <a:pt x="356" y="3497"/>
                    </a:lnTo>
                    <a:lnTo>
                      <a:pt x="356" y="3247"/>
                    </a:lnTo>
                    <a:cubicBezTo>
                      <a:pt x="356" y="3246"/>
                      <a:pt x="356" y="3245"/>
                      <a:pt x="355" y="3244"/>
                    </a:cubicBezTo>
                    <a:cubicBezTo>
                      <a:pt x="355" y="3243"/>
                      <a:pt x="354" y="3243"/>
                      <a:pt x="353" y="3243"/>
                    </a:cubicBezTo>
                    <a:cubicBezTo>
                      <a:pt x="351" y="3242"/>
                      <a:pt x="350" y="3241"/>
                      <a:pt x="347" y="3241"/>
                    </a:cubicBezTo>
                    <a:cubicBezTo>
                      <a:pt x="345" y="3240"/>
                      <a:pt x="342" y="3241"/>
                      <a:pt x="339" y="3241"/>
                    </a:cubicBezTo>
                    <a:cubicBezTo>
                      <a:pt x="336" y="3241"/>
                      <a:pt x="333" y="3241"/>
                      <a:pt x="332" y="3241"/>
                    </a:cubicBezTo>
                    <a:cubicBezTo>
                      <a:pt x="330" y="3241"/>
                      <a:pt x="329" y="3240"/>
                      <a:pt x="327" y="3241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9" name="Today Background">
                <a:extLst>
                  <a:ext uri="{FF2B5EF4-FFF2-40B4-BE49-F238E27FC236}">
                    <a16:creationId xmlns:a16="http://schemas.microsoft.com/office/drawing/2014/main" id="{6E96B869-656C-5490-8207-1CB9FA60F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051" y="2174876"/>
                <a:ext cx="222250" cy="138113"/>
              </a:xfrm>
              <a:prstGeom prst="rect">
                <a:avLst/>
              </a:prstGeom>
              <a:noFill/>
              <a:ln w="0">
                <a:noFill/>
                <a:prstDash val="solid"/>
                <a:miter lim="800000"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0" name="Today">
                <a:extLst>
                  <a:ext uri="{FF2B5EF4-FFF2-40B4-BE49-F238E27FC236}">
                    <a16:creationId xmlns:a16="http://schemas.microsoft.com/office/drawing/2014/main" id="{87768CDC-3EE6-6FEA-DB42-0FC6D4E4B3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1726" y="2212976"/>
                <a:ext cx="85725" cy="63500"/>
              </a:xfrm>
              <a:custGeom>
                <a:avLst/>
                <a:gdLst>
                  <a:gd name="T0" fmla="*/ 275 w 396"/>
                  <a:gd name="T1" fmla="*/ 3 h 289"/>
                  <a:gd name="T2" fmla="*/ 237 w 396"/>
                  <a:gd name="T3" fmla="*/ 17 h 289"/>
                  <a:gd name="T4" fmla="*/ 224 w 396"/>
                  <a:gd name="T5" fmla="*/ 27 h 289"/>
                  <a:gd name="T6" fmla="*/ 223 w 396"/>
                  <a:gd name="T7" fmla="*/ 34 h 289"/>
                  <a:gd name="T8" fmla="*/ 223 w 396"/>
                  <a:gd name="T9" fmla="*/ 49 h 289"/>
                  <a:gd name="T10" fmla="*/ 225 w 396"/>
                  <a:gd name="T11" fmla="*/ 57 h 289"/>
                  <a:gd name="T12" fmla="*/ 237 w 396"/>
                  <a:gd name="T13" fmla="*/ 54 h 289"/>
                  <a:gd name="T14" fmla="*/ 269 w 396"/>
                  <a:gd name="T15" fmla="*/ 37 h 289"/>
                  <a:gd name="T16" fmla="*/ 313 w 396"/>
                  <a:gd name="T17" fmla="*/ 37 h 289"/>
                  <a:gd name="T18" fmla="*/ 336 w 396"/>
                  <a:gd name="T19" fmla="*/ 63 h 289"/>
                  <a:gd name="T20" fmla="*/ 338 w 396"/>
                  <a:gd name="T21" fmla="*/ 101 h 289"/>
                  <a:gd name="T22" fmla="*/ 312 w 396"/>
                  <a:gd name="T23" fmla="*/ 154 h 289"/>
                  <a:gd name="T24" fmla="*/ 225 w 396"/>
                  <a:gd name="T25" fmla="*/ 249 h 289"/>
                  <a:gd name="T26" fmla="*/ 218 w 396"/>
                  <a:gd name="T27" fmla="*/ 259 h 289"/>
                  <a:gd name="T28" fmla="*/ 216 w 396"/>
                  <a:gd name="T29" fmla="*/ 273 h 289"/>
                  <a:gd name="T30" fmla="*/ 220 w 396"/>
                  <a:gd name="T31" fmla="*/ 286 h 289"/>
                  <a:gd name="T32" fmla="*/ 230 w 396"/>
                  <a:gd name="T33" fmla="*/ 289 h 289"/>
                  <a:gd name="T34" fmla="*/ 390 w 396"/>
                  <a:gd name="T35" fmla="*/ 288 h 289"/>
                  <a:gd name="T36" fmla="*/ 395 w 396"/>
                  <a:gd name="T37" fmla="*/ 281 h 289"/>
                  <a:gd name="T38" fmla="*/ 395 w 396"/>
                  <a:gd name="T39" fmla="*/ 266 h 289"/>
                  <a:gd name="T40" fmla="*/ 390 w 396"/>
                  <a:gd name="T41" fmla="*/ 258 h 289"/>
                  <a:gd name="T42" fmla="*/ 262 w 396"/>
                  <a:gd name="T43" fmla="*/ 258 h 289"/>
                  <a:gd name="T44" fmla="*/ 347 w 396"/>
                  <a:gd name="T45" fmla="*/ 166 h 289"/>
                  <a:gd name="T46" fmla="*/ 380 w 396"/>
                  <a:gd name="T47" fmla="*/ 101 h 289"/>
                  <a:gd name="T48" fmla="*/ 377 w 396"/>
                  <a:gd name="T49" fmla="*/ 45 h 289"/>
                  <a:gd name="T50" fmla="*/ 336 w 396"/>
                  <a:gd name="T51" fmla="*/ 6 h 289"/>
                  <a:gd name="T52" fmla="*/ 89 w 396"/>
                  <a:gd name="T53" fmla="*/ 2 h 289"/>
                  <a:gd name="T54" fmla="*/ 78 w 396"/>
                  <a:gd name="T55" fmla="*/ 3 h 289"/>
                  <a:gd name="T56" fmla="*/ 73 w 396"/>
                  <a:gd name="T57" fmla="*/ 4 h 289"/>
                  <a:gd name="T58" fmla="*/ 4 w 396"/>
                  <a:gd name="T59" fmla="*/ 49 h 289"/>
                  <a:gd name="T60" fmla="*/ 1 w 396"/>
                  <a:gd name="T61" fmla="*/ 57 h 289"/>
                  <a:gd name="T62" fmla="*/ 1 w 396"/>
                  <a:gd name="T63" fmla="*/ 72 h 289"/>
                  <a:gd name="T64" fmla="*/ 7 w 396"/>
                  <a:gd name="T65" fmla="*/ 78 h 289"/>
                  <a:gd name="T66" fmla="*/ 69 w 396"/>
                  <a:gd name="T67" fmla="*/ 42 h 289"/>
                  <a:gd name="T68" fmla="*/ 10 w 396"/>
                  <a:gd name="T69" fmla="*/ 259 h 289"/>
                  <a:gd name="T70" fmla="*/ 4 w 396"/>
                  <a:gd name="T71" fmla="*/ 263 h 289"/>
                  <a:gd name="T72" fmla="*/ 2 w 396"/>
                  <a:gd name="T73" fmla="*/ 274 h 289"/>
                  <a:gd name="T74" fmla="*/ 4 w 396"/>
                  <a:gd name="T75" fmla="*/ 286 h 289"/>
                  <a:gd name="T76" fmla="*/ 10 w 396"/>
                  <a:gd name="T77" fmla="*/ 289 h 289"/>
                  <a:gd name="T78" fmla="*/ 162 w 396"/>
                  <a:gd name="T79" fmla="*/ 288 h 289"/>
                  <a:gd name="T80" fmla="*/ 166 w 396"/>
                  <a:gd name="T81" fmla="*/ 281 h 289"/>
                  <a:gd name="T82" fmla="*/ 166 w 396"/>
                  <a:gd name="T83" fmla="*/ 267 h 289"/>
                  <a:gd name="T84" fmla="*/ 162 w 396"/>
                  <a:gd name="T85" fmla="*/ 260 h 289"/>
                  <a:gd name="T86" fmla="*/ 107 w 396"/>
                  <a:gd name="T87" fmla="*/ 259 h 289"/>
                  <a:gd name="T88" fmla="*/ 106 w 396"/>
                  <a:gd name="T89" fmla="*/ 6 h 289"/>
                  <a:gd name="T90" fmla="*/ 98 w 396"/>
                  <a:gd name="T91" fmla="*/ 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96" h="289">
                    <a:moveTo>
                      <a:pt x="300" y="0"/>
                    </a:moveTo>
                    <a:cubicBezTo>
                      <a:pt x="292" y="0"/>
                      <a:pt x="283" y="1"/>
                      <a:pt x="275" y="3"/>
                    </a:cubicBezTo>
                    <a:cubicBezTo>
                      <a:pt x="267" y="4"/>
                      <a:pt x="260" y="6"/>
                      <a:pt x="254" y="9"/>
                    </a:cubicBezTo>
                    <a:cubicBezTo>
                      <a:pt x="247" y="11"/>
                      <a:pt x="241" y="14"/>
                      <a:pt x="237" y="17"/>
                    </a:cubicBezTo>
                    <a:cubicBezTo>
                      <a:pt x="232" y="19"/>
                      <a:pt x="230" y="21"/>
                      <a:pt x="228" y="23"/>
                    </a:cubicBezTo>
                    <a:cubicBezTo>
                      <a:pt x="226" y="25"/>
                      <a:pt x="225" y="26"/>
                      <a:pt x="224" y="27"/>
                    </a:cubicBezTo>
                    <a:cubicBezTo>
                      <a:pt x="224" y="28"/>
                      <a:pt x="223" y="29"/>
                      <a:pt x="223" y="30"/>
                    </a:cubicBezTo>
                    <a:cubicBezTo>
                      <a:pt x="222" y="31"/>
                      <a:pt x="223" y="33"/>
                      <a:pt x="223" y="34"/>
                    </a:cubicBezTo>
                    <a:cubicBezTo>
                      <a:pt x="222" y="36"/>
                      <a:pt x="222" y="38"/>
                      <a:pt x="222" y="41"/>
                    </a:cubicBezTo>
                    <a:cubicBezTo>
                      <a:pt x="222" y="44"/>
                      <a:pt x="222" y="46"/>
                      <a:pt x="223" y="49"/>
                    </a:cubicBezTo>
                    <a:cubicBezTo>
                      <a:pt x="223" y="51"/>
                      <a:pt x="223" y="53"/>
                      <a:pt x="224" y="54"/>
                    </a:cubicBezTo>
                    <a:cubicBezTo>
                      <a:pt x="224" y="55"/>
                      <a:pt x="224" y="56"/>
                      <a:pt x="225" y="57"/>
                    </a:cubicBezTo>
                    <a:cubicBezTo>
                      <a:pt x="226" y="57"/>
                      <a:pt x="228" y="57"/>
                      <a:pt x="229" y="57"/>
                    </a:cubicBezTo>
                    <a:cubicBezTo>
                      <a:pt x="231" y="57"/>
                      <a:pt x="233" y="56"/>
                      <a:pt x="237" y="54"/>
                    </a:cubicBezTo>
                    <a:cubicBezTo>
                      <a:pt x="240" y="51"/>
                      <a:pt x="245" y="48"/>
                      <a:pt x="250" y="45"/>
                    </a:cubicBezTo>
                    <a:cubicBezTo>
                      <a:pt x="255" y="42"/>
                      <a:pt x="261" y="40"/>
                      <a:pt x="269" y="37"/>
                    </a:cubicBezTo>
                    <a:cubicBezTo>
                      <a:pt x="276" y="35"/>
                      <a:pt x="284" y="34"/>
                      <a:pt x="293" y="34"/>
                    </a:cubicBezTo>
                    <a:cubicBezTo>
                      <a:pt x="301" y="34"/>
                      <a:pt x="308" y="35"/>
                      <a:pt x="313" y="37"/>
                    </a:cubicBezTo>
                    <a:cubicBezTo>
                      <a:pt x="319" y="40"/>
                      <a:pt x="324" y="43"/>
                      <a:pt x="328" y="48"/>
                    </a:cubicBezTo>
                    <a:cubicBezTo>
                      <a:pt x="331" y="52"/>
                      <a:pt x="334" y="57"/>
                      <a:pt x="336" y="63"/>
                    </a:cubicBezTo>
                    <a:cubicBezTo>
                      <a:pt x="338" y="68"/>
                      <a:pt x="340" y="74"/>
                      <a:pt x="340" y="80"/>
                    </a:cubicBezTo>
                    <a:cubicBezTo>
                      <a:pt x="340" y="87"/>
                      <a:pt x="339" y="93"/>
                      <a:pt x="338" y="101"/>
                    </a:cubicBezTo>
                    <a:cubicBezTo>
                      <a:pt x="337" y="108"/>
                      <a:pt x="334" y="116"/>
                      <a:pt x="329" y="124"/>
                    </a:cubicBezTo>
                    <a:cubicBezTo>
                      <a:pt x="325" y="133"/>
                      <a:pt x="319" y="143"/>
                      <a:pt x="312" y="154"/>
                    </a:cubicBezTo>
                    <a:cubicBezTo>
                      <a:pt x="304" y="164"/>
                      <a:pt x="294" y="177"/>
                      <a:pt x="281" y="191"/>
                    </a:cubicBezTo>
                    <a:lnTo>
                      <a:pt x="225" y="249"/>
                    </a:lnTo>
                    <a:cubicBezTo>
                      <a:pt x="224" y="251"/>
                      <a:pt x="222" y="252"/>
                      <a:pt x="221" y="254"/>
                    </a:cubicBezTo>
                    <a:cubicBezTo>
                      <a:pt x="220" y="256"/>
                      <a:pt x="219" y="258"/>
                      <a:pt x="218" y="259"/>
                    </a:cubicBezTo>
                    <a:cubicBezTo>
                      <a:pt x="217" y="261"/>
                      <a:pt x="218" y="263"/>
                      <a:pt x="217" y="266"/>
                    </a:cubicBezTo>
                    <a:cubicBezTo>
                      <a:pt x="217" y="268"/>
                      <a:pt x="216" y="270"/>
                      <a:pt x="216" y="273"/>
                    </a:cubicBezTo>
                    <a:cubicBezTo>
                      <a:pt x="216" y="276"/>
                      <a:pt x="217" y="279"/>
                      <a:pt x="217" y="281"/>
                    </a:cubicBezTo>
                    <a:cubicBezTo>
                      <a:pt x="218" y="284"/>
                      <a:pt x="219" y="285"/>
                      <a:pt x="220" y="286"/>
                    </a:cubicBezTo>
                    <a:cubicBezTo>
                      <a:pt x="221" y="287"/>
                      <a:pt x="222" y="288"/>
                      <a:pt x="224" y="288"/>
                    </a:cubicBezTo>
                    <a:cubicBezTo>
                      <a:pt x="225" y="289"/>
                      <a:pt x="228" y="289"/>
                      <a:pt x="230" y="289"/>
                    </a:cubicBezTo>
                    <a:lnTo>
                      <a:pt x="387" y="289"/>
                    </a:lnTo>
                    <a:cubicBezTo>
                      <a:pt x="388" y="289"/>
                      <a:pt x="389" y="289"/>
                      <a:pt x="390" y="288"/>
                    </a:cubicBezTo>
                    <a:cubicBezTo>
                      <a:pt x="391" y="288"/>
                      <a:pt x="392" y="287"/>
                      <a:pt x="393" y="286"/>
                    </a:cubicBezTo>
                    <a:cubicBezTo>
                      <a:pt x="394" y="284"/>
                      <a:pt x="394" y="283"/>
                      <a:pt x="395" y="281"/>
                    </a:cubicBezTo>
                    <a:cubicBezTo>
                      <a:pt x="395" y="278"/>
                      <a:pt x="395" y="276"/>
                      <a:pt x="396" y="273"/>
                    </a:cubicBezTo>
                    <a:cubicBezTo>
                      <a:pt x="396" y="271"/>
                      <a:pt x="395" y="268"/>
                      <a:pt x="395" y="266"/>
                    </a:cubicBezTo>
                    <a:cubicBezTo>
                      <a:pt x="394" y="264"/>
                      <a:pt x="394" y="262"/>
                      <a:pt x="393" y="261"/>
                    </a:cubicBezTo>
                    <a:cubicBezTo>
                      <a:pt x="392" y="260"/>
                      <a:pt x="391" y="259"/>
                      <a:pt x="390" y="258"/>
                    </a:cubicBezTo>
                    <a:cubicBezTo>
                      <a:pt x="389" y="258"/>
                      <a:pt x="388" y="258"/>
                      <a:pt x="387" y="258"/>
                    </a:cubicBezTo>
                    <a:lnTo>
                      <a:pt x="262" y="258"/>
                    </a:lnTo>
                    <a:lnTo>
                      <a:pt x="308" y="210"/>
                    </a:lnTo>
                    <a:cubicBezTo>
                      <a:pt x="325" y="193"/>
                      <a:pt x="337" y="179"/>
                      <a:pt x="347" y="166"/>
                    </a:cubicBezTo>
                    <a:cubicBezTo>
                      <a:pt x="357" y="153"/>
                      <a:pt x="365" y="141"/>
                      <a:pt x="370" y="131"/>
                    </a:cubicBezTo>
                    <a:cubicBezTo>
                      <a:pt x="375" y="120"/>
                      <a:pt x="378" y="111"/>
                      <a:pt x="380" y="101"/>
                    </a:cubicBezTo>
                    <a:cubicBezTo>
                      <a:pt x="381" y="92"/>
                      <a:pt x="382" y="83"/>
                      <a:pt x="382" y="74"/>
                    </a:cubicBezTo>
                    <a:cubicBezTo>
                      <a:pt x="382" y="64"/>
                      <a:pt x="380" y="54"/>
                      <a:pt x="377" y="45"/>
                    </a:cubicBezTo>
                    <a:cubicBezTo>
                      <a:pt x="374" y="36"/>
                      <a:pt x="369" y="29"/>
                      <a:pt x="362" y="22"/>
                    </a:cubicBezTo>
                    <a:cubicBezTo>
                      <a:pt x="355" y="15"/>
                      <a:pt x="347" y="10"/>
                      <a:pt x="336" y="6"/>
                    </a:cubicBezTo>
                    <a:cubicBezTo>
                      <a:pt x="326" y="2"/>
                      <a:pt x="314" y="0"/>
                      <a:pt x="300" y="0"/>
                    </a:cubicBezTo>
                    <a:close/>
                    <a:moveTo>
                      <a:pt x="89" y="2"/>
                    </a:moveTo>
                    <a:cubicBezTo>
                      <a:pt x="87" y="2"/>
                      <a:pt x="85" y="3"/>
                      <a:pt x="83" y="3"/>
                    </a:cubicBezTo>
                    <a:cubicBezTo>
                      <a:pt x="82" y="3"/>
                      <a:pt x="79" y="2"/>
                      <a:pt x="78" y="3"/>
                    </a:cubicBezTo>
                    <a:cubicBezTo>
                      <a:pt x="77" y="3"/>
                      <a:pt x="76" y="3"/>
                      <a:pt x="75" y="4"/>
                    </a:cubicBezTo>
                    <a:cubicBezTo>
                      <a:pt x="74" y="4"/>
                      <a:pt x="73" y="4"/>
                      <a:pt x="73" y="4"/>
                    </a:cubicBezTo>
                    <a:lnTo>
                      <a:pt x="7" y="47"/>
                    </a:lnTo>
                    <a:cubicBezTo>
                      <a:pt x="6" y="48"/>
                      <a:pt x="5" y="49"/>
                      <a:pt x="4" y="49"/>
                    </a:cubicBezTo>
                    <a:cubicBezTo>
                      <a:pt x="3" y="50"/>
                      <a:pt x="3" y="52"/>
                      <a:pt x="2" y="53"/>
                    </a:cubicBezTo>
                    <a:cubicBezTo>
                      <a:pt x="2" y="54"/>
                      <a:pt x="1" y="56"/>
                      <a:pt x="1" y="57"/>
                    </a:cubicBezTo>
                    <a:cubicBezTo>
                      <a:pt x="1" y="59"/>
                      <a:pt x="0" y="61"/>
                      <a:pt x="0" y="64"/>
                    </a:cubicBezTo>
                    <a:cubicBezTo>
                      <a:pt x="0" y="67"/>
                      <a:pt x="1" y="69"/>
                      <a:pt x="1" y="72"/>
                    </a:cubicBezTo>
                    <a:cubicBezTo>
                      <a:pt x="2" y="74"/>
                      <a:pt x="2" y="76"/>
                      <a:pt x="3" y="77"/>
                    </a:cubicBezTo>
                    <a:cubicBezTo>
                      <a:pt x="4" y="78"/>
                      <a:pt x="6" y="78"/>
                      <a:pt x="7" y="78"/>
                    </a:cubicBezTo>
                    <a:cubicBezTo>
                      <a:pt x="9" y="77"/>
                      <a:pt x="12" y="77"/>
                      <a:pt x="15" y="75"/>
                    </a:cubicBezTo>
                    <a:lnTo>
                      <a:pt x="69" y="42"/>
                    </a:lnTo>
                    <a:lnTo>
                      <a:pt x="69" y="259"/>
                    </a:lnTo>
                    <a:lnTo>
                      <a:pt x="10" y="259"/>
                    </a:lnTo>
                    <a:cubicBezTo>
                      <a:pt x="9" y="259"/>
                      <a:pt x="8" y="260"/>
                      <a:pt x="7" y="260"/>
                    </a:cubicBezTo>
                    <a:cubicBezTo>
                      <a:pt x="6" y="261"/>
                      <a:pt x="5" y="262"/>
                      <a:pt x="4" y="263"/>
                    </a:cubicBezTo>
                    <a:cubicBezTo>
                      <a:pt x="3" y="264"/>
                      <a:pt x="3" y="265"/>
                      <a:pt x="2" y="267"/>
                    </a:cubicBezTo>
                    <a:cubicBezTo>
                      <a:pt x="2" y="269"/>
                      <a:pt x="2" y="272"/>
                      <a:pt x="2" y="274"/>
                    </a:cubicBezTo>
                    <a:cubicBezTo>
                      <a:pt x="2" y="277"/>
                      <a:pt x="2" y="279"/>
                      <a:pt x="2" y="281"/>
                    </a:cubicBezTo>
                    <a:cubicBezTo>
                      <a:pt x="3" y="283"/>
                      <a:pt x="3" y="285"/>
                      <a:pt x="4" y="286"/>
                    </a:cubicBezTo>
                    <a:cubicBezTo>
                      <a:pt x="5" y="287"/>
                      <a:pt x="6" y="288"/>
                      <a:pt x="7" y="288"/>
                    </a:cubicBezTo>
                    <a:cubicBezTo>
                      <a:pt x="7" y="289"/>
                      <a:pt x="9" y="289"/>
                      <a:pt x="10" y="289"/>
                    </a:cubicBezTo>
                    <a:lnTo>
                      <a:pt x="159" y="289"/>
                    </a:lnTo>
                    <a:cubicBezTo>
                      <a:pt x="160" y="289"/>
                      <a:pt x="161" y="289"/>
                      <a:pt x="162" y="288"/>
                    </a:cubicBezTo>
                    <a:cubicBezTo>
                      <a:pt x="163" y="288"/>
                      <a:pt x="164" y="287"/>
                      <a:pt x="164" y="286"/>
                    </a:cubicBezTo>
                    <a:cubicBezTo>
                      <a:pt x="165" y="285"/>
                      <a:pt x="166" y="283"/>
                      <a:pt x="166" y="281"/>
                    </a:cubicBezTo>
                    <a:cubicBezTo>
                      <a:pt x="167" y="279"/>
                      <a:pt x="167" y="277"/>
                      <a:pt x="167" y="274"/>
                    </a:cubicBezTo>
                    <a:cubicBezTo>
                      <a:pt x="167" y="272"/>
                      <a:pt x="167" y="269"/>
                      <a:pt x="166" y="267"/>
                    </a:cubicBezTo>
                    <a:cubicBezTo>
                      <a:pt x="166" y="265"/>
                      <a:pt x="165" y="264"/>
                      <a:pt x="164" y="263"/>
                    </a:cubicBezTo>
                    <a:cubicBezTo>
                      <a:pt x="164" y="262"/>
                      <a:pt x="163" y="261"/>
                      <a:pt x="162" y="260"/>
                    </a:cubicBezTo>
                    <a:cubicBezTo>
                      <a:pt x="161" y="260"/>
                      <a:pt x="160" y="259"/>
                      <a:pt x="159" y="259"/>
                    </a:cubicBezTo>
                    <a:lnTo>
                      <a:pt x="107" y="259"/>
                    </a:lnTo>
                    <a:lnTo>
                      <a:pt x="107" y="8"/>
                    </a:lnTo>
                    <a:cubicBezTo>
                      <a:pt x="107" y="7"/>
                      <a:pt x="107" y="7"/>
                      <a:pt x="106" y="6"/>
                    </a:cubicBezTo>
                    <a:cubicBezTo>
                      <a:pt x="106" y="5"/>
                      <a:pt x="105" y="4"/>
                      <a:pt x="104" y="4"/>
                    </a:cubicBezTo>
                    <a:cubicBezTo>
                      <a:pt x="102" y="3"/>
                      <a:pt x="101" y="3"/>
                      <a:pt x="98" y="3"/>
                    </a:cubicBezTo>
                    <a:cubicBezTo>
                      <a:pt x="96" y="2"/>
                      <a:pt x="93" y="2"/>
                      <a:pt x="89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1" name="Next Month">
                <a:extLst>
                  <a:ext uri="{FF2B5EF4-FFF2-40B4-BE49-F238E27FC236}">
                    <a16:creationId xmlns:a16="http://schemas.microsoft.com/office/drawing/2014/main" id="{C16DFFC1-4A9E-0264-4CFA-860BA431E2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3288" y="2633663"/>
                <a:ext cx="1155700" cy="63500"/>
              </a:xfrm>
              <a:custGeom>
                <a:avLst/>
                <a:gdLst>
                  <a:gd name="T0" fmla="*/ 2074 w 5350"/>
                  <a:gd name="T1" fmla="*/ 27 h 294"/>
                  <a:gd name="T2" fmla="*/ 2075 w 5350"/>
                  <a:gd name="T3" fmla="*/ 56 h 294"/>
                  <a:gd name="T4" fmla="*/ 2162 w 5350"/>
                  <a:gd name="T5" fmla="*/ 35 h 294"/>
                  <a:gd name="T6" fmla="*/ 2152 w 5350"/>
                  <a:gd name="T7" fmla="*/ 124 h 294"/>
                  <a:gd name="T8" fmla="*/ 2092 w 5350"/>
                  <a:gd name="T9" fmla="*/ 143 h 294"/>
                  <a:gd name="T10" fmla="*/ 2159 w 5350"/>
                  <a:gd name="T11" fmla="*/ 162 h 294"/>
                  <a:gd name="T12" fmla="*/ 2166 w 5350"/>
                  <a:gd name="T13" fmla="*/ 259 h 294"/>
                  <a:gd name="T14" fmla="*/ 2064 w 5350"/>
                  <a:gd name="T15" fmla="*/ 244 h 294"/>
                  <a:gd name="T16" fmla="*/ 2077 w 5350"/>
                  <a:gd name="T17" fmla="*/ 280 h 294"/>
                  <a:gd name="T18" fmla="*/ 2235 w 5350"/>
                  <a:gd name="T19" fmla="*/ 244 h 294"/>
                  <a:gd name="T20" fmla="*/ 2175 w 5350"/>
                  <a:gd name="T21" fmla="*/ 139 h 294"/>
                  <a:gd name="T22" fmla="*/ 2209 w 5350"/>
                  <a:gd name="T23" fmla="*/ 20 h 294"/>
                  <a:gd name="T24" fmla="*/ 5185 w 5350"/>
                  <a:gd name="T25" fmla="*/ 51 h 294"/>
                  <a:gd name="T26" fmla="*/ 5181 w 5350"/>
                  <a:gd name="T27" fmla="*/ 257 h 294"/>
                  <a:gd name="T28" fmla="*/ 5344 w 5350"/>
                  <a:gd name="T29" fmla="*/ 234 h 294"/>
                  <a:gd name="T30" fmla="*/ 5246 w 5350"/>
                  <a:gd name="T31" fmla="*/ 117 h 294"/>
                  <a:gd name="T32" fmla="*/ 5244 w 5350"/>
                  <a:gd name="T33" fmla="*/ 39 h 294"/>
                  <a:gd name="T34" fmla="*/ 5333 w 5350"/>
                  <a:gd name="T35" fmla="*/ 40 h 294"/>
                  <a:gd name="T36" fmla="*/ 5334 w 5350"/>
                  <a:gd name="T37" fmla="*/ 13 h 294"/>
                  <a:gd name="T38" fmla="*/ 1112 w 5350"/>
                  <a:gd name="T39" fmla="*/ 3 h 294"/>
                  <a:gd name="T40" fmla="*/ 1035 w 5350"/>
                  <a:gd name="T41" fmla="*/ 33 h 294"/>
                  <a:gd name="T42" fmla="*/ 1040 w 5350"/>
                  <a:gd name="T43" fmla="*/ 60 h 294"/>
                  <a:gd name="T44" fmla="*/ 1140 w 5350"/>
                  <a:gd name="T45" fmla="*/ 49 h 294"/>
                  <a:gd name="T46" fmla="*/ 1093 w 5350"/>
                  <a:gd name="T47" fmla="*/ 192 h 294"/>
                  <a:gd name="T48" fmla="*/ 1030 w 5350"/>
                  <a:gd name="T49" fmla="*/ 283 h 294"/>
                  <a:gd name="T50" fmla="*/ 1205 w 5350"/>
                  <a:gd name="T51" fmla="*/ 288 h 294"/>
                  <a:gd name="T52" fmla="*/ 1199 w 5350"/>
                  <a:gd name="T53" fmla="*/ 259 h 294"/>
                  <a:gd name="T54" fmla="*/ 1195 w 5350"/>
                  <a:gd name="T55" fmla="*/ 77 h 294"/>
                  <a:gd name="T56" fmla="*/ 3209 w 5350"/>
                  <a:gd name="T57" fmla="*/ 4 h 294"/>
                  <a:gd name="T58" fmla="*/ 3086 w 5350"/>
                  <a:gd name="T59" fmla="*/ 194 h 294"/>
                  <a:gd name="T60" fmla="*/ 3094 w 5350"/>
                  <a:gd name="T61" fmla="*/ 224 h 294"/>
                  <a:gd name="T62" fmla="*/ 3230 w 5350"/>
                  <a:gd name="T63" fmla="*/ 291 h 294"/>
                  <a:gd name="T64" fmla="*/ 3281 w 5350"/>
                  <a:gd name="T65" fmla="*/ 224 h 294"/>
                  <a:gd name="T66" fmla="*/ 3249 w 5350"/>
                  <a:gd name="T67" fmla="*/ 11 h 294"/>
                  <a:gd name="T68" fmla="*/ 4149 w 5350"/>
                  <a:gd name="T69" fmla="*/ 6 h 294"/>
                  <a:gd name="T70" fmla="*/ 4199 w 5350"/>
                  <a:gd name="T71" fmla="*/ 144 h 294"/>
                  <a:gd name="T72" fmla="*/ 4252 w 5350"/>
                  <a:gd name="T73" fmla="*/ 246 h 294"/>
                  <a:gd name="T74" fmla="*/ 4138 w 5350"/>
                  <a:gd name="T75" fmla="*/ 243 h 294"/>
                  <a:gd name="T76" fmla="*/ 4132 w 5350"/>
                  <a:gd name="T77" fmla="*/ 270 h 294"/>
                  <a:gd name="T78" fmla="*/ 4205 w 5350"/>
                  <a:gd name="T79" fmla="*/ 292 h 294"/>
                  <a:gd name="T80" fmla="*/ 4287 w 5350"/>
                  <a:gd name="T81" fmla="*/ 136 h 294"/>
                  <a:gd name="T82" fmla="*/ 4286 w 5350"/>
                  <a:gd name="T83" fmla="*/ 35 h 294"/>
                  <a:gd name="T84" fmla="*/ 4286 w 5350"/>
                  <a:gd name="T85" fmla="*/ 3 h 294"/>
                  <a:gd name="T86" fmla="*/ 7 w 5350"/>
                  <a:gd name="T87" fmla="*/ 49 h 294"/>
                  <a:gd name="T88" fmla="*/ 3 w 5350"/>
                  <a:gd name="T89" fmla="*/ 78 h 294"/>
                  <a:gd name="T90" fmla="*/ 7 w 5350"/>
                  <a:gd name="T91" fmla="*/ 261 h 294"/>
                  <a:gd name="T92" fmla="*/ 7 w 5350"/>
                  <a:gd name="T93" fmla="*/ 290 h 294"/>
                  <a:gd name="T94" fmla="*/ 166 w 5350"/>
                  <a:gd name="T95" fmla="*/ 276 h 294"/>
                  <a:gd name="T96" fmla="*/ 107 w 5350"/>
                  <a:gd name="T97" fmla="*/ 10 h 294"/>
                  <a:gd name="T98" fmla="*/ 3212 w 5350"/>
                  <a:gd name="T99" fmla="*/ 36 h 294"/>
                  <a:gd name="T100" fmla="*/ 5284 w 5350"/>
                  <a:gd name="T101" fmla="*/ 148 h 294"/>
                  <a:gd name="T102" fmla="*/ 5281 w 5350"/>
                  <a:gd name="T103" fmla="*/ 258 h 294"/>
                  <a:gd name="T104" fmla="*/ 5214 w 5350"/>
                  <a:gd name="T105" fmla="*/ 15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350" h="294">
                    <a:moveTo>
                      <a:pt x="2149" y="0"/>
                    </a:moveTo>
                    <a:cubicBezTo>
                      <a:pt x="2140" y="0"/>
                      <a:pt x="2131" y="1"/>
                      <a:pt x="2122" y="3"/>
                    </a:cubicBezTo>
                    <a:cubicBezTo>
                      <a:pt x="2114" y="5"/>
                      <a:pt x="2108" y="7"/>
                      <a:pt x="2101" y="10"/>
                    </a:cubicBezTo>
                    <a:cubicBezTo>
                      <a:pt x="2095" y="12"/>
                      <a:pt x="2090" y="14"/>
                      <a:pt x="2085" y="17"/>
                    </a:cubicBezTo>
                    <a:cubicBezTo>
                      <a:pt x="2081" y="20"/>
                      <a:pt x="2078" y="22"/>
                      <a:pt x="2077" y="23"/>
                    </a:cubicBezTo>
                    <a:cubicBezTo>
                      <a:pt x="2075" y="24"/>
                      <a:pt x="2075" y="26"/>
                      <a:pt x="2074" y="27"/>
                    </a:cubicBezTo>
                    <a:cubicBezTo>
                      <a:pt x="2073" y="28"/>
                      <a:pt x="2073" y="29"/>
                      <a:pt x="2072" y="30"/>
                    </a:cubicBezTo>
                    <a:cubicBezTo>
                      <a:pt x="2072" y="31"/>
                      <a:pt x="2071" y="33"/>
                      <a:pt x="2071" y="35"/>
                    </a:cubicBezTo>
                    <a:cubicBezTo>
                      <a:pt x="2071" y="36"/>
                      <a:pt x="2071" y="38"/>
                      <a:pt x="2071" y="41"/>
                    </a:cubicBezTo>
                    <a:cubicBezTo>
                      <a:pt x="2071" y="44"/>
                      <a:pt x="2071" y="47"/>
                      <a:pt x="2071" y="49"/>
                    </a:cubicBezTo>
                    <a:cubicBezTo>
                      <a:pt x="2072" y="51"/>
                      <a:pt x="2072" y="52"/>
                      <a:pt x="2072" y="53"/>
                    </a:cubicBezTo>
                    <a:cubicBezTo>
                      <a:pt x="2073" y="54"/>
                      <a:pt x="2074" y="55"/>
                      <a:pt x="2075" y="56"/>
                    </a:cubicBezTo>
                    <a:cubicBezTo>
                      <a:pt x="2076" y="56"/>
                      <a:pt x="2076" y="56"/>
                      <a:pt x="2078" y="56"/>
                    </a:cubicBezTo>
                    <a:cubicBezTo>
                      <a:pt x="2079" y="56"/>
                      <a:pt x="2081" y="55"/>
                      <a:pt x="2085" y="52"/>
                    </a:cubicBezTo>
                    <a:cubicBezTo>
                      <a:pt x="2088" y="50"/>
                      <a:pt x="2093" y="46"/>
                      <a:pt x="2099" y="43"/>
                    </a:cubicBezTo>
                    <a:cubicBezTo>
                      <a:pt x="2104" y="40"/>
                      <a:pt x="2111" y="38"/>
                      <a:pt x="2118" y="35"/>
                    </a:cubicBezTo>
                    <a:cubicBezTo>
                      <a:pt x="2125" y="33"/>
                      <a:pt x="2132" y="32"/>
                      <a:pt x="2141" y="32"/>
                    </a:cubicBezTo>
                    <a:cubicBezTo>
                      <a:pt x="2149" y="32"/>
                      <a:pt x="2156" y="33"/>
                      <a:pt x="2162" y="35"/>
                    </a:cubicBezTo>
                    <a:cubicBezTo>
                      <a:pt x="2168" y="38"/>
                      <a:pt x="2172" y="40"/>
                      <a:pt x="2176" y="44"/>
                    </a:cubicBezTo>
                    <a:cubicBezTo>
                      <a:pt x="2180" y="48"/>
                      <a:pt x="2183" y="53"/>
                      <a:pt x="2185" y="58"/>
                    </a:cubicBezTo>
                    <a:cubicBezTo>
                      <a:pt x="2187" y="64"/>
                      <a:pt x="2188" y="69"/>
                      <a:pt x="2188" y="75"/>
                    </a:cubicBezTo>
                    <a:cubicBezTo>
                      <a:pt x="2188" y="83"/>
                      <a:pt x="2187" y="91"/>
                      <a:pt x="2184" y="97"/>
                    </a:cubicBezTo>
                    <a:cubicBezTo>
                      <a:pt x="2181" y="104"/>
                      <a:pt x="2177" y="109"/>
                      <a:pt x="2172" y="114"/>
                    </a:cubicBezTo>
                    <a:cubicBezTo>
                      <a:pt x="2167" y="119"/>
                      <a:pt x="2159" y="122"/>
                      <a:pt x="2152" y="124"/>
                    </a:cubicBezTo>
                    <a:cubicBezTo>
                      <a:pt x="2144" y="127"/>
                      <a:pt x="2136" y="129"/>
                      <a:pt x="2126" y="129"/>
                    </a:cubicBezTo>
                    <a:lnTo>
                      <a:pt x="2100" y="129"/>
                    </a:lnTo>
                    <a:cubicBezTo>
                      <a:pt x="2099" y="129"/>
                      <a:pt x="2098" y="129"/>
                      <a:pt x="2097" y="130"/>
                    </a:cubicBezTo>
                    <a:cubicBezTo>
                      <a:pt x="2096" y="130"/>
                      <a:pt x="2095" y="130"/>
                      <a:pt x="2094" y="132"/>
                    </a:cubicBezTo>
                    <a:cubicBezTo>
                      <a:pt x="2093" y="133"/>
                      <a:pt x="2093" y="134"/>
                      <a:pt x="2092" y="136"/>
                    </a:cubicBezTo>
                    <a:cubicBezTo>
                      <a:pt x="2092" y="138"/>
                      <a:pt x="2092" y="140"/>
                      <a:pt x="2092" y="143"/>
                    </a:cubicBezTo>
                    <a:cubicBezTo>
                      <a:pt x="2092" y="146"/>
                      <a:pt x="2092" y="149"/>
                      <a:pt x="2092" y="151"/>
                    </a:cubicBezTo>
                    <a:cubicBezTo>
                      <a:pt x="2093" y="153"/>
                      <a:pt x="2094" y="154"/>
                      <a:pt x="2095" y="155"/>
                    </a:cubicBezTo>
                    <a:cubicBezTo>
                      <a:pt x="2096" y="157"/>
                      <a:pt x="2097" y="157"/>
                      <a:pt x="2098" y="158"/>
                    </a:cubicBezTo>
                    <a:cubicBezTo>
                      <a:pt x="2099" y="158"/>
                      <a:pt x="2100" y="159"/>
                      <a:pt x="2101" y="159"/>
                    </a:cubicBezTo>
                    <a:lnTo>
                      <a:pt x="2128" y="159"/>
                    </a:lnTo>
                    <a:cubicBezTo>
                      <a:pt x="2139" y="159"/>
                      <a:pt x="2150" y="160"/>
                      <a:pt x="2159" y="162"/>
                    </a:cubicBezTo>
                    <a:cubicBezTo>
                      <a:pt x="2168" y="165"/>
                      <a:pt x="2175" y="168"/>
                      <a:pt x="2181" y="173"/>
                    </a:cubicBezTo>
                    <a:cubicBezTo>
                      <a:pt x="2187" y="178"/>
                      <a:pt x="2192" y="183"/>
                      <a:pt x="2195" y="190"/>
                    </a:cubicBezTo>
                    <a:cubicBezTo>
                      <a:pt x="2198" y="196"/>
                      <a:pt x="2199" y="204"/>
                      <a:pt x="2199" y="212"/>
                    </a:cubicBezTo>
                    <a:cubicBezTo>
                      <a:pt x="2199" y="219"/>
                      <a:pt x="2198" y="226"/>
                      <a:pt x="2196" y="232"/>
                    </a:cubicBezTo>
                    <a:cubicBezTo>
                      <a:pt x="2193" y="238"/>
                      <a:pt x="2189" y="243"/>
                      <a:pt x="2184" y="248"/>
                    </a:cubicBezTo>
                    <a:cubicBezTo>
                      <a:pt x="2179" y="252"/>
                      <a:pt x="2173" y="256"/>
                      <a:pt x="2166" y="259"/>
                    </a:cubicBezTo>
                    <a:cubicBezTo>
                      <a:pt x="2158" y="261"/>
                      <a:pt x="2150" y="263"/>
                      <a:pt x="2140" y="263"/>
                    </a:cubicBezTo>
                    <a:cubicBezTo>
                      <a:pt x="2130" y="263"/>
                      <a:pt x="2122" y="262"/>
                      <a:pt x="2114" y="259"/>
                    </a:cubicBezTo>
                    <a:cubicBezTo>
                      <a:pt x="2106" y="257"/>
                      <a:pt x="2098" y="254"/>
                      <a:pt x="2092" y="251"/>
                    </a:cubicBezTo>
                    <a:cubicBezTo>
                      <a:pt x="2086" y="249"/>
                      <a:pt x="2081" y="246"/>
                      <a:pt x="2077" y="244"/>
                    </a:cubicBezTo>
                    <a:cubicBezTo>
                      <a:pt x="2073" y="241"/>
                      <a:pt x="2070" y="240"/>
                      <a:pt x="2069" y="240"/>
                    </a:cubicBezTo>
                    <a:cubicBezTo>
                      <a:pt x="2067" y="240"/>
                      <a:pt x="2065" y="241"/>
                      <a:pt x="2064" y="244"/>
                    </a:cubicBezTo>
                    <a:cubicBezTo>
                      <a:pt x="2063" y="246"/>
                      <a:pt x="2063" y="249"/>
                      <a:pt x="2063" y="254"/>
                    </a:cubicBezTo>
                    <a:cubicBezTo>
                      <a:pt x="2063" y="257"/>
                      <a:pt x="2063" y="260"/>
                      <a:pt x="2063" y="262"/>
                    </a:cubicBezTo>
                    <a:cubicBezTo>
                      <a:pt x="2064" y="264"/>
                      <a:pt x="2064" y="266"/>
                      <a:pt x="2064" y="267"/>
                    </a:cubicBezTo>
                    <a:cubicBezTo>
                      <a:pt x="2065" y="269"/>
                      <a:pt x="2065" y="271"/>
                      <a:pt x="2066" y="272"/>
                    </a:cubicBezTo>
                    <a:cubicBezTo>
                      <a:pt x="2067" y="273"/>
                      <a:pt x="2068" y="273"/>
                      <a:pt x="2069" y="274"/>
                    </a:cubicBezTo>
                    <a:cubicBezTo>
                      <a:pt x="2070" y="275"/>
                      <a:pt x="2072" y="277"/>
                      <a:pt x="2077" y="280"/>
                    </a:cubicBezTo>
                    <a:cubicBezTo>
                      <a:pt x="2081" y="282"/>
                      <a:pt x="2086" y="284"/>
                      <a:pt x="2092" y="286"/>
                    </a:cubicBezTo>
                    <a:cubicBezTo>
                      <a:pt x="2099" y="288"/>
                      <a:pt x="2106" y="290"/>
                      <a:pt x="2115" y="292"/>
                    </a:cubicBezTo>
                    <a:cubicBezTo>
                      <a:pt x="2123" y="294"/>
                      <a:pt x="2132" y="294"/>
                      <a:pt x="2142" y="294"/>
                    </a:cubicBezTo>
                    <a:cubicBezTo>
                      <a:pt x="2158" y="294"/>
                      <a:pt x="2172" y="292"/>
                      <a:pt x="2184" y="288"/>
                    </a:cubicBezTo>
                    <a:cubicBezTo>
                      <a:pt x="2197" y="284"/>
                      <a:pt x="2207" y="278"/>
                      <a:pt x="2215" y="271"/>
                    </a:cubicBezTo>
                    <a:cubicBezTo>
                      <a:pt x="2224" y="263"/>
                      <a:pt x="2231" y="254"/>
                      <a:pt x="2235" y="244"/>
                    </a:cubicBezTo>
                    <a:cubicBezTo>
                      <a:pt x="2240" y="233"/>
                      <a:pt x="2242" y="221"/>
                      <a:pt x="2242" y="208"/>
                    </a:cubicBezTo>
                    <a:cubicBezTo>
                      <a:pt x="2242" y="199"/>
                      <a:pt x="2240" y="191"/>
                      <a:pt x="2237" y="183"/>
                    </a:cubicBezTo>
                    <a:cubicBezTo>
                      <a:pt x="2234" y="175"/>
                      <a:pt x="2229" y="168"/>
                      <a:pt x="2223" y="162"/>
                    </a:cubicBezTo>
                    <a:cubicBezTo>
                      <a:pt x="2217" y="157"/>
                      <a:pt x="2210" y="151"/>
                      <a:pt x="2202" y="147"/>
                    </a:cubicBezTo>
                    <a:cubicBezTo>
                      <a:pt x="2194" y="143"/>
                      <a:pt x="2185" y="141"/>
                      <a:pt x="2175" y="140"/>
                    </a:cubicBezTo>
                    <a:lnTo>
                      <a:pt x="2175" y="139"/>
                    </a:lnTo>
                    <a:cubicBezTo>
                      <a:pt x="2184" y="138"/>
                      <a:pt x="2192" y="136"/>
                      <a:pt x="2198" y="132"/>
                    </a:cubicBezTo>
                    <a:cubicBezTo>
                      <a:pt x="2205" y="127"/>
                      <a:pt x="2211" y="122"/>
                      <a:pt x="2215" y="116"/>
                    </a:cubicBezTo>
                    <a:cubicBezTo>
                      <a:pt x="2220" y="110"/>
                      <a:pt x="2222" y="103"/>
                      <a:pt x="2225" y="95"/>
                    </a:cubicBezTo>
                    <a:cubicBezTo>
                      <a:pt x="2227" y="88"/>
                      <a:pt x="2228" y="80"/>
                      <a:pt x="2228" y="71"/>
                    </a:cubicBezTo>
                    <a:cubicBezTo>
                      <a:pt x="2228" y="60"/>
                      <a:pt x="2227" y="50"/>
                      <a:pt x="2224" y="42"/>
                    </a:cubicBezTo>
                    <a:cubicBezTo>
                      <a:pt x="2221" y="33"/>
                      <a:pt x="2216" y="26"/>
                      <a:pt x="2209" y="20"/>
                    </a:cubicBezTo>
                    <a:cubicBezTo>
                      <a:pt x="2202" y="13"/>
                      <a:pt x="2193" y="9"/>
                      <a:pt x="2183" y="5"/>
                    </a:cubicBezTo>
                    <a:cubicBezTo>
                      <a:pt x="2173" y="2"/>
                      <a:pt x="2162" y="0"/>
                      <a:pt x="2149" y="0"/>
                    </a:cubicBezTo>
                    <a:close/>
                    <a:moveTo>
                      <a:pt x="5281" y="0"/>
                    </a:moveTo>
                    <a:cubicBezTo>
                      <a:pt x="5265" y="0"/>
                      <a:pt x="5251" y="3"/>
                      <a:pt x="5238" y="7"/>
                    </a:cubicBezTo>
                    <a:cubicBezTo>
                      <a:pt x="5226" y="12"/>
                      <a:pt x="5215" y="17"/>
                      <a:pt x="5207" y="25"/>
                    </a:cubicBezTo>
                    <a:cubicBezTo>
                      <a:pt x="5198" y="32"/>
                      <a:pt x="5191" y="41"/>
                      <a:pt x="5185" y="51"/>
                    </a:cubicBezTo>
                    <a:cubicBezTo>
                      <a:pt x="5180" y="61"/>
                      <a:pt x="5175" y="73"/>
                      <a:pt x="5171" y="85"/>
                    </a:cubicBezTo>
                    <a:cubicBezTo>
                      <a:pt x="5168" y="96"/>
                      <a:pt x="5166" y="108"/>
                      <a:pt x="5164" y="121"/>
                    </a:cubicBezTo>
                    <a:cubicBezTo>
                      <a:pt x="5163" y="133"/>
                      <a:pt x="5163" y="146"/>
                      <a:pt x="5163" y="158"/>
                    </a:cubicBezTo>
                    <a:cubicBezTo>
                      <a:pt x="5163" y="172"/>
                      <a:pt x="5163" y="185"/>
                      <a:pt x="5164" y="197"/>
                    </a:cubicBezTo>
                    <a:cubicBezTo>
                      <a:pt x="5165" y="209"/>
                      <a:pt x="5167" y="219"/>
                      <a:pt x="5170" y="229"/>
                    </a:cubicBezTo>
                    <a:cubicBezTo>
                      <a:pt x="5172" y="240"/>
                      <a:pt x="5177" y="249"/>
                      <a:pt x="5181" y="257"/>
                    </a:cubicBezTo>
                    <a:cubicBezTo>
                      <a:pt x="5186" y="265"/>
                      <a:pt x="5191" y="272"/>
                      <a:pt x="5198" y="277"/>
                    </a:cubicBezTo>
                    <a:cubicBezTo>
                      <a:pt x="5205" y="282"/>
                      <a:pt x="5213" y="286"/>
                      <a:pt x="5222" y="289"/>
                    </a:cubicBezTo>
                    <a:cubicBezTo>
                      <a:pt x="5231" y="292"/>
                      <a:pt x="5241" y="294"/>
                      <a:pt x="5253" y="294"/>
                    </a:cubicBezTo>
                    <a:cubicBezTo>
                      <a:pt x="5270" y="294"/>
                      <a:pt x="5284" y="291"/>
                      <a:pt x="5297" y="286"/>
                    </a:cubicBezTo>
                    <a:cubicBezTo>
                      <a:pt x="5309" y="280"/>
                      <a:pt x="5319" y="274"/>
                      <a:pt x="5327" y="265"/>
                    </a:cubicBezTo>
                    <a:cubicBezTo>
                      <a:pt x="5335" y="256"/>
                      <a:pt x="5340" y="246"/>
                      <a:pt x="5344" y="234"/>
                    </a:cubicBezTo>
                    <a:cubicBezTo>
                      <a:pt x="5348" y="222"/>
                      <a:pt x="5350" y="210"/>
                      <a:pt x="5350" y="198"/>
                    </a:cubicBezTo>
                    <a:cubicBezTo>
                      <a:pt x="5350" y="186"/>
                      <a:pt x="5349" y="174"/>
                      <a:pt x="5346" y="164"/>
                    </a:cubicBezTo>
                    <a:cubicBezTo>
                      <a:pt x="5343" y="154"/>
                      <a:pt x="5338" y="146"/>
                      <a:pt x="5332" y="139"/>
                    </a:cubicBezTo>
                    <a:cubicBezTo>
                      <a:pt x="5325" y="131"/>
                      <a:pt x="5317" y="125"/>
                      <a:pt x="5306" y="121"/>
                    </a:cubicBezTo>
                    <a:cubicBezTo>
                      <a:pt x="5296" y="117"/>
                      <a:pt x="5282" y="115"/>
                      <a:pt x="5267" y="115"/>
                    </a:cubicBezTo>
                    <a:cubicBezTo>
                      <a:pt x="5259" y="115"/>
                      <a:pt x="5253" y="115"/>
                      <a:pt x="5246" y="117"/>
                    </a:cubicBezTo>
                    <a:cubicBezTo>
                      <a:pt x="5240" y="118"/>
                      <a:pt x="5234" y="119"/>
                      <a:pt x="5229" y="121"/>
                    </a:cubicBezTo>
                    <a:cubicBezTo>
                      <a:pt x="5223" y="123"/>
                      <a:pt x="5218" y="124"/>
                      <a:pt x="5213" y="126"/>
                    </a:cubicBezTo>
                    <a:cubicBezTo>
                      <a:pt x="5208" y="128"/>
                      <a:pt x="5204" y="131"/>
                      <a:pt x="5200" y="133"/>
                    </a:cubicBezTo>
                    <a:cubicBezTo>
                      <a:pt x="5201" y="120"/>
                      <a:pt x="5202" y="107"/>
                      <a:pt x="5205" y="94"/>
                    </a:cubicBezTo>
                    <a:cubicBezTo>
                      <a:pt x="5208" y="82"/>
                      <a:pt x="5213" y="71"/>
                      <a:pt x="5219" y="62"/>
                    </a:cubicBezTo>
                    <a:cubicBezTo>
                      <a:pt x="5225" y="52"/>
                      <a:pt x="5234" y="45"/>
                      <a:pt x="5244" y="39"/>
                    </a:cubicBezTo>
                    <a:cubicBezTo>
                      <a:pt x="5254" y="33"/>
                      <a:pt x="5265" y="31"/>
                      <a:pt x="5279" y="31"/>
                    </a:cubicBezTo>
                    <a:cubicBezTo>
                      <a:pt x="5286" y="31"/>
                      <a:pt x="5293" y="31"/>
                      <a:pt x="5298" y="32"/>
                    </a:cubicBezTo>
                    <a:cubicBezTo>
                      <a:pt x="5304" y="33"/>
                      <a:pt x="5309" y="34"/>
                      <a:pt x="5312" y="35"/>
                    </a:cubicBezTo>
                    <a:cubicBezTo>
                      <a:pt x="5316" y="37"/>
                      <a:pt x="5320" y="38"/>
                      <a:pt x="5323" y="39"/>
                    </a:cubicBezTo>
                    <a:cubicBezTo>
                      <a:pt x="5326" y="40"/>
                      <a:pt x="5328" y="41"/>
                      <a:pt x="5329" y="41"/>
                    </a:cubicBezTo>
                    <a:cubicBezTo>
                      <a:pt x="5331" y="41"/>
                      <a:pt x="5332" y="40"/>
                      <a:pt x="5333" y="40"/>
                    </a:cubicBezTo>
                    <a:cubicBezTo>
                      <a:pt x="5334" y="39"/>
                      <a:pt x="5334" y="38"/>
                      <a:pt x="5335" y="37"/>
                    </a:cubicBezTo>
                    <a:cubicBezTo>
                      <a:pt x="5335" y="36"/>
                      <a:pt x="5335" y="35"/>
                      <a:pt x="5335" y="33"/>
                    </a:cubicBezTo>
                    <a:cubicBezTo>
                      <a:pt x="5335" y="31"/>
                      <a:pt x="5335" y="28"/>
                      <a:pt x="5335" y="26"/>
                    </a:cubicBezTo>
                    <a:cubicBezTo>
                      <a:pt x="5335" y="24"/>
                      <a:pt x="5336" y="22"/>
                      <a:pt x="5335" y="20"/>
                    </a:cubicBezTo>
                    <a:cubicBezTo>
                      <a:pt x="5335" y="19"/>
                      <a:pt x="5335" y="18"/>
                      <a:pt x="5335" y="17"/>
                    </a:cubicBezTo>
                    <a:cubicBezTo>
                      <a:pt x="5334" y="16"/>
                      <a:pt x="5334" y="14"/>
                      <a:pt x="5334" y="13"/>
                    </a:cubicBezTo>
                    <a:cubicBezTo>
                      <a:pt x="5333" y="12"/>
                      <a:pt x="5332" y="11"/>
                      <a:pt x="5331" y="11"/>
                    </a:cubicBezTo>
                    <a:cubicBezTo>
                      <a:pt x="5330" y="10"/>
                      <a:pt x="5328" y="9"/>
                      <a:pt x="5325" y="8"/>
                    </a:cubicBezTo>
                    <a:cubicBezTo>
                      <a:pt x="5322" y="7"/>
                      <a:pt x="5318" y="5"/>
                      <a:pt x="5313" y="4"/>
                    </a:cubicBezTo>
                    <a:cubicBezTo>
                      <a:pt x="5309" y="3"/>
                      <a:pt x="5303" y="2"/>
                      <a:pt x="5297" y="1"/>
                    </a:cubicBezTo>
                    <a:cubicBezTo>
                      <a:pt x="5292" y="0"/>
                      <a:pt x="5286" y="0"/>
                      <a:pt x="5281" y="0"/>
                    </a:cubicBezTo>
                    <a:close/>
                    <a:moveTo>
                      <a:pt x="1112" y="3"/>
                    </a:moveTo>
                    <a:cubicBezTo>
                      <a:pt x="1103" y="3"/>
                      <a:pt x="1095" y="4"/>
                      <a:pt x="1087" y="5"/>
                    </a:cubicBezTo>
                    <a:cubicBezTo>
                      <a:pt x="1079" y="7"/>
                      <a:pt x="1072" y="9"/>
                      <a:pt x="1065" y="12"/>
                    </a:cubicBezTo>
                    <a:cubicBezTo>
                      <a:pt x="1058" y="14"/>
                      <a:pt x="1053" y="17"/>
                      <a:pt x="1049" y="20"/>
                    </a:cubicBezTo>
                    <a:cubicBezTo>
                      <a:pt x="1045" y="22"/>
                      <a:pt x="1042" y="24"/>
                      <a:pt x="1040" y="26"/>
                    </a:cubicBezTo>
                    <a:cubicBezTo>
                      <a:pt x="1039" y="27"/>
                      <a:pt x="1037" y="28"/>
                      <a:pt x="1037" y="29"/>
                    </a:cubicBezTo>
                    <a:cubicBezTo>
                      <a:pt x="1036" y="30"/>
                      <a:pt x="1035" y="32"/>
                      <a:pt x="1035" y="33"/>
                    </a:cubicBezTo>
                    <a:cubicBezTo>
                      <a:pt x="1035" y="34"/>
                      <a:pt x="1034" y="36"/>
                      <a:pt x="1034" y="37"/>
                    </a:cubicBezTo>
                    <a:cubicBezTo>
                      <a:pt x="1034" y="39"/>
                      <a:pt x="1034" y="40"/>
                      <a:pt x="1034" y="42"/>
                    </a:cubicBezTo>
                    <a:cubicBezTo>
                      <a:pt x="1034" y="46"/>
                      <a:pt x="1034" y="48"/>
                      <a:pt x="1034" y="50"/>
                    </a:cubicBezTo>
                    <a:cubicBezTo>
                      <a:pt x="1034" y="53"/>
                      <a:pt x="1035" y="54"/>
                      <a:pt x="1036" y="56"/>
                    </a:cubicBezTo>
                    <a:cubicBezTo>
                      <a:pt x="1036" y="57"/>
                      <a:pt x="1037" y="59"/>
                      <a:pt x="1038" y="59"/>
                    </a:cubicBezTo>
                    <a:cubicBezTo>
                      <a:pt x="1038" y="60"/>
                      <a:pt x="1039" y="60"/>
                      <a:pt x="1040" y="60"/>
                    </a:cubicBezTo>
                    <a:cubicBezTo>
                      <a:pt x="1042" y="60"/>
                      <a:pt x="1045" y="58"/>
                      <a:pt x="1048" y="56"/>
                    </a:cubicBezTo>
                    <a:cubicBezTo>
                      <a:pt x="1052" y="53"/>
                      <a:pt x="1056" y="51"/>
                      <a:pt x="1062" y="48"/>
                    </a:cubicBezTo>
                    <a:cubicBezTo>
                      <a:pt x="1067" y="45"/>
                      <a:pt x="1074" y="42"/>
                      <a:pt x="1081" y="40"/>
                    </a:cubicBezTo>
                    <a:cubicBezTo>
                      <a:pt x="1088" y="37"/>
                      <a:pt x="1096" y="36"/>
                      <a:pt x="1105" y="36"/>
                    </a:cubicBezTo>
                    <a:cubicBezTo>
                      <a:pt x="1112" y="36"/>
                      <a:pt x="1119" y="37"/>
                      <a:pt x="1125" y="40"/>
                    </a:cubicBezTo>
                    <a:cubicBezTo>
                      <a:pt x="1131" y="42"/>
                      <a:pt x="1136" y="45"/>
                      <a:pt x="1140" y="49"/>
                    </a:cubicBezTo>
                    <a:cubicBezTo>
                      <a:pt x="1144" y="54"/>
                      <a:pt x="1147" y="59"/>
                      <a:pt x="1149" y="64"/>
                    </a:cubicBezTo>
                    <a:cubicBezTo>
                      <a:pt x="1151" y="70"/>
                      <a:pt x="1151" y="77"/>
                      <a:pt x="1151" y="83"/>
                    </a:cubicBezTo>
                    <a:cubicBezTo>
                      <a:pt x="1151" y="89"/>
                      <a:pt x="1151" y="96"/>
                      <a:pt x="1150" y="103"/>
                    </a:cubicBezTo>
                    <a:cubicBezTo>
                      <a:pt x="1148" y="110"/>
                      <a:pt x="1146" y="118"/>
                      <a:pt x="1142" y="127"/>
                    </a:cubicBezTo>
                    <a:cubicBezTo>
                      <a:pt x="1138" y="136"/>
                      <a:pt x="1131" y="145"/>
                      <a:pt x="1123" y="156"/>
                    </a:cubicBezTo>
                    <a:cubicBezTo>
                      <a:pt x="1116" y="167"/>
                      <a:pt x="1106" y="179"/>
                      <a:pt x="1093" y="192"/>
                    </a:cubicBezTo>
                    <a:lnTo>
                      <a:pt x="1038" y="251"/>
                    </a:lnTo>
                    <a:cubicBezTo>
                      <a:pt x="1036" y="253"/>
                      <a:pt x="1034" y="255"/>
                      <a:pt x="1033" y="257"/>
                    </a:cubicBezTo>
                    <a:cubicBezTo>
                      <a:pt x="1032" y="258"/>
                      <a:pt x="1031" y="260"/>
                      <a:pt x="1031" y="262"/>
                    </a:cubicBezTo>
                    <a:cubicBezTo>
                      <a:pt x="1030" y="264"/>
                      <a:pt x="1029" y="265"/>
                      <a:pt x="1029" y="267"/>
                    </a:cubicBezTo>
                    <a:cubicBezTo>
                      <a:pt x="1029" y="270"/>
                      <a:pt x="1029" y="272"/>
                      <a:pt x="1029" y="275"/>
                    </a:cubicBezTo>
                    <a:cubicBezTo>
                      <a:pt x="1029" y="279"/>
                      <a:pt x="1029" y="281"/>
                      <a:pt x="1030" y="283"/>
                    </a:cubicBezTo>
                    <a:cubicBezTo>
                      <a:pt x="1030" y="285"/>
                      <a:pt x="1030" y="287"/>
                      <a:pt x="1032" y="289"/>
                    </a:cubicBezTo>
                    <a:cubicBezTo>
                      <a:pt x="1033" y="290"/>
                      <a:pt x="1034" y="291"/>
                      <a:pt x="1036" y="291"/>
                    </a:cubicBezTo>
                    <a:cubicBezTo>
                      <a:pt x="1037" y="292"/>
                      <a:pt x="1039" y="292"/>
                      <a:pt x="1041" y="292"/>
                    </a:cubicBezTo>
                    <a:lnTo>
                      <a:pt x="1199" y="292"/>
                    </a:lnTo>
                    <a:cubicBezTo>
                      <a:pt x="1200" y="292"/>
                      <a:pt x="1202" y="292"/>
                      <a:pt x="1203" y="291"/>
                    </a:cubicBezTo>
                    <a:cubicBezTo>
                      <a:pt x="1204" y="290"/>
                      <a:pt x="1205" y="289"/>
                      <a:pt x="1205" y="288"/>
                    </a:cubicBezTo>
                    <a:cubicBezTo>
                      <a:pt x="1206" y="286"/>
                      <a:pt x="1207" y="284"/>
                      <a:pt x="1207" y="282"/>
                    </a:cubicBezTo>
                    <a:cubicBezTo>
                      <a:pt x="1207" y="280"/>
                      <a:pt x="1207" y="278"/>
                      <a:pt x="1207" y="275"/>
                    </a:cubicBezTo>
                    <a:cubicBezTo>
                      <a:pt x="1207" y="273"/>
                      <a:pt x="1207" y="270"/>
                      <a:pt x="1207" y="268"/>
                    </a:cubicBezTo>
                    <a:cubicBezTo>
                      <a:pt x="1207" y="266"/>
                      <a:pt x="1206" y="265"/>
                      <a:pt x="1205" y="264"/>
                    </a:cubicBezTo>
                    <a:cubicBezTo>
                      <a:pt x="1204" y="262"/>
                      <a:pt x="1203" y="261"/>
                      <a:pt x="1202" y="260"/>
                    </a:cubicBezTo>
                    <a:cubicBezTo>
                      <a:pt x="1201" y="260"/>
                      <a:pt x="1200" y="259"/>
                      <a:pt x="1199" y="259"/>
                    </a:cubicBezTo>
                    <a:lnTo>
                      <a:pt x="1075" y="259"/>
                    </a:lnTo>
                    <a:lnTo>
                      <a:pt x="1120" y="213"/>
                    </a:lnTo>
                    <a:cubicBezTo>
                      <a:pt x="1136" y="196"/>
                      <a:pt x="1150" y="181"/>
                      <a:pt x="1159" y="168"/>
                    </a:cubicBezTo>
                    <a:cubicBezTo>
                      <a:pt x="1169" y="155"/>
                      <a:pt x="1176" y="144"/>
                      <a:pt x="1181" y="133"/>
                    </a:cubicBezTo>
                    <a:cubicBezTo>
                      <a:pt x="1187" y="123"/>
                      <a:pt x="1190" y="112"/>
                      <a:pt x="1192" y="103"/>
                    </a:cubicBezTo>
                    <a:cubicBezTo>
                      <a:pt x="1194" y="94"/>
                      <a:pt x="1195" y="86"/>
                      <a:pt x="1195" y="77"/>
                    </a:cubicBezTo>
                    <a:cubicBezTo>
                      <a:pt x="1195" y="67"/>
                      <a:pt x="1193" y="57"/>
                      <a:pt x="1189" y="48"/>
                    </a:cubicBezTo>
                    <a:cubicBezTo>
                      <a:pt x="1186" y="39"/>
                      <a:pt x="1180" y="31"/>
                      <a:pt x="1174" y="24"/>
                    </a:cubicBezTo>
                    <a:cubicBezTo>
                      <a:pt x="1167" y="17"/>
                      <a:pt x="1158" y="12"/>
                      <a:pt x="1148" y="8"/>
                    </a:cubicBezTo>
                    <a:cubicBezTo>
                      <a:pt x="1138" y="4"/>
                      <a:pt x="1126" y="3"/>
                      <a:pt x="1112" y="3"/>
                    </a:cubicBezTo>
                    <a:close/>
                    <a:moveTo>
                      <a:pt x="3221" y="3"/>
                    </a:moveTo>
                    <a:cubicBezTo>
                      <a:pt x="3216" y="3"/>
                      <a:pt x="3212" y="3"/>
                      <a:pt x="3209" y="4"/>
                    </a:cubicBezTo>
                    <a:cubicBezTo>
                      <a:pt x="3206" y="4"/>
                      <a:pt x="3203" y="4"/>
                      <a:pt x="3201" y="5"/>
                    </a:cubicBezTo>
                    <a:cubicBezTo>
                      <a:pt x="3199" y="5"/>
                      <a:pt x="3197" y="6"/>
                      <a:pt x="3196" y="7"/>
                    </a:cubicBezTo>
                    <a:cubicBezTo>
                      <a:pt x="3194" y="8"/>
                      <a:pt x="3193" y="9"/>
                      <a:pt x="3192" y="10"/>
                    </a:cubicBezTo>
                    <a:lnTo>
                      <a:pt x="3090" y="184"/>
                    </a:lnTo>
                    <a:cubicBezTo>
                      <a:pt x="3089" y="185"/>
                      <a:pt x="3088" y="187"/>
                      <a:pt x="3087" y="189"/>
                    </a:cubicBezTo>
                    <a:cubicBezTo>
                      <a:pt x="3087" y="191"/>
                      <a:pt x="3086" y="192"/>
                      <a:pt x="3086" y="194"/>
                    </a:cubicBezTo>
                    <a:cubicBezTo>
                      <a:pt x="3085" y="196"/>
                      <a:pt x="3085" y="198"/>
                      <a:pt x="3085" y="200"/>
                    </a:cubicBezTo>
                    <a:cubicBezTo>
                      <a:pt x="3085" y="203"/>
                      <a:pt x="3085" y="205"/>
                      <a:pt x="3085" y="207"/>
                    </a:cubicBezTo>
                    <a:cubicBezTo>
                      <a:pt x="3085" y="211"/>
                      <a:pt x="3084" y="214"/>
                      <a:pt x="3085" y="216"/>
                    </a:cubicBezTo>
                    <a:cubicBezTo>
                      <a:pt x="3085" y="218"/>
                      <a:pt x="3086" y="220"/>
                      <a:pt x="3087" y="221"/>
                    </a:cubicBezTo>
                    <a:cubicBezTo>
                      <a:pt x="3088" y="223"/>
                      <a:pt x="3089" y="223"/>
                      <a:pt x="3090" y="223"/>
                    </a:cubicBezTo>
                    <a:cubicBezTo>
                      <a:pt x="3091" y="224"/>
                      <a:pt x="3093" y="224"/>
                      <a:pt x="3094" y="224"/>
                    </a:cubicBezTo>
                    <a:lnTo>
                      <a:pt x="3213" y="224"/>
                    </a:lnTo>
                    <a:lnTo>
                      <a:pt x="3213" y="284"/>
                    </a:lnTo>
                    <a:cubicBezTo>
                      <a:pt x="3213" y="285"/>
                      <a:pt x="3213" y="287"/>
                      <a:pt x="3213" y="288"/>
                    </a:cubicBezTo>
                    <a:cubicBezTo>
                      <a:pt x="3214" y="288"/>
                      <a:pt x="3215" y="289"/>
                      <a:pt x="3216" y="289"/>
                    </a:cubicBezTo>
                    <a:cubicBezTo>
                      <a:pt x="3217" y="290"/>
                      <a:pt x="3219" y="290"/>
                      <a:pt x="3221" y="290"/>
                    </a:cubicBezTo>
                    <a:cubicBezTo>
                      <a:pt x="3224" y="291"/>
                      <a:pt x="3227" y="291"/>
                      <a:pt x="3230" y="291"/>
                    </a:cubicBezTo>
                    <a:cubicBezTo>
                      <a:pt x="3234" y="291"/>
                      <a:pt x="3237" y="291"/>
                      <a:pt x="3239" y="290"/>
                    </a:cubicBezTo>
                    <a:cubicBezTo>
                      <a:pt x="3241" y="290"/>
                      <a:pt x="3244" y="290"/>
                      <a:pt x="3245" y="289"/>
                    </a:cubicBezTo>
                    <a:cubicBezTo>
                      <a:pt x="3247" y="289"/>
                      <a:pt x="3247" y="288"/>
                      <a:pt x="3248" y="288"/>
                    </a:cubicBezTo>
                    <a:cubicBezTo>
                      <a:pt x="3248" y="287"/>
                      <a:pt x="3249" y="285"/>
                      <a:pt x="3249" y="284"/>
                    </a:cubicBezTo>
                    <a:lnTo>
                      <a:pt x="3249" y="224"/>
                    </a:lnTo>
                    <a:lnTo>
                      <a:pt x="3281" y="224"/>
                    </a:lnTo>
                    <a:cubicBezTo>
                      <a:pt x="3284" y="224"/>
                      <a:pt x="3286" y="223"/>
                      <a:pt x="3288" y="220"/>
                    </a:cubicBezTo>
                    <a:cubicBezTo>
                      <a:pt x="3289" y="217"/>
                      <a:pt x="3289" y="213"/>
                      <a:pt x="3289" y="208"/>
                    </a:cubicBezTo>
                    <a:cubicBezTo>
                      <a:pt x="3289" y="203"/>
                      <a:pt x="3289" y="199"/>
                      <a:pt x="3288" y="197"/>
                    </a:cubicBezTo>
                    <a:cubicBezTo>
                      <a:pt x="3286" y="194"/>
                      <a:pt x="3284" y="193"/>
                      <a:pt x="3281" y="193"/>
                    </a:cubicBezTo>
                    <a:lnTo>
                      <a:pt x="3249" y="193"/>
                    </a:lnTo>
                    <a:lnTo>
                      <a:pt x="3249" y="11"/>
                    </a:lnTo>
                    <a:cubicBezTo>
                      <a:pt x="3249" y="9"/>
                      <a:pt x="3248" y="8"/>
                      <a:pt x="3247" y="7"/>
                    </a:cubicBezTo>
                    <a:cubicBezTo>
                      <a:pt x="3246" y="6"/>
                      <a:pt x="3245" y="6"/>
                      <a:pt x="3243" y="5"/>
                    </a:cubicBezTo>
                    <a:cubicBezTo>
                      <a:pt x="3240" y="5"/>
                      <a:pt x="3237" y="4"/>
                      <a:pt x="3234" y="4"/>
                    </a:cubicBezTo>
                    <a:cubicBezTo>
                      <a:pt x="3230" y="3"/>
                      <a:pt x="3225" y="3"/>
                      <a:pt x="3221" y="3"/>
                    </a:cubicBezTo>
                    <a:close/>
                    <a:moveTo>
                      <a:pt x="4159" y="3"/>
                    </a:moveTo>
                    <a:cubicBezTo>
                      <a:pt x="4155" y="3"/>
                      <a:pt x="4151" y="4"/>
                      <a:pt x="4149" y="6"/>
                    </a:cubicBezTo>
                    <a:cubicBezTo>
                      <a:pt x="4147" y="9"/>
                      <a:pt x="4146" y="12"/>
                      <a:pt x="4146" y="17"/>
                    </a:cubicBezTo>
                    <a:lnTo>
                      <a:pt x="4146" y="133"/>
                    </a:lnTo>
                    <a:cubicBezTo>
                      <a:pt x="4146" y="139"/>
                      <a:pt x="4147" y="142"/>
                      <a:pt x="4148" y="144"/>
                    </a:cubicBezTo>
                    <a:cubicBezTo>
                      <a:pt x="4150" y="146"/>
                      <a:pt x="4153" y="147"/>
                      <a:pt x="4157" y="147"/>
                    </a:cubicBezTo>
                    <a:cubicBezTo>
                      <a:pt x="4163" y="147"/>
                      <a:pt x="4169" y="147"/>
                      <a:pt x="4176" y="146"/>
                    </a:cubicBezTo>
                    <a:cubicBezTo>
                      <a:pt x="4182" y="145"/>
                      <a:pt x="4190" y="144"/>
                      <a:pt x="4199" y="144"/>
                    </a:cubicBezTo>
                    <a:cubicBezTo>
                      <a:pt x="4211" y="144"/>
                      <a:pt x="4222" y="145"/>
                      <a:pt x="4231" y="147"/>
                    </a:cubicBezTo>
                    <a:cubicBezTo>
                      <a:pt x="4240" y="150"/>
                      <a:pt x="4248" y="153"/>
                      <a:pt x="4254" y="158"/>
                    </a:cubicBezTo>
                    <a:cubicBezTo>
                      <a:pt x="4260" y="163"/>
                      <a:pt x="4265" y="169"/>
                      <a:pt x="4267" y="176"/>
                    </a:cubicBezTo>
                    <a:cubicBezTo>
                      <a:pt x="4270" y="183"/>
                      <a:pt x="4272" y="190"/>
                      <a:pt x="4272" y="199"/>
                    </a:cubicBezTo>
                    <a:cubicBezTo>
                      <a:pt x="4272" y="210"/>
                      <a:pt x="4270" y="219"/>
                      <a:pt x="4266" y="227"/>
                    </a:cubicBezTo>
                    <a:cubicBezTo>
                      <a:pt x="4263" y="234"/>
                      <a:pt x="4258" y="241"/>
                      <a:pt x="4252" y="246"/>
                    </a:cubicBezTo>
                    <a:cubicBezTo>
                      <a:pt x="4246" y="251"/>
                      <a:pt x="4239" y="254"/>
                      <a:pt x="4231" y="257"/>
                    </a:cubicBezTo>
                    <a:cubicBezTo>
                      <a:pt x="4223" y="259"/>
                      <a:pt x="4214" y="260"/>
                      <a:pt x="4204" y="260"/>
                    </a:cubicBezTo>
                    <a:cubicBezTo>
                      <a:pt x="4193" y="260"/>
                      <a:pt x="4184" y="260"/>
                      <a:pt x="4177" y="258"/>
                    </a:cubicBezTo>
                    <a:cubicBezTo>
                      <a:pt x="4169" y="256"/>
                      <a:pt x="4162" y="254"/>
                      <a:pt x="4157" y="251"/>
                    </a:cubicBezTo>
                    <a:cubicBezTo>
                      <a:pt x="4152" y="249"/>
                      <a:pt x="4148" y="247"/>
                      <a:pt x="4145" y="245"/>
                    </a:cubicBezTo>
                    <a:cubicBezTo>
                      <a:pt x="4142" y="243"/>
                      <a:pt x="4139" y="243"/>
                      <a:pt x="4138" y="243"/>
                    </a:cubicBezTo>
                    <a:cubicBezTo>
                      <a:pt x="4137" y="243"/>
                      <a:pt x="4136" y="243"/>
                      <a:pt x="4135" y="244"/>
                    </a:cubicBezTo>
                    <a:cubicBezTo>
                      <a:pt x="4134" y="244"/>
                      <a:pt x="4134" y="245"/>
                      <a:pt x="4133" y="246"/>
                    </a:cubicBezTo>
                    <a:cubicBezTo>
                      <a:pt x="4133" y="247"/>
                      <a:pt x="4132" y="249"/>
                      <a:pt x="4132" y="251"/>
                    </a:cubicBezTo>
                    <a:cubicBezTo>
                      <a:pt x="4131" y="253"/>
                      <a:pt x="4132" y="256"/>
                      <a:pt x="4132" y="259"/>
                    </a:cubicBezTo>
                    <a:cubicBezTo>
                      <a:pt x="4132" y="261"/>
                      <a:pt x="4131" y="263"/>
                      <a:pt x="4132" y="265"/>
                    </a:cubicBezTo>
                    <a:cubicBezTo>
                      <a:pt x="4132" y="267"/>
                      <a:pt x="4132" y="269"/>
                      <a:pt x="4132" y="270"/>
                    </a:cubicBezTo>
                    <a:cubicBezTo>
                      <a:pt x="4133" y="271"/>
                      <a:pt x="4133" y="272"/>
                      <a:pt x="4133" y="273"/>
                    </a:cubicBezTo>
                    <a:cubicBezTo>
                      <a:pt x="4134" y="274"/>
                      <a:pt x="4135" y="275"/>
                      <a:pt x="4136" y="276"/>
                    </a:cubicBezTo>
                    <a:cubicBezTo>
                      <a:pt x="4137" y="277"/>
                      <a:pt x="4140" y="278"/>
                      <a:pt x="4144" y="280"/>
                    </a:cubicBezTo>
                    <a:cubicBezTo>
                      <a:pt x="4148" y="281"/>
                      <a:pt x="4153" y="283"/>
                      <a:pt x="4159" y="285"/>
                    </a:cubicBezTo>
                    <a:cubicBezTo>
                      <a:pt x="4165" y="287"/>
                      <a:pt x="4172" y="289"/>
                      <a:pt x="4180" y="290"/>
                    </a:cubicBezTo>
                    <a:cubicBezTo>
                      <a:pt x="4188" y="292"/>
                      <a:pt x="4196" y="292"/>
                      <a:pt x="4205" y="292"/>
                    </a:cubicBezTo>
                    <a:cubicBezTo>
                      <a:pt x="4221" y="292"/>
                      <a:pt x="4236" y="290"/>
                      <a:pt x="4249" y="286"/>
                    </a:cubicBezTo>
                    <a:cubicBezTo>
                      <a:pt x="4262" y="282"/>
                      <a:pt x="4273" y="275"/>
                      <a:pt x="4282" y="266"/>
                    </a:cubicBezTo>
                    <a:cubicBezTo>
                      <a:pt x="4292" y="258"/>
                      <a:pt x="4298" y="248"/>
                      <a:pt x="4304" y="236"/>
                    </a:cubicBezTo>
                    <a:cubicBezTo>
                      <a:pt x="4309" y="225"/>
                      <a:pt x="4311" y="211"/>
                      <a:pt x="4311" y="196"/>
                    </a:cubicBezTo>
                    <a:cubicBezTo>
                      <a:pt x="4311" y="184"/>
                      <a:pt x="4309" y="173"/>
                      <a:pt x="4305" y="162"/>
                    </a:cubicBezTo>
                    <a:cubicBezTo>
                      <a:pt x="4301" y="152"/>
                      <a:pt x="4295" y="143"/>
                      <a:pt x="4287" y="136"/>
                    </a:cubicBezTo>
                    <a:cubicBezTo>
                      <a:pt x="4279" y="129"/>
                      <a:pt x="4268" y="124"/>
                      <a:pt x="4256" y="120"/>
                    </a:cubicBezTo>
                    <a:cubicBezTo>
                      <a:pt x="4244" y="116"/>
                      <a:pt x="4230" y="114"/>
                      <a:pt x="4214" y="114"/>
                    </a:cubicBezTo>
                    <a:cubicBezTo>
                      <a:pt x="4207" y="114"/>
                      <a:pt x="4200" y="114"/>
                      <a:pt x="4195" y="114"/>
                    </a:cubicBezTo>
                    <a:cubicBezTo>
                      <a:pt x="4190" y="114"/>
                      <a:pt x="4184" y="115"/>
                      <a:pt x="4179" y="116"/>
                    </a:cubicBezTo>
                    <a:lnTo>
                      <a:pt x="4179" y="35"/>
                    </a:lnTo>
                    <a:lnTo>
                      <a:pt x="4286" y="35"/>
                    </a:lnTo>
                    <a:cubicBezTo>
                      <a:pt x="4289" y="35"/>
                      <a:pt x="4291" y="34"/>
                      <a:pt x="4292" y="31"/>
                    </a:cubicBezTo>
                    <a:cubicBezTo>
                      <a:pt x="4294" y="28"/>
                      <a:pt x="4294" y="24"/>
                      <a:pt x="4294" y="19"/>
                    </a:cubicBezTo>
                    <a:cubicBezTo>
                      <a:pt x="4294" y="16"/>
                      <a:pt x="4294" y="14"/>
                      <a:pt x="4294" y="12"/>
                    </a:cubicBezTo>
                    <a:cubicBezTo>
                      <a:pt x="4293" y="10"/>
                      <a:pt x="4293" y="8"/>
                      <a:pt x="4292" y="6"/>
                    </a:cubicBezTo>
                    <a:cubicBezTo>
                      <a:pt x="4291" y="5"/>
                      <a:pt x="4291" y="4"/>
                      <a:pt x="4289" y="4"/>
                    </a:cubicBezTo>
                    <a:cubicBezTo>
                      <a:pt x="4288" y="3"/>
                      <a:pt x="4287" y="3"/>
                      <a:pt x="4286" y="3"/>
                    </a:cubicBezTo>
                    <a:lnTo>
                      <a:pt x="4159" y="3"/>
                    </a:lnTo>
                    <a:close/>
                    <a:moveTo>
                      <a:pt x="83" y="4"/>
                    </a:moveTo>
                    <a:cubicBezTo>
                      <a:pt x="81" y="4"/>
                      <a:pt x="79" y="4"/>
                      <a:pt x="78" y="5"/>
                    </a:cubicBezTo>
                    <a:cubicBezTo>
                      <a:pt x="77" y="5"/>
                      <a:pt x="75" y="5"/>
                      <a:pt x="75" y="5"/>
                    </a:cubicBezTo>
                    <a:cubicBezTo>
                      <a:pt x="74" y="6"/>
                      <a:pt x="73" y="6"/>
                      <a:pt x="73" y="6"/>
                    </a:cubicBezTo>
                    <a:lnTo>
                      <a:pt x="7" y="49"/>
                    </a:lnTo>
                    <a:cubicBezTo>
                      <a:pt x="5" y="49"/>
                      <a:pt x="5" y="50"/>
                      <a:pt x="4" y="51"/>
                    </a:cubicBezTo>
                    <a:cubicBezTo>
                      <a:pt x="3" y="52"/>
                      <a:pt x="2" y="53"/>
                      <a:pt x="1" y="54"/>
                    </a:cubicBezTo>
                    <a:cubicBezTo>
                      <a:pt x="1" y="55"/>
                      <a:pt x="1" y="57"/>
                      <a:pt x="1" y="58"/>
                    </a:cubicBezTo>
                    <a:cubicBezTo>
                      <a:pt x="0" y="60"/>
                      <a:pt x="1" y="62"/>
                      <a:pt x="1" y="64"/>
                    </a:cubicBezTo>
                    <a:cubicBezTo>
                      <a:pt x="1" y="68"/>
                      <a:pt x="1" y="71"/>
                      <a:pt x="1" y="73"/>
                    </a:cubicBezTo>
                    <a:cubicBezTo>
                      <a:pt x="2" y="76"/>
                      <a:pt x="2" y="77"/>
                      <a:pt x="3" y="78"/>
                    </a:cubicBezTo>
                    <a:cubicBezTo>
                      <a:pt x="4" y="79"/>
                      <a:pt x="6" y="79"/>
                      <a:pt x="8" y="79"/>
                    </a:cubicBezTo>
                    <a:cubicBezTo>
                      <a:pt x="9" y="78"/>
                      <a:pt x="11" y="77"/>
                      <a:pt x="14" y="76"/>
                    </a:cubicBezTo>
                    <a:lnTo>
                      <a:pt x="69" y="43"/>
                    </a:lnTo>
                    <a:lnTo>
                      <a:pt x="69" y="260"/>
                    </a:lnTo>
                    <a:lnTo>
                      <a:pt x="9" y="260"/>
                    </a:lnTo>
                    <a:cubicBezTo>
                      <a:pt x="8" y="260"/>
                      <a:pt x="8" y="261"/>
                      <a:pt x="7" y="261"/>
                    </a:cubicBezTo>
                    <a:cubicBezTo>
                      <a:pt x="6" y="262"/>
                      <a:pt x="5" y="263"/>
                      <a:pt x="4" y="264"/>
                    </a:cubicBezTo>
                    <a:cubicBezTo>
                      <a:pt x="3" y="265"/>
                      <a:pt x="3" y="267"/>
                      <a:pt x="2" y="269"/>
                    </a:cubicBezTo>
                    <a:cubicBezTo>
                      <a:pt x="2" y="271"/>
                      <a:pt x="1" y="274"/>
                      <a:pt x="1" y="276"/>
                    </a:cubicBezTo>
                    <a:cubicBezTo>
                      <a:pt x="1" y="279"/>
                      <a:pt x="2" y="281"/>
                      <a:pt x="2" y="283"/>
                    </a:cubicBezTo>
                    <a:cubicBezTo>
                      <a:pt x="3" y="285"/>
                      <a:pt x="3" y="286"/>
                      <a:pt x="4" y="288"/>
                    </a:cubicBezTo>
                    <a:cubicBezTo>
                      <a:pt x="5" y="289"/>
                      <a:pt x="6" y="290"/>
                      <a:pt x="7" y="290"/>
                    </a:cubicBezTo>
                    <a:cubicBezTo>
                      <a:pt x="8" y="291"/>
                      <a:pt x="8" y="291"/>
                      <a:pt x="9" y="291"/>
                    </a:cubicBezTo>
                    <a:lnTo>
                      <a:pt x="158" y="291"/>
                    </a:lnTo>
                    <a:cubicBezTo>
                      <a:pt x="159" y="291"/>
                      <a:pt x="161" y="291"/>
                      <a:pt x="162" y="290"/>
                    </a:cubicBezTo>
                    <a:cubicBezTo>
                      <a:pt x="163" y="290"/>
                      <a:pt x="163" y="289"/>
                      <a:pt x="164" y="288"/>
                    </a:cubicBezTo>
                    <a:cubicBezTo>
                      <a:pt x="164" y="286"/>
                      <a:pt x="165" y="285"/>
                      <a:pt x="165" y="283"/>
                    </a:cubicBezTo>
                    <a:cubicBezTo>
                      <a:pt x="166" y="281"/>
                      <a:pt x="166" y="279"/>
                      <a:pt x="166" y="276"/>
                    </a:cubicBezTo>
                    <a:cubicBezTo>
                      <a:pt x="166" y="274"/>
                      <a:pt x="167" y="271"/>
                      <a:pt x="166" y="269"/>
                    </a:cubicBezTo>
                    <a:cubicBezTo>
                      <a:pt x="166" y="267"/>
                      <a:pt x="165" y="265"/>
                      <a:pt x="165" y="264"/>
                    </a:cubicBezTo>
                    <a:cubicBezTo>
                      <a:pt x="164" y="263"/>
                      <a:pt x="163" y="262"/>
                      <a:pt x="162" y="261"/>
                    </a:cubicBezTo>
                    <a:cubicBezTo>
                      <a:pt x="161" y="261"/>
                      <a:pt x="160" y="260"/>
                      <a:pt x="158" y="260"/>
                    </a:cubicBezTo>
                    <a:lnTo>
                      <a:pt x="107" y="260"/>
                    </a:lnTo>
                    <a:lnTo>
                      <a:pt x="107" y="10"/>
                    </a:lnTo>
                    <a:cubicBezTo>
                      <a:pt x="107" y="9"/>
                      <a:pt x="107" y="8"/>
                      <a:pt x="106" y="7"/>
                    </a:cubicBezTo>
                    <a:cubicBezTo>
                      <a:pt x="106" y="6"/>
                      <a:pt x="105" y="6"/>
                      <a:pt x="104" y="5"/>
                    </a:cubicBezTo>
                    <a:cubicBezTo>
                      <a:pt x="102" y="5"/>
                      <a:pt x="101" y="4"/>
                      <a:pt x="98" y="4"/>
                    </a:cubicBezTo>
                    <a:cubicBezTo>
                      <a:pt x="96" y="3"/>
                      <a:pt x="93" y="4"/>
                      <a:pt x="90" y="4"/>
                    </a:cubicBezTo>
                    <a:cubicBezTo>
                      <a:pt x="87" y="4"/>
                      <a:pt x="84" y="4"/>
                      <a:pt x="83" y="4"/>
                    </a:cubicBezTo>
                    <a:close/>
                    <a:moveTo>
                      <a:pt x="3212" y="36"/>
                    </a:moveTo>
                    <a:lnTo>
                      <a:pt x="3213" y="36"/>
                    </a:lnTo>
                    <a:lnTo>
                      <a:pt x="3213" y="193"/>
                    </a:lnTo>
                    <a:lnTo>
                      <a:pt x="3119" y="193"/>
                    </a:lnTo>
                    <a:lnTo>
                      <a:pt x="3212" y="36"/>
                    </a:lnTo>
                    <a:close/>
                    <a:moveTo>
                      <a:pt x="5260" y="145"/>
                    </a:moveTo>
                    <a:cubicBezTo>
                      <a:pt x="5270" y="145"/>
                      <a:pt x="5278" y="146"/>
                      <a:pt x="5284" y="148"/>
                    </a:cubicBezTo>
                    <a:cubicBezTo>
                      <a:pt x="5291" y="151"/>
                      <a:pt x="5296" y="155"/>
                      <a:pt x="5300" y="160"/>
                    </a:cubicBezTo>
                    <a:cubicBezTo>
                      <a:pt x="5304" y="165"/>
                      <a:pt x="5307" y="170"/>
                      <a:pt x="5309" y="177"/>
                    </a:cubicBezTo>
                    <a:cubicBezTo>
                      <a:pt x="5311" y="184"/>
                      <a:pt x="5312" y="193"/>
                      <a:pt x="5312" y="201"/>
                    </a:cubicBezTo>
                    <a:cubicBezTo>
                      <a:pt x="5312" y="209"/>
                      <a:pt x="5310" y="216"/>
                      <a:pt x="5308" y="223"/>
                    </a:cubicBezTo>
                    <a:cubicBezTo>
                      <a:pt x="5306" y="231"/>
                      <a:pt x="5303" y="238"/>
                      <a:pt x="5298" y="244"/>
                    </a:cubicBezTo>
                    <a:cubicBezTo>
                      <a:pt x="5294" y="249"/>
                      <a:pt x="5288" y="254"/>
                      <a:pt x="5281" y="258"/>
                    </a:cubicBezTo>
                    <a:cubicBezTo>
                      <a:pt x="5274" y="261"/>
                      <a:pt x="5266" y="263"/>
                      <a:pt x="5257" y="263"/>
                    </a:cubicBezTo>
                    <a:cubicBezTo>
                      <a:pt x="5248" y="263"/>
                      <a:pt x="5239" y="262"/>
                      <a:pt x="5232" y="259"/>
                    </a:cubicBezTo>
                    <a:cubicBezTo>
                      <a:pt x="5225" y="255"/>
                      <a:pt x="5219" y="249"/>
                      <a:pt x="5215" y="242"/>
                    </a:cubicBezTo>
                    <a:cubicBezTo>
                      <a:pt x="5210" y="234"/>
                      <a:pt x="5206" y="224"/>
                      <a:pt x="5204" y="211"/>
                    </a:cubicBezTo>
                    <a:cubicBezTo>
                      <a:pt x="5202" y="198"/>
                      <a:pt x="5200" y="182"/>
                      <a:pt x="5200" y="163"/>
                    </a:cubicBezTo>
                    <a:cubicBezTo>
                      <a:pt x="5204" y="161"/>
                      <a:pt x="5209" y="158"/>
                      <a:pt x="5214" y="156"/>
                    </a:cubicBezTo>
                    <a:cubicBezTo>
                      <a:pt x="5218" y="154"/>
                      <a:pt x="5223" y="152"/>
                      <a:pt x="5228" y="150"/>
                    </a:cubicBezTo>
                    <a:cubicBezTo>
                      <a:pt x="5233" y="148"/>
                      <a:pt x="5238" y="147"/>
                      <a:pt x="5244" y="146"/>
                    </a:cubicBezTo>
                    <a:cubicBezTo>
                      <a:pt x="5249" y="145"/>
                      <a:pt x="5255" y="145"/>
                      <a:pt x="5260" y="145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2" name="Previous Button">
                <a:extLst>
                  <a:ext uri="{FF2B5EF4-FFF2-40B4-BE49-F238E27FC236}">
                    <a16:creationId xmlns:a16="http://schemas.microsoft.com/office/drawing/2014/main" id="{5EA52DE3-6D90-3210-294E-A29D75436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463" y="1552576"/>
                <a:ext cx="57150" cy="63500"/>
              </a:xfrm>
              <a:custGeom>
                <a:avLst/>
                <a:gdLst>
                  <a:gd name="T0" fmla="*/ 0 w 258"/>
                  <a:gd name="T1" fmla="*/ 148 h 297"/>
                  <a:gd name="T2" fmla="*/ 258 w 258"/>
                  <a:gd name="T3" fmla="*/ 0 h 297"/>
                  <a:gd name="T4" fmla="*/ 258 w 258"/>
                  <a:gd name="T5" fmla="*/ 297 h 297"/>
                  <a:gd name="T6" fmla="*/ 0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0" y="148"/>
                    </a:moveTo>
                    <a:lnTo>
                      <a:pt x="258" y="0"/>
                    </a:lnTo>
                    <a:lnTo>
                      <a:pt x="258" y="297"/>
                    </a:lnTo>
                    <a:lnTo>
                      <a:pt x="0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3" name="Next Button">
                <a:extLst>
                  <a:ext uri="{FF2B5EF4-FFF2-40B4-BE49-F238E27FC236}">
                    <a16:creationId xmlns:a16="http://schemas.microsoft.com/office/drawing/2014/main" id="{6F209354-ADD6-CA56-EB62-0EAA01898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651" y="1552576"/>
                <a:ext cx="55563" cy="63500"/>
              </a:xfrm>
              <a:custGeom>
                <a:avLst/>
                <a:gdLst>
                  <a:gd name="T0" fmla="*/ 258 w 258"/>
                  <a:gd name="T1" fmla="*/ 148 h 297"/>
                  <a:gd name="T2" fmla="*/ 0 w 258"/>
                  <a:gd name="T3" fmla="*/ 297 h 297"/>
                  <a:gd name="T4" fmla="*/ 0 w 258"/>
                  <a:gd name="T5" fmla="*/ 0 h 297"/>
                  <a:gd name="T6" fmla="*/ 258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258" y="148"/>
                    </a:moveTo>
                    <a:lnTo>
                      <a:pt x="0" y="297"/>
                    </a:lnTo>
                    <a:lnTo>
                      <a:pt x="0" y="0"/>
                    </a:lnTo>
                    <a:lnTo>
                      <a:pt x="258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sp>
        <p:nvSpPr>
          <p:cNvPr id="114" name="모서리가 둥근 직사각형 5">
            <a:extLst>
              <a:ext uri="{FF2B5EF4-FFF2-40B4-BE49-F238E27FC236}">
                <a16:creationId xmlns:a16="http://schemas.microsoft.com/office/drawing/2014/main" id="{B33F22FB-6DF3-3A78-9AE4-E2220FBA036D}"/>
              </a:ext>
            </a:extLst>
          </p:cNvPr>
          <p:cNvSpPr/>
          <p:nvPr/>
        </p:nvSpPr>
        <p:spPr>
          <a:xfrm>
            <a:off x="10528862" y="5954463"/>
            <a:ext cx="216024" cy="216024"/>
          </a:xfrm>
          <a:prstGeom prst="roundRect">
            <a:avLst>
              <a:gd name="adj" fmla="val 50000"/>
            </a:avLst>
          </a:prstGeom>
          <a:solidFill>
            <a:srgbClr val="B3B3B3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12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6FBED3E0-D4EC-32E1-CE5C-04744B7AE1F2}"/>
              </a:ext>
            </a:extLst>
          </p:cNvPr>
          <p:cNvGraphicFramePr>
            <a:graphicFrameLocks noGrp="1"/>
          </p:cNvGraphicFramePr>
          <p:nvPr/>
        </p:nvGraphicFramePr>
        <p:xfrm>
          <a:off x="9867737" y="5396574"/>
          <a:ext cx="2145115" cy="155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53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" name="모서리가 둥근 직사각형 81">
            <a:extLst>
              <a:ext uri="{FF2B5EF4-FFF2-40B4-BE49-F238E27FC236}">
                <a16:creationId xmlns:a16="http://schemas.microsoft.com/office/drawing/2014/main" id="{3E501A09-B091-BB69-5A4B-9C38985F4385}"/>
              </a:ext>
            </a:extLst>
          </p:cNvPr>
          <p:cNvSpPr/>
          <p:nvPr/>
        </p:nvSpPr>
        <p:spPr>
          <a:xfrm>
            <a:off x="11109232" y="6324309"/>
            <a:ext cx="216024" cy="21602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28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50938D3A-FC9F-0CAE-ABB1-C9F6B2ECDAE3}"/>
              </a:ext>
            </a:extLst>
          </p:cNvPr>
          <p:cNvGrpSpPr/>
          <p:nvPr/>
        </p:nvGrpSpPr>
        <p:grpSpPr>
          <a:xfrm>
            <a:off x="10202377" y="5017597"/>
            <a:ext cx="1313013" cy="324000"/>
            <a:chOff x="3876579" y="1978272"/>
            <a:chExt cx="1313013" cy="324000"/>
          </a:xfrm>
        </p:grpSpPr>
        <p:sp>
          <p:nvSpPr>
            <p:cNvPr id="118" name="모서리가 둥근 직사각형 125">
              <a:extLst>
                <a:ext uri="{FF2B5EF4-FFF2-40B4-BE49-F238E27FC236}">
                  <a16:creationId xmlns:a16="http://schemas.microsoft.com/office/drawing/2014/main" id="{44B9C833-088C-0C2D-3C30-2380BD4A1CED}"/>
                </a:ext>
              </a:extLst>
            </p:cNvPr>
            <p:cNvSpPr/>
            <p:nvPr/>
          </p:nvSpPr>
          <p:spPr>
            <a:xfrm>
              <a:off x="3876579" y="1978272"/>
              <a:ext cx="1313013" cy="324000"/>
            </a:xfrm>
            <a:prstGeom prst="roundRect">
              <a:avLst>
                <a:gd name="adj" fmla="val 5631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년         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01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월</a:t>
              </a:r>
            </a:p>
          </p:txBody>
        </p: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95FD3261-1E36-8833-991D-3BFD1F616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496859" y="2089754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FAF89E8A-5660-06E0-891E-84BF51F52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035339" y="2089755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</p:grpSp>
      <p:sp>
        <p:nvSpPr>
          <p:cNvPr id="121" name="Input">
            <a:extLst>
              <a:ext uri="{FF2B5EF4-FFF2-40B4-BE49-F238E27FC236}">
                <a16:creationId xmlns:a16="http://schemas.microsoft.com/office/drawing/2014/main" id="{B1FA1F28-A25A-B23A-52B6-7AB34E72C1E3}"/>
              </a:ext>
            </a:extLst>
          </p:cNvPr>
          <p:cNvSpPr/>
          <p:nvPr/>
        </p:nvSpPr>
        <p:spPr>
          <a:xfrm>
            <a:off x="4646350" y="3910828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2" name="Input">
            <a:extLst>
              <a:ext uri="{FF2B5EF4-FFF2-40B4-BE49-F238E27FC236}">
                <a16:creationId xmlns:a16="http://schemas.microsoft.com/office/drawing/2014/main" id="{ED300579-DBB8-7AC2-D6E7-C4B10FB79A05}"/>
              </a:ext>
            </a:extLst>
          </p:cNvPr>
          <p:cNvSpPr/>
          <p:nvPr/>
        </p:nvSpPr>
        <p:spPr>
          <a:xfrm>
            <a:off x="5405153" y="3913030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E952B08A-B66B-148E-405D-36F567996685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4E9E8C6-4EC6-D94F-A3F4-20EE8360E099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62B426C3-1483-98CA-7D97-DF194C9B509B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Input">
            <a:extLst>
              <a:ext uri="{FF2B5EF4-FFF2-40B4-BE49-F238E27FC236}">
                <a16:creationId xmlns:a16="http://schemas.microsoft.com/office/drawing/2014/main" id="{D6020A18-220B-E8B1-603A-27CBCCFA3894}"/>
              </a:ext>
            </a:extLst>
          </p:cNvPr>
          <p:cNvSpPr/>
          <p:nvPr/>
        </p:nvSpPr>
        <p:spPr>
          <a:xfrm>
            <a:off x="3865031" y="2980394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" name="Input">
            <a:extLst>
              <a:ext uri="{FF2B5EF4-FFF2-40B4-BE49-F238E27FC236}">
                <a16:creationId xmlns:a16="http://schemas.microsoft.com/office/drawing/2014/main" id="{D0D3CE3F-6F66-7E55-E7BC-F2A7B89462CB}"/>
              </a:ext>
            </a:extLst>
          </p:cNvPr>
          <p:cNvSpPr/>
          <p:nvPr/>
        </p:nvSpPr>
        <p:spPr>
          <a:xfrm>
            <a:off x="3865031" y="3270143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1C6C073-90AD-0507-5C5D-DCA9CBEE8D76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95A9A81-9AB0-905F-2880-6FB72B5F1141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E888FA8-DAC9-00EE-E96F-C7E6BE432BF0}"/>
              </a:ext>
            </a:extLst>
          </p:cNvPr>
          <p:cNvSpPr/>
          <p:nvPr/>
        </p:nvSpPr>
        <p:spPr>
          <a:xfrm>
            <a:off x="2238009" y="259797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F440E6A1-BB3A-0869-0A6B-F94142BCCCBF}"/>
              </a:ext>
            </a:extLst>
          </p:cNvPr>
          <p:cNvSpPr/>
          <p:nvPr/>
        </p:nvSpPr>
        <p:spPr>
          <a:xfrm>
            <a:off x="3338262" y="334865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3021D44-63BB-3392-4363-19434237EC98}"/>
              </a:ext>
            </a:extLst>
          </p:cNvPr>
          <p:cNvSpPr/>
          <p:nvPr/>
        </p:nvSpPr>
        <p:spPr>
          <a:xfrm>
            <a:off x="2231289" y="39315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347087C-BE0F-F670-776F-E317B51B2905}"/>
              </a:ext>
            </a:extLst>
          </p:cNvPr>
          <p:cNvSpPr/>
          <p:nvPr/>
        </p:nvSpPr>
        <p:spPr>
          <a:xfrm>
            <a:off x="6533491" y="16950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0FD04A81-1DAF-451A-57CD-748B134B553C}"/>
              </a:ext>
            </a:extLst>
          </p:cNvPr>
          <p:cNvSpPr/>
          <p:nvPr/>
        </p:nvSpPr>
        <p:spPr>
          <a:xfrm>
            <a:off x="3635231" y="423795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81" name="Input">
            <a:extLst>
              <a:ext uri="{FF2B5EF4-FFF2-40B4-BE49-F238E27FC236}">
                <a16:creationId xmlns:a16="http://schemas.microsoft.com/office/drawing/2014/main" id="{69354ECC-E939-4C3D-DC0E-33917912A95D}"/>
              </a:ext>
            </a:extLst>
          </p:cNvPr>
          <p:cNvSpPr/>
          <p:nvPr/>
        </p:nvSpPr>
        <p:spPr>
          <a:xfrm>
            <a:off x="3865032" y="3565286"/>
            <a:ext cx="1063806" cy="240454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투표 항목 추가</a:t>
            </a:r>
          </a:p>
        </p:txBody>
      </p:sp>
      <p:sp>
        <p:nvSpPr>
          <p:cNvPr id="82" name="더하기 기호 81">
            <a:extLst>
              <a:ext uri="{FF2B5EF4-FFF2-40B4-BE49-F238E27FC236}">
                <a16:creationId xmlns:a16="http://schemas.microsoft.com/office/drawing/2014/main" id="{6B1B5A60-98AE-4C94-B682-0F1D4AC0C390}"/>
              </a:ext>
            </a:extLst>
          </p:cNvPr>
          <p:cNvSpPr/>
          <p:nvPr/>
        </p:nvSpPr>
        <p:spPr>
          <a:xfrm>
            <a:off x="3917174" y="3608812"/>
            <a:ext cx="159283" cy="160148"/>
          </a:xfrm>
          <a:prstGeom prst="mathPlus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1A6F21CD-4EDC-7F76-51E4-48CE51394A9F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삭제</a:t>
            </a: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DCD5F529-CAB6-D4CD-E252-F595D27EF867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4585791" y="4002359"/>
            <a:ext cx="5201979" cy="1889858"/>
          </a:xfrm>
          <a:prstGeom prst="bentConnector3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518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392F-C884-8043-DE8A-14953F6E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EB2093-F90E-13B4-4C35-AF531C467B62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94D9089-1148-C0E9-F57C-3EAFCC5B5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276702"/>
              </p:ext>
            </p:extLst>
          </p:nvPr>
        </p:nvGraphicFramePr>
        <p:xfrm>
          <a:off x="9655174" y="276226"/>
          <a:ext cx="2532687" cy="17629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투표결과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결과를 팝업으로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질문과 항목을 그래프로 표시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각 항목별 투표자를 백분율로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진행중인 투표의 경우에는 현재 시점의 투표 결과를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B2E3F8E-BAFF-4A13-EB1D-F25A078E70F4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E15BC7-DE42-7CD6-D05B-0370B94F754F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투표결과 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05555D-42B3-D9CE-0783-76D8ADFE0CA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046C52-54A2-C2DA-C9D2-A3BA28B3D530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1030E-4C09-12E7-935F-B5FB9107BB9B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DC1CE-B109-EA90-4D28-6CC94FED11A7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DF125-0A27-74B9-F067-6E77FEAEAD52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862CDE8-77C3-5055-D13B-B854E4F61E43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AA384339-56AF-280A-97D6-05BF7F09C0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62E7EA7-393D-DC73-0817-9E83334D4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39B0CE86-10EB-22D8-729A-59B2620B0B6D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185D163-7CBD-183A-225D-5A1A1C20E1BF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F04EF958-9F8D-5E33-19D5-AA1EE0948086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E5C77830-65F2-D3DD-E4F8-E449991CB5A1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13CEEDCF-445D-19EF-90D2-20A9F93FADFC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69671C2-9224-031C-FDD1-713CA07EF0F3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41FE588E-FA37-C058-203B-77CEBDF447E4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E382DFDE-DA72-E382-24CF-6A76D149625C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99C3B9AB-86CA-B778-AD6B-1F731973DE6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6DEA4826-5AAA-289D-75C9-E72CBC2B4027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E8F743CB-2FD5-6421-4E6D-F80968726E19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44632491-969A-0D0B-EB41-6C94FFFF49C8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89213507-C21F-4923-73D4-713FEEE31F7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121BDADB-4772-EFFC-7C7B-8BDB4D56DB0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0CF29A13-E8F7-F785-C04E-3E9BB3E27E4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83C2F219-C116-055B-A980-1340FF554802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7D36A8F-0236-F356-54D9-B1FD12A92F11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15FEAC7-6A22-9938-10AD-94FAF0025E0E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E4E361B-906F-530A-FAD4-725FBC491628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1C326ED-D7B9-3F8E-1318-FA0B7A831958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8EEEBB0-1FCF-F334-49D4-1702C6DE40C0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0392BA-283A-B6BA-3D1C-3EE51EE54564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44DBC7B-6483-A885-7BB8-7ABF3BB5216C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364F1E-E957-6BA6-ECF6-415EAE6497FA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F78E059-0D27-B4AB-6A90-36573E86A16D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535D9FF-562D-AE8E-56D5-8D344E044CCA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8EAC23-BAA2-341B-92D2-70B123CEE6D7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DED1BCA-911A-5265-390A-1A172DD03358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92EB58-355F-1957-3AEC-88D2B9202006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7A6C6B5C-326F-D613-637B-3F9C3C9C5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CB23F4F3-14CC-8F39-B0B2-7CEF4F9A0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A76DF97-771B-65DA-7F25-90831C21CE18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AC14F-7C75-D971-B0EA-0F0864F42E2D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37AF04C-8F70-FC9D-4C3C-FCE81799DE67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0535385-6CC1-3364-33A0-8511D4D91465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673F6AD-186F-A6D6-9312-736337194D0B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518E716-33B3-FB69-5008-B76049E92E1E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BB2E78-7D51-D1B9-28C1-B0D72205BC0D}"/>
              </a:ext>
            </a:extLst>
          </p:cNvPr>
          <p:cNvSpPr/>
          <p:nvPr/>
        </p:nvSpPr>
        <p:spPr>
          <a:xfrm>
            <a:off x="26184" y="74261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87A10A2-71EB-EE6B-0149-1307176B7F15}"/>
              </a:ext>
            </a:extLst>
          </p:cNvPr>
          <p:cNvGrpSpPr/>
          <p:nvPr/>
        </p:nvGrpSpPr>
        <p:grpSpPr>
          <a:xfrm>
            <a:off x="2475002" y="1933687"/>
            <a:ext cx="4517337" cy="2452144"/>
            <a:chOff x="2261355" y="1408764"/>
            <a:chExt cx="4517337" cy="245214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9D5FF04-9BA0-F1E3-5DC5-8786212012E2}"/>
                </a:ext>
              </a:extLst>
            </p:cNvPr>
            <p:cNvSpPr/>
            <p:nvPr/>
          </p:nvSpPr>
          <p:spPr>
            <a:xfrm>
              <a:off x="2263211" y="1800780"/>
              <a:ext cx="4507530" cy="20601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44000"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99ACE046-E6ED-F208-8429-4EA2493C2535}"/>
                </a:ext>
              </a:extLst>
            </p:cNvPr>
            <p:cNvSpPr/>
            <p:nvPr/>
          </p:nvSpPr>
          <p:spPr>
            <a:xfrm>
              <a:off x="4005248" y="3432855"/>
              <a:ext cx="1070164" cy="241671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FFFFFF"/>
                  </a:solidFill>
                </a:rPr>
                <a:t>확인</a:t>
              </a:r>
            </a:p>
          </p:txBody>
        </p:sp>
        <p:sp>
          <p:nvSpPr>
            <p:cNvPr id="12" name="양쪽 모서리가 둥근 사각형 7">
              <a:extLst>
                <a:ext uri="{FF2B5EF4-FFF2-40B4-BE49-F238E27FC236}">
                  <a16:creationId xmlns:a16="http://schemas.microsoft.com/office/drawing/2014/main" id="{9F17DEBA-486B-78F2-7A91-4D76BD10AD52}"/>
                </a:ext>
              </a:extLst>
            </p:cNvPr>
            <p:cNvSpPr/>
            <p:nvPr/>
          </p:nvSpPr>
          <p:spPr>
            <a:xfrm>
              <a:off x="2261355" y="1408764"/>
              <a:ext cx="4517337" cy="395428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/>
                <a:t>투표결과 </a:t>
              </a:r>
              <a:r>
                <a:rPr lang="ko-KR" altLang="en-US" dirty="0"/>
                <a:t>                                                        </a:t>
              </a:r>
            </a:p>
          </p:txBody>
        </p:sp>
        <p:sp>
          <p:nvSpPr>
            <p:cNvPr id="129" name="곱하기 기호 128">
              <a:extLst>
                <a:ext uri="{FF2B5EF4-FFF2-40B4-BE49-F238E27FC236}">
                  <a16:creationId xmlns:a16="http://schemas.microsoft.com/office/drawing/2014/main" id="{6DB91D4E-B3D7-71B8-A3A5-A00CE9A10025}"/>
                </a:ext>
              </a:extLst>
            </p:cNvPr>
            <p:cNvSpPr/>
            <p:nvPr/>
          </p:nvSpPr>
          <p:spPr>
            <a:xfrm>
              <a:off x="6387523" y="1460767"/>
              <a:ext cx="338302" cy="280607"/>
            </a:xfrm>
            <a:prstGeom prst="mathMultiply">
              <a:avLst>
                <a:gd name="adj1" fmla="val 1265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6DAA3510-3099-B0B3-2214-1E57676CE94A}"/>
                </a:ext>
              </a:extLst>
            </p:cNvPr>
            <p:cNvGrpSpPr/>
            <p:nvPr/>
          </p:nvGrpSpPr>
          <p:grpSpPr>
            <a:xfrm>
              <a:off x="2403220" y="1893407"/>
              <a:ext cx="4117033" cy="1692771"/>
              <a:chOff x="683568" y="1455033"/>
              <a:chExt cx="5544616" cy="1692771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8283220-12F9-2BC0-27FB-5BD7BA2C8B9C}"/>
                  </a:ext>
                </a:extLst>
              </p:cNvPr>
              <p:cNvSpPr txBox="1"/>
              <p:nvPr/>
            </p:nvSpPr>
            <p:spPr>
              <a:xfrm>
                <a:off x="683568" y="1455033"/>
                <a:ext cx="5544616" cy="16927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28600" indent="-228600">
                  <a:buAutoNum type="arabicPeriod"/>
                </a:pPr>
                <a:r>
                  <a:rPr lang="ko-KR" altLang="en-US" sz="800" b="1" dirty="0"/>
                  <a:t>이번 모임에 대한 참여자분들의 의견은 어떻습니까</a:t>
                </a:r>
                <a:r>
                  <a:rPr lang="en-US" altLang="ko-KR" sz="800" b="1" dirty="0"/>
                  <a:t>?</a:t>
                </a:r>
              </a:p>
              <a:p>
                <a:endParaRPr lang="en-US" altLang="ko-KR" sz="800" dirty="0"/>
              </a:p>
              <a:p>
                <a:pPr algn="l"/>
                <a:r>
                  <a:rPr lang="ko-KR" altLang="en-US" sz="800" dirty="0"/>
                  <a:t>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en-US" altLang="ko-KR" sz="800" dirty="0"/>
                  <a:t> 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ko-KR" altLang="en-US" sz="800" dirty="0"/>
                  <a:t>불만족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r>
                  <a:rPr lang="en-US" altLang="ko-KR" sz="800" dirty="0"/>
                  <a:t>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endParaRPr lang="ko-KR" altLang="en-US" sz="800" dirty="0"/>
              </a:p>
            </p:txBody>
          </p:sp>
          <p:sp>
            <p:nvSpPr>
              <p:cNvPr id="65" name="모서리가 둥근 직사각형 10">
                <a:extLst>
                  <a:ext uri="{FF2B5EF4-FFF2-40B4-BE49-F238E27FC236}">
                    <a16:creationId xmlns:a16="http://schemas.microsoft.com/office/drawing/2014/main" id="{7B24D22A-FD56-ED9C-F882-562A9B3FE93A}"/>
                  </a:ext>
                </a:extLst>
              </p:cNvPr>
              <p:cNvSpPr/>
              <p:nvPr/>
            </p:nvSpPr>
            <p:spPr>
              <a:xfrm>
                <a:off x="755576" y="2008143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모서리가 둥근 직사각형 46">
                <a:extLst>
                  <a:ext uri="{FF2B5EF4-FFF2-40B4-BE49-F238E27FC236}">
                    <a16:creationId xmlns:a16="http://schemas.microsoft.com/office/drawing/2014/main" id="{25ACBD16-984B-26EB-745D-4A9FAFE5AC74}"/>
                  </a:ext>
                </a:extLst>
              </p:cNvPr>
              <p:cNvSpPr/>
              <p:nvPr/>
            </p:nvSpPr>
            <p:spPr>
              <a:xfrm>
                <a:off x="755576" y="2008143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모서리가 둥근 직사각형 80">
                <a:extLst>
                  <a:ext uri="{FF2B5EF4-FFF2-40B4-BE49-F238E27FC236}">
                    <a16:creationId xmlns:a16="http://schemas.microsoft.com/office/drawing/2014/main" id="{D712AF63-C48C-527D-5E8B-2FCDE4F6A034}"/>
                  </a:ext>
                </a:extLst>
              </p:cNvPr>
              <p:cNvSpPr/>
              <p:nvPr/>
            </p:nvSpPr>
            <p:spPr>
              <a:xfrm>
                <a:off x="755576" y="2511205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모서리가 둥근 직사각형 81">
                <a:extLst>
                  <a:ext uri="{FF2B5EF4-FFF2-40B4-BE49-F238E27FC236}">
                    <a16:creationId xmlns:a16="http://schemas.microsoft.com/office/drawing/2014/main" id="{D0AF7FBD-CB04-055C-D9B2-EC227DEEAEEF}"/>
                  </a:ext>
                </a:extLst>
              </p:cNvPr>
              <p:cNvSpPr/>
              <p:nvPr/>
            </p:nvSpPr>
            <p:spPr>
              <a:xfrm>
                <a:off x="755576" y="2511205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79CD0173-8062-4B6A-BA6E-6576D158B9A2}"/>
              </a:ext>
            </a:extLst>
          </p:cNvPr>
          <p:cNvSpPr/>
          <p:nvPr/>
        </p:nvSpPr>
        <p:spPr>
          <a:xfrm>
            <a:off x="2391687" y="18411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B579179-C3F8-19B3-D931-47D2F88873D5}"/>
              </a:ext>
            </a:extLst>
          </p:cNvPr>
          <p:cNvSpPr/>
          <p:nvPr/>
        </p:nvSpPr>
        <p:spPr>
          <a:xfrm>
            <a:off x="2391687" y="238530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47BCAD2-2B8B-1D51-8B77-7A5B2189B551}"/>
              </a:ext>
            </a:extLst>
          </p:cNvPr>
          <p:cNvSpPr/>
          <p:nvPr/>
        </p:nvSpPr>
        <p:spPr>
          <a:xfrm>
            <a:off x="3924904" y="395777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9798490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0986-13EB-6AB2-B17E-6650ECAA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B77532-DE84-CCAB-EC5A-438471E9E9BF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E6F7641D-FA61-4F20-5376-A02A80805C88}"/>
              </a:ext>
            </a:extLst>
          </p:cNvPr>
          <p:cNvGraphicFramePr/>
          <p:nvPr/>
        </p:nvGraphicFramePr>
        <p:xfrm>
          <a:off x="9655174" y="276226"/>
          <a:ext cx="2532687" cy="27078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투표참여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입력된 투표의 정보가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투표의 제목과 투표 항목이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투표전에는 모든 버튼이 동일색상으로 유지되고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후에는 선택된 항목의 버튼을 색상유지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선택하지 않은 항목은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 참여 버튼 선택전에는 선택 항목 변경 가능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변경시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선택 버튼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참여하지 않은 상태로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내용을 투표에 참여한 내용으로 반영하고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3F6E6F3-F1C7-015C-7A29-4656A1E5F92E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1715D-D4A2-086B-28FC-F01557DF426B}"/>
              </a:ext>
            </a:extLst>
          </p:cNvPr>
          <p:cNvSpPr txBox="1"/>
          <p:nvPr/>
        </p:nvSpPr>
        <p:spPr>
          <a:xfrm>
            <a:off x="7208520" y="1814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투표참여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12993C-9A9B-3859-E0EB-33F47192EE4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D83977-BE00-4A70-C5CB-16ACA16ADD40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230CA-ED6D-ED1A-D4AB-0CDE397C4904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92D1B-358E-0ACA-5A52-C5A59EA9C081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23C80-BFF7-81AD-003B-719E456D0403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483DA3C-E601-E80C-D16A-FB2DF451C19B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DF271FD-1F53-4B56-048F-51CA93C5BE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88C2454-C7DD-5B93-B149-6B5FF788B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44AA656B-B6EE-EF78-A066-AEDD761BAAAC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76243BC-02C4-CEC7-56E1-5FBB5AF2315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FC891680-FE7E-6AE4-26B7-9777BAD16AB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140D3738-91A6-0E97-F537-AD29C4F9E609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A178D7A0-5C6D-30C2-0693-F406956DE254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3250EF9-75F4-BB00-D84C-350321DEE29E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B1A2D9FE-A47F-E80A-5EB4-9E8B22657B93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4341050-B6B5-2037-E2AE-8B9C826AC7FC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D83043B7-EDF6-75EC-7CA7-88C71D6EB2A9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7DED4019-0012-E7A1-50FF-7607C96B4CDF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3AF865B2-DD05-0BF1-F51D-7E92867C9F90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146754FA-57FC-600A-7190-6C52EEF6D6E8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6E4CDB09-775D-7911-CE00-6D55106A63EA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4E061244-4B8E-6417-AB13-B396997527BD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75786FDF-7EF6-1BCC-1D6C-653089C36078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A18B85AF-23F7-45FE-D072-2381C299AB42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CF074C-B306-4FD3-D5F9-88326487C248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0352C6-D506-4272-41BC-D49A51FB51B2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0AF9A17-818F-D6FC-4740-990C44C2DC07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68208F8-2C5B-B9B1-9D91-688B3C583986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6990126-0D85-067D-52C5-F889B36F5582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63C9AB-92E3-5536-C727-A7E7E60F9558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41BF481-AEEF-8A61-CADC-2E98E7AD0434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0B155C-E37E-1416-EEE5-C8A8D2359DA4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09571F5-0EB6-6F2C-2B9D-F94C1B2E01E6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7AE8948-562C-E3D4-241C-EDBB3A275CC7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4BD5FE-8086-B0B2-72DD-9633DE8971C2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8227B61-9315-6B5B-2D36-91EBDB258D62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3B647D-B884-2B1A-62C7-E9848F52F151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257E5A26-FCD7-47F9-E31D-F747190FB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46586040-4F48-A98E-69CF-C99CCF598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3EE8F85-1940-B92A-B846-167E9EAE12BC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6C50D9-094F-ABBB-1804-D159A3546909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369F740-896D-DEDA-8C77-63CF80065243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121426B-D348-B57A-ECDD-402B2B7CBAF8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C414FCA2-DB90-5145-6D73-8EA640594B70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77B0AEE-2828-CD7F-B06F-EBA45CA1A608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48BE20-D5C7-E864-FCB1-E783323AF577}"/>
              </a:ext>
            </a:extLst>
          </p:cNvPr>
          <p:cNvSpPr/>
          <p:nvPr/>
        </p:nvSpPr>
        <p:spPr>
          <a:xfrm>
            <a:off x="35319" y="718764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5CA5E6-078F-36AF-E38D-24FB3AD47A3E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4CDBD6-0773-4B5C-6AA3-6ABE05EFC6FB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참여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D640582F-A1EF-05D7-20BA-334BDC56E4C2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77183"/>
          <a:ext cx="4117058" cy="16103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제목이 출력됩니다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2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</a:tbl>
          </a:graphicData>
        </a:graphic>
      </p:graphicFrame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8D4BC1BC-783E-0D81-D6B2-E9B13F1438F2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참여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F0A3712-FAC9-8023-457C-234EF641D2BE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41433812-A8C0-A72D-9377-A08EF0CD633F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A174BCE-AC67-D078-1802-738FCD5588AF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8C12569-6522-6FE3-953D-705AB57912F6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9E0984A0-8218-A2B5-FE20-7514388A1712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선택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FD25FEB-3EE7-7A39-BCCE-DBA21B3F03C9}"/>
              </a:ext>
            </a:extLst>
          </p:cNvPr>
          <p:cNvSpPr/>
          <p:nvPr/>
        </p:nvSpPr>
        <p:spPr>
          <a:xfrm>
            <a:off x="6024496" y="3013038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A7E386A-2A16-38EA-AA0C-AEB3A58A7EED}"/>
              </a:ext>
            </a:extLst>
          </p:cNvPr>
          <p:cNvSpPr/>
          <p:nvPr/>
        </p:nvSpPr>
        <p:spPr>
          <a:xfrm>
            <a:off x="6024496" y="269501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279D498-7056-A3EB-731D-3ABC24A6DC30}"/>
              </a:ext>
            </a:extLst>
          </p:cNvPr>
          <p:cNvSpPr/>
          <p:nvPr/>
        </p:nvSpPr>
        <p:spPr>
          <a:xfrm>
            <a:off x="6533491" y="29603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384275F-FE50-3814-F8F7-722B10FD2322}"/>
              </a:ext>
            </a:extLst>
          </p:cNvPr>
          <p:cNvSpPr/>
          <p:nvPr/>
        </p:nvSpPr>
        <p:spPr>
          <a:xfrm>
            <a:off x="3637023" y="423618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876333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C734-21C2-2138-830E-22CEAB902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8E39708-0B61-BABA-13EC-7DB0554C4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293716"/>
              </p:ext>
            </p:extLst>
          </p:nvPr>
        </p:nvGraphicFramePr>
        <p:xfrm>
          <a:off x="9655174" y="276226"/>
          <a:ext cx="2532687" cy="41709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요청 페이지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신규 협업 등록을 요청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요청 정보 입력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연구지원소개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연구지원주제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키워드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사용자 이름 자동입력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이름 입력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20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연구지원소개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소개 입력 창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50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등록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미등록 시 디폴트 이미지 사용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찾아보기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가능하고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권장 사이즈 안내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사이즈가 일치하지 않는 파일 등록 시 사용자 화면에서 자동으로 맞춤 처리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등록요청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정보로 신규 연구지원의 등록 요청을 진행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소개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 요청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명을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“,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소개 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EB8CF78-FD39-6106-3101-66D0C945E22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4E36E6-7ECB-70FC-F959-14E553132A7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등록 요청</a:t>
            </a: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01B45139-AC28-6C5F-A39A-E4CA8BF57EE6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C91DE-F221-A39C-7E15-853CD0E70501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D0283-86D4-BF83-A747-C4B8788D91AD}"/>
              </a:ext>
            </a:extLst>
          </p:cNvPr>
          <p:cNvSpPr/>
          <p:nvPr/>
        </p:nvSpPr>
        <p:spPr>
          <a:xfrm>
            <a:off x="105143" y="1095436"/>
            <a:ext cx="9421888" cy="3005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98C74-6B31-934C-6C8A-843E0841D19B}"/>
              </a:ext>
            </a:extLst>
          </p:cNvPr>
          <p:cNvSpPr txBox="1"/>
          <p:nvPr/>
        </p:nvSpPr>
        <p:spPr>
          <a:xfrm>
            <a:off x="166342" y="1093833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연구지원 등록 요청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D1F9E6F-F218-0560-7ADA-DA834AA756DE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680802"/>
          <a:ext cx="9421887" cy="297047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명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소개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썸네일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이미지 파일만 등록가능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000*000)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5887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주제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키워드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00974"/>
                  </a:ext>
                </a:extLst>
              </a:tr>
            </a:tbl>
          </a:graphicData>
        </a:graphic>
      </p:graphicFrame>
      <p:sp>
        <p:nvSpPr>
          <p:cNvPr id="15" name="Input">
            <a:extLst>
              <a:ext uri="{FF2B5EF4-FFF2-40B4-BE49-F238E27FC236}">
                <a16:creationId xmlns:a16="http://schemas.microsoft.com/office/drawing/2014/main" id="{8A147813-E294-571F-F6FD-B9283250EF9D}"/>
              </a:ext>
            </a:extLst>
          </p:cNvPr>
          <p:cNvSpPr/>
          <p:nvPr/>
        </p:nvSpPr>
        <p:spPr>
          <a:xfrm>
            <a:off x="1261671" y="2073768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 명을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" name="Input">
            <a:extLst>
              <a:ext uri="{FF2B5EF4-FFF2-40B4-BE49-F238E27FC236}">
                <a16:creationId xmlns:a16="http://schemas.microsoft.com/office/drawing/2014/main" id="{954DC595-73AE-FEB9-3097-04E9A3E28785}"/>
              </a:ext>
            </a:extLst>
          </p:cNvPr>
          <p:cNvSpPr/>
          <p:nvPr/>
        </p:nvSpPr>
        <p:spPr>
          <a:xfrm>
            <a:off x="1261671" y="238257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 소개 내용을 입력해주세요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406646E7-3C7E-EC02-9843-7FF46CC81C2C}"/>
              </a:ext>
            </a:extLst>
          </p:cNvPr>
          <p:cNvSpPr/>
          <p:nvPr/>
        </p:nvSpPr>
        <p:spPr>
          <a:xfrm>
            <a:off x="1261671" y="4042411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 주제를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17CCC4A6-3235-34A1-B377-DD6C5CBFF9FE}"/>
              </a:ext>
            </a:extLst>
          </p:cNvPr>
          <p:cNvSpPr/>
          <p:nvPr/>
        </p:nvSpPr>
        <p:spPr>
          <a:xfrm>
            <a:off x="1261671" y="4363109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연구지원과 관련된 키워드를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형식으로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Input">
            <a:extLst>
              <a:ext uri="{FF2B5EF4-FFF2-40B4-BE49-F238E27FC236}">
                <a16:creationId xmlns:a16="http://schemas.microsoft.com/office/drawing/2014/main" id="{572A424B-6EA1-65AF-F2CF-23658C5CC513}"/>
              </a:ext>
            </a:extLst>
          </p:cNvPr>
          <p:cNvSpPr/>
          <p:nvPr/>
        </p:nvSpPr>
        <p:spPr>
          <a:xfrm>
            <a:off x="8371943" y="4752343"/>
            <a:ext cx="1115771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연구지원 등록요청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1F8EE65-BF12-CED9-1129-232F263BD5B9}"/>
              </a:ext>
            </a:extLst>
          </p:cNvPr>
          <p:cNvSpPr/>
          <p:nvPr/>
        </p:nvSpPr>
        <p:spPr>
          <a:xfrm>
            <a:off x="-6733" y="10791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6DFFE7F-4795-2A7F-7CC4-7B84A0054C40}"/>
              </a:ext>
            </a:extLst>
          </p:cNvPr>
          <p:cNvSpPr/>
          <p:nvPr/>
        </p:nvSpPr>
        <p:spPr>
          <a:xfrm>
            <a:off x="-6733" y="16059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096" name="타원 4095">
            <a:extLst>
              <a:ext uri="{FF2B5EF4-FFF2-40B4-BE49-F238E27FC236}">
                <a16:creationId xmlns:a16="http://schemas.microsoft.com/office/drawing/2014/main" id="{F7EC754A-ACB4-4B03-277C-EDF01E21F667}"/>
              </a:ext>
            </a:extLst>
          </p:cNvPr>
          <p:cNvSpPr/>
          <p:nvPr/>
        </p:nvSpPr>
        <p:spPr>
          <a:xfrm>
            <a:off x="8047912" y="47417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97" name="Input">
            <a:extLst>
              <a:ext uri="{FF2B5EF4-FFF2-40B4-BE49-F238E27FC236}">
                <a16:creationId xmlns:a16="http://schemas.microsoft.com/office/drawing/2014/main" id="{80DEDC8A-A53E-4D47-718C-4A3E1637B44B}"/>
              </a:ext>
            </a:extLst>
          </p:cNvPr>
          <p:cNvSpPr/>
          <p:nvPr/>
        </p:nvSpPr>
        <p:spPr>
          <a:xfrm>
            <a:off x="1261671" y="3441045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8" name="Input">
            <a:extLst>
              <a:ext uri="{FF2B5EF4-FFF2-40B4-BE49-F238E27FC236}">
                <a16:creationId xmlns:a16="http://schemas.microsoft.com/office/drawing/2014/main" id="{31437A6C-808D-45E3-96D8-4D2D9FFB762D}"/>
              </a:ext>
            </a:extLst>
          </p:cNvPr>
          <p:cNvSpPr/>
          <p:nvPr/>
        </p:nvSpPr>
        <p:spPr>
          <a:xfrm>
            <a:off x="8030125" y="3434544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9" name="타원 4098">
            <a:extLst>
              <a:ext uri="{FF2B5EF4-FFF2-40B4-BE49-F238E27FC236}">
                <a16:creationId xmlns:a16="http://schemas.microsoft.com/office/drawing/2014/main" id="{AC97D786-61EF-26D4-2EC1-DA68C02635AA}"/>
              </a:ext>
            </a:extLst>
          </p:cNvPr>
          <p:cNvSpPr/>
          <p:nvPr/>
        </p:nvSpPr>
        <p:spPr>
          <a:xfrm>
            <a:off x="-12654" y="3438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F05DF-96DC-F128-14A8-475284E0288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 V-HLC-03-013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4033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0BFE-AC9E-973E-7D0D-5082C890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0164444-867D-F5DE-827F-79650A310333}"/>
              </a:ext>
            </a:extLst>
          </p:cNvPr>
          <p:cNvGraphicFramePr/>
          <p:nvPr/>
        </p:nvGraphicFramePr>
        <p:xfrm>
          <a:off x="9655174" y="276226"/>
          <a:ext cx="2532687" cy="49634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팝업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권한을 보유한 사용자가 연구지원에서 멤버관리 버튼 선택 시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팝업에서 멤버등록 요청에 대한 처리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관리 메뉴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해당 서비스 내용으로 하단 페이지 내용 변경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미만 입력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이상입니다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후 검색 진행 시 전체 리스트 제공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사용자 리스트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참여신청을 진행한 사용자의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1page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개의 행으로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승인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참여승인을 요청한 사용자 리스트에서 참여 승인여부를 결정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이전에는 승인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버튼 제공하며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텍스트로 결과만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사용자를 연구지원의 멤버로 승인하고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승인된 사용자는 멤버 역할관리에 추가되고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역활관리에서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역할을 지정할 수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사용자의 멤버 요청을 거절하고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사용자에게는 거절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시에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후 확인 선택 시 승인 또는 거절 처리 완료 안내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EEDDEB0-C2CD-14D8-3E5C-BC93A47F811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24B74-722C-2CA8-516F-26EF0B788F24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멤버등록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822CDD-4C3F-0D44-C50A-47324856FED1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C93BFA1-1A12-8F94-5591-12A398D14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CF139D-9903-696B-02E5-6AEC7C757AAB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A7F20D-2630-FC74-98D3-A26A226A67DC}"/>
              </a:ext>
            </a:extLst>
          </p:cNvPr>
          <p:cNvSpPr/>
          <p:nvPr/>
        </p:nvSpPr>
        <p:spPr>
          <a:xfrm>
            <a:off x="637891" y="8110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691478F-B1C2-17EA-5376-F025047C51B9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9C267818-6D37-4220-BA9C-8484730F32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84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CDB0302-5EA3-21E3-E3EA-172CDC9C05D6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5495152B-D27D-E6BE-77E6-561E0EF6E175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0E4BD9-B837-665B-296F-9B0C38A2DD2E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2C006387-0689-B63D-A2BE-910FBAB1E93A}"/>
              </a:ext>
            </a:extLst>
          </p:cNvPr>
          <p:cNvSpPr/>
          <p:nvPr/>
        </p:nvSpPr>
        <p:spPr>
          <a:xfrm>
            <a:off x="3272407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D174E916-A759-8DA8-CA60-9C9C641FD859}"/>
              </a:ext>
            </a:extLst>
          </p:cNvPr>
          <p:cNvSpPr/>
          <p:nvPr/>
        </p:nvSpPr>
        <p:spPr>
          <a:xfrm>
            <a:off x="1863011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1AD0DDE-E944-CA82-4B44-D21CEAA08191}"/>
              </a:ext>
            </a:extLst>
          </p:cNvPr>
          <p:cNvGrpSpPr/>
          <p:nvPr/>
        </p:nvGrpSpPr>
        <p:grpSpPr>
          <a:xfrm>
            <a:off x="876862" y="1704432"/>
            <a:ext cx="913792" cy="224895"/>
            <a:chOff x="2462166" y="2226969"/>
            <a:chExt cx="913792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7A592366-1A39-5AE8-0910-2C28EFA6D62B}"/>
                </a:ext>
              </a:extLst>
            </p:cNvPr>
            <p:cNvSpPr/>
            <p:nvPr/>
          </p:nvSpPr>
          <p:spPr>
            <a:xfrm>
              <a:off x="2462166" y="2226969"/>
              <a:ext cx="913792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24ADB567-9EEA-092D-3ADF-84E1E250BBA3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229093" y="2300508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329C3F7-15A4-0CC9-8E83-C72CF94F81EB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60180"/>
          <a:ext cx="7880358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6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867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2194863">
                  <a:extLst>
                    <a:ext uri="{9D8B030D-6E8A-4147-A177-3AD203B41FA5}">
                      <a16:colId xmlns:a16="http://schemas.microsoft.com/office/drawing/2014/main" val="2424607265"/>
                    </a:ext>
                  </a:extLst>
                </a:gridCol>
                <a:gridCol w="1999752">
                  <a:extLst>
                    <a:ext uri="{9D8B030D-6E8A-4147-A177-3AD203B41FA5}">
                      <a16:colId xmlns:a16="http://schemas.microsoft.com/office/drawing/2014/main" val="3060175240"/>
                    </a:ext>
                  </a:extLst>
                </a:gridCol>
                <a:gridCol w="1260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등록신청일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참여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HH:MM:SS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0" name="Pagination">
            <a:extLst>
              <a:ext uri="{FF2B5EF4-FFF2-40B4-BE49-F238E27FC236}">
                <a16:creationId xmlns:a16="http://schemas.microsoft.com/office/drawing/2014/main" id="{12F024B6-4A7B-FD58-8B38-A97414849551}"/>
              </a:ext>
            </a:extLst>
          </p:cNvPr>
          <p:cNvGrpSpPr/>
          <p:nvPr/>
        </p:nvGrpSpPr>
        <p:grpSpPr>
          <a:xfrm>
            <a:off x="2865225" y="582525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1" name="Previous">
              <a:extLst>
                <a:ext uri="{FF2B5EF4-FFF2-40B4-BE49-F238E27FC236}">
                  <a16:creationId xmlns:a16="http://schemas.microsoft.com/office/drawing/2014/main" id="{243818E8-C0F7-CCEB-A1A8-7BD9EA26A81C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2" name="Page 1">
              <a:extLst>
                <a:ext uri="{FF2B5EF4-FFF2-40B4-BE49-F238E27FC236}">
                  <a16:creationId xmlns:a16="http://schemas.microsoft.com/office/drawing/2014/main" id="{C6D24CB3-5E79-C72A-6C84-63D92F693B9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" name="Page 2">
              <a:extLst>
                <a:ext uri="{FF2B5EF4-FFF2-40B4-BE49-F238E27FC236}">
                  <a16:creationId xmlns:a16="http://schemas.microsoft.com/office/drawing/2014/main" id="{79521F95-CE24-1B10-114F-23F62909054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4" name="Page 3">
              <a:extLst>
                <a:ext uri="{FF2B5EF4-FFF2-40B4-BE49-F238E27FC236}">
                  <a16:creationId xmlns:a16="http://schemas.microsoft.com/office/drawing/2014/main" id="{1A621442-E623-D912-D1DB-6F438560EF96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5" name="Page 4">
              <a:extLst>
                <a:ext uri="{FF2B5EF4-FFF2-40B4-BE49-F238E27FC236}">
                  <a16:creationId xmlns:a16="http://schemas.microsoft.com/office/drawing/2014/main" id="{6E744F82-66BD-C03A-A60A-BAE0EE68E0A3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F0A4F305-6A99-ADAE-D828-3FDEF043BE3F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" name="Next">
              <a:extLst>
                <a:ext uri="{FF2B5EF4-FFF2-40B4-BE49-F238E27FC236}">
                  <a16:creationId xmlns:a16="http://schemas.microsoft.com/office/drawing/2014/main" id="{5FF9CB16-C882-C59A-8097-3F892CF61B91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9" name="Page 1">
              <a:extLst>
                <a:ext uri="{FF2B5EF4-FFF2-40B4-BE49-F238E27FC236}">
                  <a16:creationId xmlns:a16="http://schemas.microsoft.com/office/drawing/2014/main" id="{049A54E6-E9E2-25E6-86F8-74E5E5A4FC2F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0" name="Page 2">
              <a:extLst>
                <a:ext uri="{FF2B5EF4-FFF2-40B4-BE49-F238E27FC236}">
                  <a16:creationId xmlns:a16="http://schemas.microsoft.com/office/drawing/2014/main" id="{A4848DAB-7A96-18B9-FDF7-F5877CB07C5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1" name="Page 3">
              <a:extLst>
                <a:ext uri="{FF2B5EF4-FFF2-40B4-BE49-F238E27FC236}">
                  <a16:creationId xmlns:a16="http://schemas.microsoft.com/office/drawing/2014/main" id="{5F3DFB6A-334C-875A-1173-6B6A606FFFEF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2" name="Page 4">
              <a:extLst>
                <a:ext uri="{FF2B5EF4-FFF2-40B4-BE49-F238E27FC236}">
                  <a16:creationId xmlns:a16="http://schemas.microsoft.com/office/drawing/2014/main" id="{10064819-FAD5-6535-5AE7-AD0BB90D2FCB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3" name="Page 5">
              <a:extLst>
                <a:ext uri="{FF2B5EF4-FFF2-40B4-BE49-F238E27FC236}">
                  <a16:creationId xmlns:a16="http://schemas.microsoft.com/office/drawing/2014/main" id="{9E6928B9-7D46-D613-C6FB-808DCCE5D49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BEF52325-123C-DB87-4E8F-99CC024C0A2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A19AD2A8-8F80-7B93-14FF-5C6837049DAB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165AC34-CA5D-0DB6-52CC-628841CE2951}"/>
              </a:ext>
            </a:extLst>
          </p:cNvPr>
          <p:cNvSpPr/>
          <p:nvPr/>
        </p:nvSpPr>
        <p:spPr>
          <a:xfrm>
            <a:off x="7536373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558FDC3-39DC-6806-1731-07F78D8A76C4}"/>
              </a:ext>
            </a:extLst>
          </p:cNvPr>
          <p:cNvSpPr/>
          <p:nvPr/>
        </p:nvSpPr>
        <p:spPr>
          <a:xfrm>
            <a:off x="8058701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556D879-179F-67CE-DADC-3B46508941E4}"/>
              </a:ext>
            </a:extLst>
          </p:cNvPr>
          <p:cNvSpPr/>
          <p:nvPr/>
        </p:nvSpPr>
        <p:spPr>
          <a:xfrm>
            <a:off x="7536373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9ABA07C-E426-8922-12FD-077BB41BEBEC}"/>
              </a:ext>
            </a:extLst>
          </p:cNvPr>
          <p:cNvSpPr/>
          <p:nvPr/>
        </p:nvSpPr>
        <p:spPr>
          <a:xfrm>
            <a:off x="8058701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88E5145-6941-B0DE-0943-B2CE6710CBF5}"/>
              </a:ext>
            </a:extLst>
          </p:cNvPr>
          <p:cNvSpPr/>
          <p:nvPr/>
        </p:nvSpPr>
        <p:spPr>
          <a:xfrm>
            <a:off x="7536373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BF2894F-9E59-0FCD-76AA-9C0C2BB02365}"/>
              </a:ext>
            </a:extLst>
          </p:cNvPr>
          <p:cNvSpPr/>
          <p:nvPr/>
        </p:nvSpPr>
        <p:spPr>
          <a:xfrm>
            <a:off x="8058701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AC2B459D-CAB2-065C-AE74-0C5BA03676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62" y="4021081"/>
            <a:ext cx="7711706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8" name="타원 57">
            <a:extLst>
              <a:ext uri="{FF2B5EF4-FFF2-40B4-BE49-F238E27FC236}">
                <a16:creationId xmlns:a16="http://schemas.microsoft.com/office/drawing/2014/main" id="{DE3CED44-45C4-B79D-729E-2A5BEC6F2BFE}"/>
              </a:ext>
            </a:extLst>
          </p:cNvPr>
          <p:cNvSpPr/>
          <p:nvPr/>
        </p:nvSpPr>
        <p:spPr>
          <a:xfrm>
            <a:off x="576660" y="6738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61CF5C7-A864-EE6E-7D32-F6F024CF6D34}"/>
              </a:ext>
            </a:extLst>
          </p:cNvPr>
          <p:cNvSpPr/>
          <p:nvPr/>
        </p:nvSpPr>
        <p:spPr>
          <a:xfrm>
            <a:off x="673524" y="11017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EC5AAAF-9090-30F5-171F-A61696D6B91B}"/>
              </a:ext>
            </a:extLst>
          </p:cNvPr>
          <p:cNvSpPr/>
          <p:nvPr/>
        </p:nvSpPr>
        <p:spPr>
          <a:xfrm>
            <a:off x="680440" y="15714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2CDDF60-31F4-6B19-C857-2E0C1AB2AF71}"/>
              </a:ext>
            </a:extLst>
          </p:cNvPr>
          <p:cNvSpPr/>
          <p:nvPr/>
        </p:nvSpPr>
        <p:spPr>
          <a:xfrm>
            <a:off x="702660" y="22398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1D9AE04-699A-6D5E-1A20-434796C2F799}"/>
              </a:ext>
            </a:extLst>
          </p:cNvPr>
          <p:cNvSpPr/>
          <p:nvPr/>
        </p:nvSpPr>
        <p:spPr>
          <a:xfrm>
            <a:off x="8336568" y="225666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34B6F0B-C81C-3BA9-1DDB-73A4F09D17F4}"/>
              </a:ext>
            </a:extLst>
          </p:cNvPr>
          <p:cNvGrpSpPr/>
          <p:nvPr/>
        </p:nvGrpSpPr>
        <p:grpSpPr>
          <a:xfrm>
            <a:off x="9770047" y="5739791"/>
            <a:ext cx="2370115" cy="873271"/>
            <a:chOff x="9604513" y="5032943"/>
            <a:chExt cx="2550654" cy="873271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D6E02D5-7DE3-8DBA-965B-03EB83152BF4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7B1B91D-32FB-3D2B-EEAC-7EDF8BFCC6B7}"/>
                </a:ext>
              </a:extLst>
            </p:cNvPr>
            <p:cNvSpPr txBox="1"/>
            <p:nvPr/>
          </p:nvSpPr>
          <p:spPr>
            <a:xfrm>
              <a:off x="9708959" y="5151690"/>
              <a:ext cx="238777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승인요청자</a:t>
              </a:r>
              <a:r>
                <a:rPr lang="en-US" altLang="ko-KR" sz="800" dirty="0"/>
                <a:t>$</a:t>
              </a:r>
              <a:r>
                <a:rPr lang="ko-KR" altLang="en-US" sz="800" dirty="0"/>
                <a:t>의 참여요청이 승인</a:t>
              </a:r>
              <a:r>
                <a:rPr lang="en-US" altLang="ko-KR" sz="800" dirty="0"/>
                <a:t>(OR </a:t>
              </a:r>
              <a:r>
                <a:rPr lang="ko-KR" altLang="en-US" sz="800" dirty="0"/>
                <a:t>거절</a:t>
              </a:r>
              <a:r>
                <a:rPr lang="en-US" altLang="ko-KR" sz="800" dirty="0"/>
                <a:t>)</a:t>
              </a:r>
              <a:r>
                <a:rPr lang="ko-KR" altLang="en-US" sz="800" dirty="0"/>
                <a:t>되었습니다</a:t>
              </a:r>
              <a:r>
                <a:rPr lang="en-US" altLang="ko-KR" sz="800" dirty="0"/>
                <a:t>.</a:t>
              </a:r>
            </a:p>
          </p:txBody>
        </p:sp>
        <p:sp>
          <p:nvSpPr>
            <p:cNvPr id="66" name="Input">
              <a:extLst>
                <a:ext uri="{FF2B5EF4-FFF2-40B4-BE49-F238E27FC236}">
                  <a16:creationId xmlns:a16="http://schemas.microsoft.com/office/drawing/2014/main" id="{672A4C64-FC00-DCB4-139A-D9071CC13FB4}"/>
                </a:ext>
              </a:extLst>
            </p:cNvPr>
            <p:cNvSpPr/>
            <p:nvPr/>
          </p:nvSpPr>
          <p:spPr>
            <a:xfrm>
              <a:off x="10514079" y="5630417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7" name="타원 66">
            <a:extLst>
              <a:ext uri="{FF2B5EF4-FFF2-40B4-BE49-F238E27FC236}">
                <a16:creationId xmlns:a16="http://schemas.microsoft.com/office/drawing/2014/main" id="{A634476F-AA4C-9322-3F0E-01C829E0D8D9}"/>
              </a:ext>
            </a:extLst>
          </p:cNvPr>
          <p:cNvSpPr/>
          <p:nvPr/>
        </p:nvSpPr>
        <p:spPr>
          <a:xfrm>
            <a:off x="9601111" y="569963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613FCFCC-DC2F-8602-E313-2D1D41B7B9E0}"/>
              </a:ext>
            </a:extLst>
          </p:cNvPr>
          <p:cNvCxnSpPr>
            <a:cxnSpLocks/>
            <a:stCxn id="46" idx="2"/>
            <a:endCxn id="64" idx="0"/>
          </p:cNvCxnSpPr>
          <p:nvPr/>
        </p:nvCxnSpPr>
        <p:spPr>
          <a:xfrm rot="16200000" flipH="1">
            <a:off x="8387645" y="3172331"/>
            <a:ext cx="1925796" cy="3209124"/>
          </a:xfrm>
          <a:prstGeom prst="bentConnector3">
            <a:avLst>
              <a:gd name="adj1" fmla="val 88398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C74E7CEE-410D-F79F-086D-B471E6B70886}"/>
              </a:ext>
            </a:extLst>
          </p:cNvPr>
          <p:cNvCxnSpPr>
            <a:cxnSpLocks/>
            <a:stCxn id="47" idx="2"/>
            <a:endCxn id="64" idx="0"/>
          </p:cNvCxnSpPr>
          <p:nvPr/>
        </p:nvCxnSpPr>
        <p:spPr>
          <a:xfrm rot="16200000" flipH="1">
            <a:off x="8648809" y="3433495"/>
            <a:ext cx="1925796" cy="2686796"/>
          </a:xfrm>
          <a:prstGeom prst="bentConnector3">
            <a:avLst>
              <a:gd name="adj1" fmla="val 87573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923C2C-52A7-0C20-86AB-8DA3B977221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6988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78BF-0541-5F6E-4610-36570670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9924F48-F6DE-E7DC-6550-72A36FE36F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6024777"/>
              </p:ext>
            </p:extLst>
          </p:nvPr>
        </p:nvGraphicFramePr>
        <p:xfrm>
          <a:off x="9655174" y="276226"/>
          <a:ext cx="2532687" cy="4991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멤버초대 메뉴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입력값없이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검색 진행 시 전체 대상 리스트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미만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확인 필요 사항 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검색 대상 범위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보기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하단 테이블 영역 초대내역 테이블로 변경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다음페이지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상단 검색 영역에서 검색 진행 시 검색 결과에 해당하는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이름으로 검색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구성학목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학교정보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역할선택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 중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역할로 초대 진행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초대를 수락하여 멤버가 된 후 역할 변경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권한보유지가 역할변경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교원을 연구지원 으로 초대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선택한 역할로 초대를 진행하고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수락하면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진행한 역할로 멤버 자동 등록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진행된 정보는 초대내역보기에서 확인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발송완료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완료되면 해당 사용자는 발송완료로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상태값으로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표기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27A8AEE-7A45-B3AE-FD89-01D0FBFFA11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B4C58F-E5EF-07D4-7173-0E683115F68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F098EA-B212-BD1D-FD1F-011A4A1B425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45BDC51-5BAB-A02A-E28C-AEE8B839C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6D1E1D-86CD-A7C6-77FA-3506FC8230CA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FE97CA3-764B-6CE7-F844-FEFE2829F57A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19A380B-834C-08A9-45CC-53280F1EA547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73F1EE12-D558-F126-3040-B5335F8082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DD49065-AF10-5A03-CAB0-D73E0584D041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BD762524-CCC4-046B-95B7-E8FB9A7E116B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998869-D794-FD8B-F17C-53A8074DAC76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5B070F84-72BB-E6F1-503E-486B3CEC01B4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E66EDC62-228A-8284-7B56-780D7C206909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1C8A3DD-5849-41D2-5D4A-64B093BD5214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5CE5C96E-1265-D6B5-4724-E3C1478DFCFA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AF2DB043-88A5-DCE2-1324-BE36D5F9A69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B70929E-1CDE-FED2-3D66-2202B0FCC7BC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462329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3A1BF997-A724-2FBC-0880-54B9C110ED2C}"/>
              </a:ext>
            </a:extLst>
          </p:cNvPr>
          <p:cNvGrpSpPr/>
          <p:nvPr/>
        </p:nvGrpSpPr>
        <p:grpSpPr>
          <a:xfrm>
            <a:off x="5109249" y="2985626"/>
            <a:ext cx="1375699" cy="224895"/>
            <a:chOff x="4186900" y="2675526"/>
            <a:chExt cx="1375699" cy="224895"/>
          </a:xfrm>
        </p:grpSpPr>
        <p:sp>
          <p:nvSpPr>
            <p:cNvPr id="14" name="Input">
              <a:extLst>
                <a:ext uri="{FF2B5EF4-FFF2-40B4-BE49-F238E27FC236}">
                  <a16:creationId xmlns:a16="http://schemas.microsoft.com/office/drawing/2014/main" id="{2E3407E4-E97A-FD37-C858-B13A2413118B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79B5638B-ACC7-2158-598A-4386E072A7F3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FCA2CB5-1740-F8DE-78A6-282465CC28DA}"/>
              </a:ext>
            </a:extLst>
          </p:cNvPr>
          <p:cNvGrpSpPr/>
          <p:nvPr/>
        </p:nvGrpSpPr>
        <p:grpSpPr>
          <a:xfrm>
            <a:off x="5109249" y="3447566"/>
            <a:ext cx="1375699" cy="224895"/>
            <a:chOff x="4186900" y="2675526"/>
            <a:chExt cx="1375699" cy="224895"/>
          </a:xfrm>
        </p:grpSpPr>
        <p:sp>
          <p:nvSpPr>
            <p:cNvPr id="32" name="Input">
              <a:extLst>
                <a:ext uri="{FF2B5EF4-FFF2-40B4-BE49-F238E27FC236}">
                  <a16:creationId xmlns:a16="http://schemas.microsoft.com/office/drawing/2014/main" id="{26A1E6F7-2821-D592-162C-C624602A0DB0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3" name="Chevron Right">
              <a:extLst>
                <a:ext uri="{FF2B5EF4-FFF2-40B4-BE49-F238E27FC236}">
                  <a16:creationId xmlns:a16="http://schemas.microsoft.com/office/drawing/2014/main" id="{6B9434B6-48FA-9D57-DE5B-26C520EFFA6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5B1AA7-0862-9786-CB95-CAF7CCF88D87}"/>
              </a:ext>
            </a:extLst>
          </p:cNvPr>
          <p:cNvGrpSpPr/>
          <p:nvPr/>
        </p:nvGrpSpPr>
        <p:grpSpPr>
          <a:xfrm>
            <a:off x="5109249" y="3915613"/>
            <a:ext cx="1375699" cy="224895"/>
            <a:chOff x="4186900" y="2675526"/>
            <a:chExt cx="1375699" cy="224895"/>
          </a:xfrm>
        </p:grpSpPr>
        <p:sp>
          <p:nvSpPr>
            <p:cNvPr id="35" name="Input">
              <a:extLst>
                <a:ext uri="{FF2B5EF4-FFF2-40B4-BE49-F238E27FC236}">
                  <a16:creationId xmlns:a16="http://schemas.microsoft.com/office/drawing/2014/main" id="{0B58DD0F-1902-4CD7-0526-F1562C971F1F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vron Right">
              <a:extLst>
                <a:ext uri="{FF2B5EF4-FFF2-40B4-BE49-F238E27FC236}">
                  <a16:creationId xmlns:a16="http://schemas.microsoft.com/office/drawing/2014/main" id="{ED065F61-2477-1F15-CEEC-B9D0E3536E6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BF47E1C-35AA-3721-05FB-F1CF5A96492E}"/>
              </a:ext>
            </a:extLst>
          </p:cNvPr>
          <p:cNvGrpSpPr/>
          <p:nvPr/>
        </p:nvGrpSpPr>
        <p:grpSpPr>
          <a:xfrm>
            <a:off x="5109249" y="4346706"/>
            <a:ext cx="1375699" cy="224895"/>
            <a:chOff x="4186900" y="2675526"/>
            <a:chExt cx="1375699" cy="224895"/>
          </a:xfrm>
        </p:grpSpPr>
        <p:sp>
          <p:nvSpPr>
            <p:cNvPr id="38" name="Input">
              <a:extLst>
                <a:ext uri="{FF2B5EF4-FFF2-40B4-BE49-F238E27FC236}">
                  <a16:creationId xmlns:a16="http://schemas.microsoft.com/office/drawing/2014/main" id="{B1D7D493-228C-DDFE-B992-6B79E06DD395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연구지원참여자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Chevron Right">
              <a:extLst>
                <a:ext uri="{FF2B5EF4-FFF2-40B4-BE49-F238E27FC236}">
                  <a16:creationId xmlns:a16="http://schemas.microsoft.com/office/drawing/2014/main" id="{99590049-D3CB-5350-4C4C-5A1DCFB6457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3B753B2-D5A3-AAA1-0FCC-685539713771}"/>
              </a:ext>
            </a:extLst>
          </p:cNvPr>
          <p:cNvGrpSpPr/>
          <p:nvPr/>
        </p:nvGrpSpPr>
        <p:grpSpPr>
          <a:xfrm>
            <a:off x="5109249" y="4753813"/>
            <a:ext cx="1375699" cy="224895"/>
            <a:chOff x="4186900" y="2675526"/>
            <a:chExt cx="1375699" cy="224895"/>
          </a:xfrm>
        </p:grpSpPr>
        <p:sp>
          <p:nvSpPr>
            <p:cNvPr id="45" name="Input">
              <a:extLst>
                <a:ext uri="{FF2B5EF4-FFF2-40B4-BE49-F238E27FC236}">
                  <a16:creationId xmlns:a16="http://schemas.microsoft.com/office/drawing/2014/main" id="{E7A7D4FF-118A-BB08-D686-55A9DF2EA06F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6" name="Chevron Right">
              <a:extLst>
                <a:ext uri="{FF2B5EF4-FFF2-40B4-BE49-F238E27FC236}">
                  <a16:creationId xmlns:a16="http://schemas.microsoft.com/office/drawing/2014/main" id="{8F99BDB7-945D-CB72-C9AF-01D1E33132A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91C1ECA-9278-3110-75C8-61FAA58C52B5}"/>
              </a:ext>
            </a:extLst>
          </p:cNvPr>
          <p:cNvGrpSpPr/>
          <p:nvPr/>
        </p:nvGrpSpPr>
        <p:grpSpPr>
          <a:xfrm>
            <a:off x="5109249" y="5195129"/>
            <a:ext cx="1375699" cy="224895"/>
            <a:chOff x="4186900" y="2675526"/>
            <a:chExt cx="1375699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B2A022C4-70A1-DCC4-250E-1097EB0C9BF0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연구지원사용자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46863FC0-9DB4-FFED-DDA5-37E79DD31F4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A01D444-5FBA-F56C-B770-5215AD8B0187}"/>
              </a:ext>
            </a:extLst>
          </p:cNvPr>
          <p:cNvGrpSpPr/>
          <p:nvPr/>
        </p:nvGrpSpPr>
        <p:grpSpPr>
          <a:xfrm>
            <a:off x="5109249" y="5626581"/>
            <a:ext cx="1375699" cy="224895"/>
            <a:chOff x="4186900" y="2675526"/>
            <a:chExt cx="1375699" cy="224895"/>
          </a:xfrm>
        </p:grpSpPr>
        <p:sp>
          <p:nvSpPr>
            <p:cNvPr id="51" name="Input">
              <a:extLst>
                <a:ext uri="{FF2B5EF4-FFF2-40B4-BE49-F238E27FC236}">
                  <a16:creationId xmlns:a16="http://schemas.microsoft.com/office/drawing/2014/main" id="{6071D79F-3097-EAF5-3AF5-BFBA23DF2D85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2" name="Chevron Right">
              <a:extLst>
                <a:ext uri="{FF2B5EF4-FFF2-40B4-BE49-F238E27FC236}">
                  <a16:creationId xmlns:a16="http://schemas.microsoft.com/office/drawing/2014/main" id="{36222313-D9C6-CCB9-E03F-7E5EE1E1CCF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2799482-0887-EA6F-50C1-FE4569C7E00B}"/>
              </a:ext>
            </a:extLst>
          </p:cNvPr>
          <p:cNvSpPr/>
          <p:nvPr/>
        </p:nvSpPr>
        <p:spPr>
          <a:xfrm>
            <a:off x="7222867" y="2976085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A087147-DC01-1685-8D85-7C0BF1EAB084}"/>
              </a:ext>
            </a:extLst>
          </p:cNvPr>
          <p:cNvSpPr/>
          <p:nvPr/>
        </p:nvSpPr>
        <p:spPr>
          <a:xfrm>
            <a:off x="7222867" y="343079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FB2B4F0-FE1E-F6E0-0449-79B367A9663E}"/>
              </a:ext>
            </a:extLst>
          </p:cNvPr>
          <p:cNvSpPr/>
          <p:nvPr/>
        </p:nvSpPr>
        <p:spPr>
          <a:xfrm>
            <a:off x="7222867" y="390805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0B44FE4-9B33-B90A-81ED-6647720A4234}"/>
              </a:ext>
            </a:extLst>
          </p:cNvPr>
          <p:cNvSpPr/>
          <p:nvPr/>
        </p:nvSpPr>
        <p:spPr>
          <a:xfrm>
            <a:off x="7222867" y="432993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1409764-6DA4-6AD5-7EDA-B788AECA5C37}"/>
              </a:ext>
            </a:extLst>
          </p:cNvPr>
          <p:cNvSpPr/>
          <p:nvPr/>
        </p:nvSpPr>
        <p:spPr>
          <a:xfrm>
            <a:off x="7222867" y="4762902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발송완료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07546CC-B3D1-8A6A-1816-0AA181ED8E57}"/>
              </a:ext>
            </a:extLst>
          </p:cNvPr>
          <p:cNvSpPr/>
          <p:nvPr/>
        </p:nvSpPr>
        <p:spPr>
          <a:xfrm>
            <a:off x="7222867" y="5206691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발송완료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6D3338C-9C80-7F50-747C-33130B16BBEF}"/>
              </a:ext>
            </a:extLst>
          </p:cNvPr>
          <p:cNvSpPr/>
          <p:nvPr/>
        </p:nvSpPr>
        <p:spPr>
          <a:xfrm>
            <a:off x="7222867" y="561574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B2827D98-C3C4-3D46-F6A5-4C5E3A69F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97248"/>
            <a:ext cx="152038" cy="3591016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F1AA7BEE-F017-36E4-5478-7648B5F28C74}"/>
              </a:ext>
            </a:extLst>
          </p:cNvPr>
          <p:cNvSpPr/>
          <p:nvPr/>
        </p:nvSpPr>
        <p:spPr>
          <a:xfrm>
            <a:off x="2851470" y="101548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C2825A7-0ED3-743C-DFA8-90A460A3816E}"/>
              </a:ext>
            </a:extLst>
          </p:cNvPr>
          <p:cNvSpPr/>
          <p:nvPr/>
        </p:nvSpPr>
        <p:spPr>
          <a:xfrm>
            <a:off x="744153" y="1525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3F960FE-41F4-9DD2-1CBA-43D63D660DF9}"/>
              </a:ext>
            </a:extLst>
          </p:cNvPr>
          <p:cNvSpPr/>
          <p:nvPr/>
        </p:nvSpPr>
        <p:spPr>
          <a:xfrm>
            <a:off x="4936534" y="276889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5DFBA71-C688-7AB4-2277-47940E043F74}"/>
              </a:ext>
            </a:extLst>
          </p:cNvPr>
          <p:cNvSpPr/>
          <p:nvPr/>
        </p:nvSpPr>
        <p:spPr>
          <a:xfrm>
            <a:off x="7082520" y="24229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29" name="Input">
            <a:extLst>
              <a:ext uri="{FF2B5EF4-FFF2-40B4-BE49-F238E27FC236}">
                <a16:creationId xmlns:a16="http://schemas.microsoft.com/office/drawing/2014/main" id="{05FE22D6-2559-1F18-0E7E-CCC49DB63909}"/>
              </a:ext>
            </a:extLst>
          </p:cNvPr>
          <p:cNvSpPr/>
          <p:nvPr/>
        </p:nvSpPr>
        <p:spPr>
          <a:xfrm>
            <a:off x="7843628" y="2116542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초대내역보기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DCF9E3EB-6520-0903-731E-3AB76931905C}"/>
              </a:ext>
            </a:extLst>
          </p:cNvPr>
          <p:cNvSpPr/>
          <p:nvPr/>
        </p:nvSpPr>
        <p:spPr>
          <a:xfrm>
            <a:off x="7660060" y="209317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695D966-11D3-1ED8-DB3E-9C931BB67B6A}"/>
              </a:ext>
            </a:extLst>
          </p:cNvPr>
          <p:cNvSpPr/>
          <p:nvPr/>
        </p:nvSpPr>
        <p:spPr>
          <a:xfrm>
            <a:off x="804990" y="24212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C3981-4430-3B03-D027-0BEEA29F0B8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68364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A842-0E6F-5881-6A9A-D5918675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A924880-9072-4193-AAE2-997A56D325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3505235"/>
              </p:ext>
            </p:extLst>
          </p:nvPr>
        </p:nvGraphicFramePr>
        <p:xfrm>
          <a:off x="9655174" y="276226"/>
          <a:ext cx="2532687" cy="34393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셀텍트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초대하기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선택 시 멤버 초대 초기 페이지로 이동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이전페이지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연구지원에서 초대가 이루어진 정보로 구성된 테이블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초대역할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수략여부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수락여부 표기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수락여부 표시영역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수락한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사용자는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설정한 역할로 연구지원 멤버로 등록 처리 됨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거절한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변경사항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초대박은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사용자가 수락여부를 결정하기 이전의 상태 표기 값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3DB79D1-BDE3-80A9-CF02-89B38B453E5E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329807-F44E-FEB3-E682-58F67C97EA3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D6D9E-AFE0-33B5-E67C-5FAADD83255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F2CEFA-A841-2499-823D-7CCE5EA9D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9C8BBA-62E4-C6C8-9519-0406504B2594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0E5F34-9894-4C9E-6C75-217DBA6CA58A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B214702-1BEB-4FFC-43B8-EC2323B45ADA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77C8CA01-8268-2E14-74D7-A46C76823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F810AF1-9859-CD9B-8C6E-67139CB3C193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69CDE139-F12B-FE40-2E14-197E483A27C9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270F22-F540-E9A4-D79B-3F0FD54C4E2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7D419130-F343-3C00-1868-4E1B153258BC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338D8E44-B405-3844-CE3E-2535E4F7CC6E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F12D7E-FFC6-FD73-B0A8-4FDE0F9D17DD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BB792F6C-12EC-4D8B-A467-CE99212265B7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E9072DAC-B8C7-875F-F90C-9E83070E382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Input">
            <a:extLst>
              <a:ext uri="{FF2B5EF4-FFF2-40B4-BE49-F238E27FC236}">
                <a16:creationId xmlns:a16="http://schemas.microsoft.com/office/drawing/2014/main" id="{4A3B00A3-3336-2296-7FCF-40CDD613D380}"/>
              </a:ext>
            </a:extLst>
          </p:cNvPr>
          <p:cNvSpPr/>
          <p:nvPr/>
        </p:nvSpPr>
        <p:spPr>
          <a:xfrm>
            <a:off x="7843628" y="2116640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초대하기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A3B54A64-E23B-93FC-8AE7-E84139CED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233"/>
              </p:ext>
            </p:extLst>
          </p:nvPr>
        </p:nvGraphicFramePr>
        <p:xfrm>
          <a:off x="806441" y="2446427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 역할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연구지원사용자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연구지원사용자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87" name="그림 86">
            <a:extLst>
              <a:ext uri="{FF2B5EF4-FFF2-40B4-BE49-F238E27FC236}">
                <a16:creationId xmlns:a16="http://schemas.microsoft.com/office/drawing/2014/main" id="{87FAF4A8-3804-70C0-1509-9600A2677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81346"/>
            <a:ext cx="152038" cy="3591016"/>
          </a:xfrm>
          <a:prstGeom prst="rect">
            <a:avLst/>
          </a:prstGeom>
        </p:spPr>
      </p:pic>
      <p:sp>
        <p:nvSpPr>
          <p:cNvPr id="88" name="타원 87">
            <a:extLst>
              <a:ext uri="{FF2B5EF4-FFF2-40B4-BE49-F238E27FC236}">
                <a16:creationId xmlns:a16="http://schemas.microsoft.com/office/drawing/2014/main" id="{FD3EB803-C34C-53EF-557F-752332027D3C}"/>
              </a:ext>
            </a:extLst>
          </p:cNvPr>
          <p:cNvSpPr/>
          <p:nvPr/>
        </p:nvSpPr>
        <p:spPr>
          <a:xfrm>
            <a:off x="7603554" y="204495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836DB11E-69F2-5A33-5BB5-3C27BDCB8579}"/>
              </a:ext>
            </a:extLst>
          </p:cNvPr>
          <p:cNvSpPr/>
          <p:nvPr/>
        </p:nvSpPr>
        <p:spPr>
          <a:xfrm>
            <a:off x="7208520" y="237143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74A4C1F-29FD-7AA6-3F97-982777301C5D}"/>
              </a:ext>
            </a:extLst>
          </p:cNvPr>
          <p:cNvSpPr/>
          <p:nvPr/>
        </p:nvSpPr>
        <p:spPr>
          <a:xfrm>
            <a:off x="714684" y="1569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823C10A-CD52-2C0D-413C-681F98444ADA}"/>
              </a:ext>
            </a:extLst>
          </p:cNvPr>
          <p:cNvSpPr/>
          <p:nvPr/>
        </p:nvSpPr>
        <p:spPr>
          <a:xfrm>
            <a:off x="696423" y="23438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C65E1-F121-439A-06F7-DF5974DDA10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97185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8A68A-34FA-33FA-D1E7-231788E59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612207F-ED1F-78A8-D221-7150ADE802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1136904"/>
              </p:ext>
            </p:extLst>
          </p:nvPr>
        </p:nvGraphicFramePr>
        <p:xfrm>
          <a:off x="9655174" y="276226"/>
          <a:ext cx="2532687" cy="44730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성명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교원정보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전체 멤버 정보를 테이블로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화면내 테이블 영역에 스크롤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회원은 테이블에 색상을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구분되로록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지정 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색상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미표기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참여신청을 한 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참여신청을 승인한 일자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초대를 발송하고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수락한 일자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멤버의 역할의 지정 또는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각 역할의 권한은 멤버 권한 관리에서 지정한 권한으로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사용자는 뷰 권한만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역할선택 정보를 저장하고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회원 권한에 적용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685A716-9555-AD0B-7144-2AC08DA617C4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멤버역할관리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6A1918-E771-9483-A986-C6D17B9A297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D0F090-C033-62B8-C9E8-786437F3AAE9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1252811-8B4C-5AE0-179D-724463CE4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8CCF14-68CC-0EF4-545B-2347B1D267BF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DFFBD6C-71EB-FABF-C3D4-5B1E874E0B46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D9B0393-D93A-00C0-C042-7CC8CD878425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809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0F52A8E7-832D-53F5-E4F9-FF9819D7D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28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FE923A-8E3C-6DF2-ECCD-247FBEAAE178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ECBB4597-B2F9-A97C-E26C-7931BDB04AE1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D63A3A2-C235-5AF4-4100-9A7B403B4B94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73388"/>
          <a:ext cx="7669435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06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3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3032020756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121179525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1907609492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초대수락일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97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6B8E069-97CD-BEE0-126E-9B721B7612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44" y="4478674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7BFEC59-D910-255C-1379-161B0A825451}"/>
              </a:ext>
            </a:extLst>
          </p:cNvPr>
          <p:cNvGrpSpPr/>
          <p:nvPr/>
        </p:nvGrpSpPr>
        <p:grpSpPr>
          <a:xfrm>
            <a:off x="7286625" y="2694908"/>
            <a:ext cx="1133474" cy="224895"/>
            <a:chOff x="4429125" y="2675526"/>
            <a:chExt cx="1133474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EF6D693E-DC17-8D97-4755-BE4CD186E4CF}"/>
                </a:ext>
              </a:extLst>
            </p:cNvPr>
            <p:cNvSpPr/>
            <p:nvPr/>
          </p:nvSpPr>
          <p:spPr>
            <a:xfrm>
              <a:off x="4429125" y="2675526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BA10B158-3352-466E-A0D3-F06F8956472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5EE2678-95AF-2E3D-257F-2BB4CC8597A3}"/>
              </a:ext>
            </a:extLst>
          </p:cNvPr>
          <p:cNvGrpSpPr/>
          <p:nvPr/>
        </p:nvGrpSpPr>
        <p:grpSpPr>
          <a:xfrm>
            <a:off x="7286625" y="3137544"/>
            <a:ext cx="1133474" cy="224895"/>
            <a:chOff x="4429125" y="2656222"/>
            <a:chExt cx="1133474" cy="224895"/>
          </a:xfrm>
        </p:grpSpPr>
        <p:sp>
          <p:nvSpPr>
            <p:cNvPr id="10" name="Input">
              <a:extLst>
                <a:ext uri="{FF2B5EF4-FFF2-40B4-BE49-F238E27FC236}">
                  <a16:creationId xmlns:a16="http://schemas.microsoft.com/office/drawing/2014/main" id="{0B03A587-EDFB-94EC-3961-CC7C916F666C}"/>
                </a:ext>
              </a:extLst>
            </p:cNvPr>
            <p:cNvSpPr/>
            <p:nvPr/>
          </p:nvSpPr>
          <p:spPr>
            <a:xfrm>
              <a:off x="4429125" y="2656222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Chevron Right">
              <a:extLst>
                <a:ext uri="{FF2B5EF4-FFF2-40B4-BE49-F238E27FC236}">
                  <a16:creationId xmlns:a16="http://schemas.microsoft.com/office/drawing/2014/main" id="{035C68FE-9542-D98E-F293-D92575D24BE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2ACD8B6-81F5-38BF-E35E-60F8E9B9EF42}"/>
              </a:ext>
            </a:extLst>
          </p:cNvPr>
          <p:cNvGrpSpPr/>
          <p:nvPr/>
        </p:nvGrpSpPr>
        <p:grpSpPr>
          <a:xfrm>
            <a:off x="7286625" y="3624896"/>
            <a:ext cx="1133474" cy="224536"/>
            <a:chOff x="4429125" y="2675527"/>
            <a:chExt cx="1133474" cy="224536"/>
          </a:xfrm>
        </p:grpSpPr>
        <p:sp>
          <p:nvSpPr>
            <p:cNvPr id="13" name="Input">
              <a:extLst>
                <a:ext uri="{FF2B5EF4-FFF2-40B4-BE49-F238E27FC236}">
                  <a16:creationId xmlns:a16="http://schemas.microsoft.com/office/drawing/2014/main" id="{891D97C1-424B-E94E-6F16-B0C72D00BC7D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" name="Chevron Right">
              <a:extLst>
                <a:ext uri="{FF2B5EF4-FFF2-40B4-BE49-F238E27FC236}">
                  <a16:creationId xmlns:a16="http://schemas.microsoft.com/office/drawing/2014/main" id="{4C382757-F7FF-CE02-032F-14CA5216D56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9F5CD4-9CF1-AC29-1329-F7E5C2121023}"/>
              </a:ext>
            </a:extLst>
          </p:cNvPr>
          <p:cNvGrpSpPr/>
          <p:nvPr/>
        </p:nvGrpSpPr>
        <p:grpSpPr>
          <a:xfrm>
            <a:off x="7286625" y="4055989"/>
            <a:ext cx="1133474" cy="224536"/>
            <a:chOff x="4429125" y="2675527"/>
            <a:chExt cx="1133474" cy="224536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F5DB9A8E-3C9A-8A57-908C-57A14C99C59C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연구지원참여자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BFA8537F-5E27-F18E-1870-13F4518F571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3F2932D-4EA3-9510-8FBD-09C5B9A2E3BF}"/>
              </a:ext>
            </a:extLst>
          </p:cNvPr>
          <p:cNvGrpSpPr/>
          <p:nvPr/>
        </p:nvGrpSpPr>
        <p:grpSpPr>
          <a:xfrm>
            <a:off x="7286625" y="4857420"/>
            <a:ext cx="1133473" cy="224895"/>
            <a:chOff x="4438650" y="2628535"/>
            <a:chExt cx="1133473" cy="224895"/>
          </a:xfrm>
        </p:grpSpPr>
        <p:sp>
          <p:nvSpPr>
            <p:cNvPr id="33" name="Input">
              <a:extLst>
                <a:ext uri="{FF2B5EF4-FFF2-40B4-BE49-F238E27FC236}">
                  <a16:creationId xmlns:a16="http://schemas.microsoft.com/office/drawing/2014/main" id="{758C009F-67C3-6E80-50DD-C8099CA5F5DC}"/>
                </a:ext>
              </a:extLst>
            </p:cNvPr>
            <p:cNvSpPr/>
            <p:nvPr/>
          </p:nvSpPr>
          <p:spPr>
            <a:xfrm>
              <a:off x="4438650" y="2628535"/>
              <a:ext cx="1133473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vron Right">
              <a:extLst>
                <a:ext uri="{FF2B5EF4-FFF2-40B4-BE49-F238E27FC236}">
                  <a16:creationId xmlns:a16="http://schemas.microsoft.com/office/drawing/2014/main" id="{D133ABED-38FD-5610-86DC-A209CF4179F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1D20D31-583E-B754-E5A3-DAA4ACA12F9E}"/>
              </a:ext>
            </a:extLst>
          </p:cNvPr>
          <p:cNvGrpSpPr/>
          <p:nvPr/>
        </p:nvGrpSpPr>
        <p:grpSpPr>
          <a:xfrm>
            <a:off x="7286625" y="5335864"/>
            <a:ext cx="1133474" cy="224536"/>
            <a:chOff x="4429125" y="2675527"/>
            <a:chExt cx="1133474" cy="224536"/>
          </a:xfrm>
        </p:grpSpPr>
        <p:sp>
          <p:nvSpPr>
            <p:cNvPr id="36" name="Input">
              <a:extLst>
                <a:ext uri="{FF2B5EF4-FFF2-40B4-BE49-F238E27FC236}">
                  <a16:creationId xmlns:a16="http://schemas.microsoft.com/office/drawing/2014/main" id="{D363CA54-2FB2-38F7-8F90-A69056DADFCF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Chevron Right">
              <a:extLst>
                <a:ext uri="{FF2B5EF4-FFF2-40B4-BE49-F238E27FC236}">
                  <a16:creationId xmlns:a16="http://schemas.microsoft.com/office/drawing/2014/main" id="{97685343-9DA0-9E0A-7A28-1264AEA1BC6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FADF05B-5A75-4047-9CB3-79408B92459B}"/>
              </a:ext>
            </a:extLst>
          </p:cNvPr>
          <p:cNvSpPr/>
          <p:nvPr/>
        </p:nvSpPr>
        <p:spPr>
          <a:xfrm>
            <a:off x="7620928" y="581909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저장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2F1E98D-8A52-132D-0435-B0595B9F8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140" y="2112671"/>
            <a:ext cx="150090" cy="3544997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2DC94FAC-27F4-9892-999A-89AB046150B4}"/>
              </a:ext>
            </a:extLst>
          </p:cNvPr>
          <p:cNvSpPr/>
          <p:nvPr/>
        </p:nvSpPr>
        <p:spPr>
          <a:xfrm>
            <a:off x="4730383" y="9976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6152176-4C17-5C88-F98A-2225FA058F77}"/>
              </a:ext>
            </a:extLst>
          </p:cNvPr>
          <p:cNvSpPr/>
          <p:nvPr/>
        </p:nvSpPr>
        <p:spPr>
          <a:xfrm>
            <a:off x="697235" y="204776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24A4A6E-A22E-4D70-1C77-B0FB29133B17}"/>
              </a:ext>
            </a:extLst>
          </p:cNvPr>
          <p:cNvSpPr/>
          <p:nvPr/>
        </p:nvSpPr>
        <p:spPr>
          <a:xfrm>
            <a:off x="668309" y="26314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9DF1CC3-92EB-AA56-D515-10E42F8BD0E3}"/>
              </a:ext>
            </a:extLst>
          </p:cNvPr>
          <p:cNvSpPr/>
          <p:nvPr/>
        </p:nvSpPr>
        <p:spPr>
          <a:xfrm>
            <a:off x="5965861" y="2031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70994C6C-B339-84DF-E309-07E5FAD65962}"/>
              </a:ext>
            </a:extLst>
          </p:cNvPr>
          <p:cNvSpPr/>
          <p:nvPr/>
        </p:nvSpPr>
        <p:spPr>
          <a:xfrm>
            <a:off x="7082520" y="25268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9D79CCF-76A5-27BE-1DE3-CCD29D88B3A5}"/>
              </a:ext>
            </a:extLst>
          </p:cNvPr>
          <p:cNvSpPr/>
          <p:nvPr/>
        </p:nvSpPr>
        <p:spPr>
          <a:xfrm>
            <a:off x="790539" y="1586995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DFF301AE-F081-5B77-66F2-F3DCE3A40E4B}"/>
              </a:ext>
            </a:extLst>
          </p:cNvPr>
          <p:cNvSpPr/>
          <p:nvPr/>
        </p:nvSpPr>
        <p:spPr>
          <a:xfrm>
            <a:off x="2980280" y="1670565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F084BE75-CBC8-5F79-3FCE-4E19625C4B79}"/>
              </a:ext>
            </a:extLst>
          </p:cNvPr>
          <p:cNvSpPr/>
          <p:nvPr/>
        </p:nvSpPr>
        <p:spPr>
          <a:xfrm>
            <a:off x="1570884" y="1670565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ABD9A1D-9D48-7B2C-E591-3A5E7C046F03}"/>
              </a:ext>
            </a:extLst>
          </p:cNvPr>
          <p:cNvGrpSpPr/>
          <p:nvPr/>
        </p:nvGrpSpPr>
        <p:grpSpPr>
          <a:xfrm>
            <a:off x="860960" y="1674688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D69BD4F3-FF6B-8439-1E89-65F8FD417216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BEB40D00-4145-C398-303C-A34B27FB9ED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52817FAD-B817-6E4B-D0B2-D48F27C3FEB3}"/>
              </a:ext>
            </a:extLst>
          </p:cNvPr>
          <p:cNvSpPr/>
          <p:nvPr/>
        </p:nvSpPr>
        <p:spPr>
          <a:xfrm>
            <a:off x="698782" y="15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2B12B4CD-BB50-E330-3F2E-62B7EA73EE5C}"/>
              </a:ext>
            </a:extLst>
          </p:cNvPr>
          <p:cNvSpPr/>
          <p:nvPr/>
        </p:nvSpPr>
        <p:spPr>
          <a:xfrm>
            <a:off x="7422571" y="57298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BE362-C2E2-926C-65BF-F6033352A1E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35606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EF269-6EC3-E70D-CDF2-8422AC43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A579E7A-B0E9-3CB3-063F-3C1C8FA68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8671932"/>
              </p:ext>
            </p:extLst>
          </p:nvPr>
        </p:nvGraphicFramePr>
        <p:xfrm>
          <a:off x="9655174" y="276226"/>
          <a:ext cx="2532687" cy="37468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운영자는 모든 권한을 가지고 있음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운영자는 권한 설정을 대상이 아님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구분에 따른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구분 선택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연구지원참여자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일반참여자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 시 하단의 권한 리스트의 권한 표기는 각 멤버 구분의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선택값으로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권한명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각 메뉴와 기능으로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협의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 표기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읽기로 구분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체크박스 선택 시 권한 부여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메뉴와 서비스를 이용할 수 있는 권한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관리 등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정보에 대하여  읽기 권한 만 부여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정보를 확인 만 가능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초대나 설정 등의 권한은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권한을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 사항 없이 이전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설정값으로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화면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7820CD4-38A2-3C7F-49AB-B53ECD84FFE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멤버권한관리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E83126-D952-A9A2-CA62-26B7B51B4CD8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3BC957E-B646-AF0C-63F9-52A846119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A3B2F5-09B0-8CCB-41EE-0BDC30A7C6C7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8C622B0-D168-50C1-3C04-9E4F73746915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FA33030-0D0B-4CBA-CAF7-34AB9C6E7D1A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782124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8F905A0E-6DC8-C091-C928-AF4788F238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007" y="1307896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F41A1AD-BBD3-7F41-0C36-28C3C8CD25CB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AF2D477E-0636-4C29-E7B2-22015ACF0E28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AF80035-303F-67E6-6B0C-12039524D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964199"/>
              </p:ext>
            </p:extLst>
          </p:nvPr>
        </p:nvGraphicFramePr>
        <p:xfrm>
          <a:off x="806441" y="1924498"/>
          <a:ext cx="7782127" cy="3384629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2483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9126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</a:tblGrid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권한명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등록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초대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의견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자료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생성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822125"/>
                  </a:ext>
                </a:extLst>
              </a:tr>
            </a:tbl>
          </a:graphicData>
        </a:graphic>
      </p:graphicFrame>
      <p:sp>
        <p:nvSpPr>
          <p:cNvPr id="4" name="Input">
            <a:extLst>
              <a:ext uri="{FF2B5EF4-FFF2-40B4-BE49-F238E27FC236}">
                <a16:creationId xmlns:a16="http://schemas.microsoft.com/office/drawing/2014/main" id="{B6516167-5D19-177D-5159-C3BBCDA55D62}"/>
              </a:ext>
            </a:extLst>
          </p:cNvPr>
          <p:cNvSpPr/>
          <p:nvPr/>
        </p:nvSpPr>
        <p:spPr>
          <a:xfrm>
            <a:off x="830706" y="1614398"/>
            <a:ext cx="1260487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운영자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ED575-E84B-5F81-8097-22BB7C9F3BEE}"/>
              </a:ext>
            </a:extLst>
          </p:cNvPr>
          <p:cNvSpPr txBox="1"/>
          <p:nvPr/>
        </p:nvSpPr>
        <p:spPr>
          <a:xfrm>
            <a:off x="9643988" y="4223242"/>
            <a:ext cx="12716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운영자</a:t>
            </a:r>
            <a:endParaRPr lang="en-US" altLang="ko-KR" sz="1000" dirty="0"/>
          </a:p>
          <a:p>
            <a:r>
              <a:rPr lang="ko-KR" altLang="en-US" sz="1000" dirty="0"/>
              <a:t>연구지원참여자</a:t>
            </a:r>
            <a:endParaRPr lang="en-US" altLang="ko-KR" sz="1000" dirty="0"/>
          </a:p>
          <a:p>
            <a:r>
              <a:rPr lang="ko-KR" altLang="en-US" sz="1000" dirty="0"/>
              <a:t>일반사용자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29BCE5-8353-9C05-2870-A01E0C9C1E3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418098"/>
            <a:ext cx="162000" cy="162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A3D309-3768-A9A4-28C7-8EAA5ABB9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394243"/>
            <a:ext cx="162000" cy="16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F5B08C-0C6D-695F-74B3-CEC8789B5AF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799001"/>
            <a:ext cx="162000" cy="16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B95DBE6-57BA-DDCE-88DC-76F6D6149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806954"/>
            <a:ext cx="162000" cy="162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79A193-9E54-7C66-340B-F71043E2F58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217174"/>
            <a:ext cx="162000" cy="1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728337-8796-20EA-2CE5-D291445B4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217174"/>
            <a:ext cx="162000" cy="16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0A47A87-10E1-5FF9-7BAF-37BBA33C45C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564125"/>
            <a:ext cx="16200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77C2868-8587-A477-CEA1-105CF7173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580029"/>
            <a:ext cx="162000" cy="162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2079FCC-03F5-12D7-0A7B-9B0D821B879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934930"/>
            <a:ext cx="162000" cy="162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3572FCC-2FC8-9636-3313-8BC498466F9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3966739"/>
            <a:ext cx="16200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4452B90-857E-6F37-99E6-FBFCF039CD9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332605"/>
            <a:ext cx="162000" cy="16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190DA7A-1BD9-C76B-4525-A222A1DE770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316700"/>
            <a:ext cx="162000" cy="162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8AF9A2-BC34-756F-E50B-98F83F4F21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682562"/>
            <a:ext cx="162000" cy="162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166B364-FE91-378F-2260-56B87D651DD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682563"/>
            <a:ext cx="162000" cy="162000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6511997-A3D1-ED05-A5B3-DB4800549B0F}"/>
              </a:ext>
            </a:extLst>
          </p:cNvPr>
          <p:cNvSpPr/>
          <p:nvPr/>
        </p:nvSpPr>
        <p:spPr>
          <a:xfrm>
            <a:off x="7254584" y="5546499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확인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06F314E-4CAD-9C6E-33AE-487290D44DF6}"/>
              </a:ext>
            </a:extLst>
          </p:cNvPr>
          <p:cNvSpPr/>
          <p:nvPr/>
        </p:nvSpPr>
        <p:spPr>
          <a:xfrm>
            <a:off x="6568461" y="5546499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AEDB112-8C03-F3AD-8BE4-5DA1C51DF76C}"/>
              </a:ext>
            </a:extLst>
          </p:cNvPr>
          <p:cNvSpPr/>
          <p:nvPr/>
        </p:nvSpPr>
        <p:spPr>
          <a:xfrm>
            <a:off x="6875348" y="98172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8CF1389-C273-336B-B94D-DB52558C4E2F}"/>
              </a:ext>
            </a:extLst>
          </p:cNvPr>
          <p:cNvSpPr/>
          <p:nvPr/>
        </p:nvSpPr>
        <p:spPr>
          <a:xfrm>
            <a:off x="600319" y="159411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9530E71-EE17-ECCB-E325-7729BA1C6551}"/>
              </a:ext>
            </a:extLst>
          </p:cNvPr>
          <p:cNvSpPr/>
          <p:nvPr/>
        </p:nvSpPr>
        <p:spPr>
          <a:xfrm>
            <a:off x="1495734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060851F9-87D2-D9CB-8564-2074A5FF23A4}"/>
              </a:ext>
            </a:extLst>
          </p:cNvPr>
          <p:cNvSpPr/>
          <p:nvPr/>
        </p:nvSpPr>
        <p:spPr>
          <a:xfrm>
            <a:off x="5512468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B946A4-2E9B-9544-A68D-F596138DCA7E}"/>
              </a:ext>
            </a:extLst>
          </p:cNvPr>
          <p:cNvSpPr/>
          <p:nvPr/>
        </p:nvSpPr>
        <p:spPr>
          <a:xfrm>
            <a:off x="6280287" y="53726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22ADC-7180-6702-C8AC-9B6001C9850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1CC0BA-F189-82C2-0ECD-F062F18C80BE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36390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2AC5-8E3C-ABEA-FC85-2F545076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A25B9BF-6960-C23D-841D-51EE26672F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399539"/>
              </p:ext>
            </p:extLst>
          </p:nvPr>
        </p:nvGraphicFramePr>
        <p:xfrm>
          <a:off x="9655174" y="276226"/>
          <a:ext cx="2532687" cy="17934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채널명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글자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후 검색 선택 시 전체 리스트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학습공동체 채널 리스트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리스트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페이지에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 항목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구성정보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썸네일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채널명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채널 등록일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채널명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선택 시 해당 채널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Link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값으로 이동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2E9775B-1462-286C-D1A2-3201F37E5C1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채널 정보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BCF99F-6AAD-A281-07CF-0C844AEDAB8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학습공동체 채널정보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2F4C02-4308-DF63-48CC-A213676F2EE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V-HLC-04-001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16D7CE-7F80-3420-AA22-4FA47D01312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Pagination">
            <a:extLst>
              <a:ext uri="{FF2B5EF4-FFF2-40B4-BE49-F238E27FC236}">
                <a16:creationId xmlns:a16="http://schemas.microsoft.com/office/drawing/2014/main" id="{A8D9F00B-EA8C-16F7-E01E-253BCFC68FCD}"/>
              </a:ext>
            </a:extLst>
          </p:cNvPr>
          <p:cNvGrpSpPr/>
          <p:nvPr/>
        </p:nvGrpSpPr>
        <p:grpSpPr>
          <a:xfrm>
            <a:off x="3004006" y="575116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" name="Previous">
              <a:extLst>
                <a:ext uri="{FF2B5EF4-FFF2-40B4-BE49-F238E27FC236}">
                  <a16:creationId xmlns:a16="http://schemas.microsoft.com/office/drawing/2014/main" id="{039F77CD-F172-D869-4A8B-903F15D231D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5" name="Page 1">
              <a:extLst>
                <a:ext uri="{FF2B5EF4-FFF2-40B4-BE49-F238E27FC236}">
                  <a16:creationId xmlns:a16="http://schemas.microsoft.com/office/drawing/2014/main" id="{EFE2CB12-0484-0505-86AF-C95DAD7C7782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Page 2">
              <a:extLst>
                <a:ext uri="{FF2B5EF4-FFF2-40B4-BE49-F238E27FC236}">
                  <a16:creationId xmlns:a16="http://schemas.microsoft.com/office/drawing/2014/main" id="{8403A0BD-C9EF-AAA6-5381-1838AD86678A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7" name="Page 3">
              <a:extLst>
                <a:ext uri="{FF2B5EF4-FFF2-40B4-BE49-F238E27FC236}">
                  <a16:creationId xmlns:a16="http://schemas.microsoft.com/office/drawing/2014/main" id="{99B85957-31D3-35CA-3D77-218B13F5A3B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8" name="Page 4">
              <a:extLst>
                <a:ext uri="{FF2B5EF4-FFF2-40B4-BE49-F238E27FC236}">
                  <a16:creationId xmlns:a16="http://schemas.microsoft.com/office/drawing/2014/main" id="{55EC5C87-78E3-7110-50F8-BE504875CAC3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9" name="Page 5">
              <a:extLst>
                <a:ext uri="{FF2B5EF4-FFF2-40B4-BE49-F238E27FC236}">
                  <a16:creationId xmlns:a16="http://schemas.microsoft.com/office/drawing/2014/main" id="{FDF59AAC-C972-1C8F-D663-E4B0086A4095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0" name="Next">
              <a:extLst>
                <a:ext uri="{FF2B5EF4-FFF2-40B4-BE49-F238E27FC236}">
                  <a16:creationId xmlns:a16="http://schemas.microsoft.com/office/drawing/2014/main" id="{013541D1-1D86-BDA0-30CF-DEFEF88015F9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1" name="Page 1">
              <a:extLst>
                <a:ext uri="{FF2B5EF4-FFF2-40B4-BE49-F238E27FC236}">
                  <a16:creationId xmlns:a16="http://schemas.microsoft.com/office/drawing/2014/main" id="{2A27B964-E525-D910-AFF0-C929720F0F17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2" name="Page 2">
              <a:extLst>
                <a:ext uri="{FF2B5EF4-FFF2-40B4-BE49-F238E27FC236}">
                  <a16:creationId xmlns:a16="http://schemas.microsoft.com/office/drawing/2014/main" id="{B193454B-4674-D642-8151-E464C9807CF3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3" name="Page 3">
              <a:extLst>
                <a:ext uri="{FF2B5EF4-FFF2-40B4-BE49-F238E27FC236}">
                  <a16:creationId xmlns:a16="http://schemas.microsoft.com/office/drawing/2014/main" id="{276FD645-5E72-3B0F-5A55-B31EF42D0B2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4" name="Page 4">
              <a:extLst>
                <a:ext uri="{FF2B5EF4-FFF2-40B4-BE49-F238E27FC236}">
                  <a16:creationId xmlns:a16="http://schemas.microsoft.com/office/drawing/2014/main" id="{F8D2FDDD-CCF0-65DE-29D3-B4D68C165A53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5" name="Page 5">
              <a:extLst>
                <a:ext uri="{FF2B5EF4-FFF2-40B4-BE49-F238E27FC236}">
                  <a16:creationId xmlns:a16="http://schemas.microsoft.com/office/drawing/2014/main" id="{F834FE89-4773-1737-7AB6-B393A64B1927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32E9BE08-5221-F364-1A29-6CF6056884E2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Page 2">
              <a:extLst>
                <a:ext uri="{FF2B5EF4-FFF2-40B4-BE49-F238E27FC236}">
                  <a16:creationId xmlns:a16="http://schemas.microsoft.com/office/drawing/2014/main" id="{B2A9E4BC-CB55-59EF-A57C-CDC860AE1FD7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E8CA55-3A54-1AFE-C28B-199245341C65}"/>
              </a:ext>
            </a:extLst>
          </p:cNvPr>
          <p:cNvSpPr/>
          <p:nvPr/>
        </p:nvSpPr>
        <p:spPr>
          <a:xfrm>
            <a:off x="203001" y="103758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3E1AACAC-CD66-42C0-64A3-F898ED401258}"/>
              </a:ext>
            </a:extLst>
          </p:cNvPr>
          <p:cNvSpPr/>
          <p:nvPr/>
        </p:nvSpPr>
        <p:spPr>
          <a:xfrm>
            <a:off x="2392742" y="112115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8E53F712-B6EB-CAD8-B202-F160697EAB84}"/>
              </a:ext>
            </a:extLst>
          </p:cNvPr>
          <p:cNvSpPr/>
          <p:nvPr/>
        </p:nvSpPr>
        <p:spPr>
          <a:xfrm>
            <a:off x="983346" y="112115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FDBE9C9-08E9-6776-FBE5-48A9FAD0344B}"/>
              </a:ext>
            </a:extLst>
          </p:cNvPr>
          <p:cNvGrpSpPr/>
          <p:nvPr/>
        </p:nvGrpSpPr>
        <p:grpSpPr>
          <a:xfrm>
            <a:off x="273422" y="1125280"/>
            <a:ext cx="662728" cy="224895"/>
            <a:chOff x="2462166" y="2229029"/>
            <a:chExt cx="662728" cy="224895"/>
          </a:xfrm>
        </p:grpSpPr>
        <p:sp>
          <p:nvSpPr>
            <p:cNvPr id="27" name="Input">
              <a:extLst>
                <a:ext uri="{FF2B5EF4-FFF2-40B4-BE49-F238E27FC236}">
                  <a16:creationId xmlns:a16="http://schemas.microsoft.com/office/drawing/2014/main" id="{6418490B-5338-E6BF-821E-1F633130FB36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9B947B31-C7DF-793A-9C10-EAAD5D7651D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1F285B6-1703-8734-EF8B-FB9510138867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학습공동체 채널 정보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CFCFD21-8D59-4FDC-73D3-46418A874CC2}"/>
              </a:ext>
            </a:extLst>
          </p:cNvPr>
          <p:cNvGrpSpPr/>
          <p:nvPr/>
        </p:nvGrpSpPr>
        <p:grpSpPr>
          <a:xfrm>
            <a:off x="387722" y="1620449"/>
            <a:ext cx="1777067" cy="1572301"/>
            <a:chOff x="2701742" y="2428874"/>
            <a:chExt cx="1777067" cy="157230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4DE1019-91D9-1638-A980-B4FE64FCCF1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D8E3D1C-9B4D-6C05-E6A8-7401DAACE1E8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14D1E87A-5D4D-B920-04AD-F9AC187DD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8787BCC-9594-0DB3-C593-4F69D454F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9FD506-5F8A-4042-226F-D5A1F86BE9C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5F9B88-F33B-0B55-297B-BE49617DE334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</a:t>
              </a:r>
              <a:endParaRPr lang="ko-KR" altLang="en-US" sz="900" b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265D5B1-C96C-E25E-BDD5-CDBEBE9C583A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04393A-F4B1-4A97-6B20-966DA681E918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7DB0AE3-7CBA-ED58-A787-8D2E46624FB7}"/>
              </a:ext>
            </a:extLst>
          </p:cNvPr>
          <p:cNvGrpSpPr/>
          <p:nvPr/>
        </p:nvGrpSpPr>
        <p:grpSpPr>
          <a:xfrm>
            <a:off x="2662787" y="1620449"/>
            <a:ext cx="1777067" cy="1572301"/>
            <a:chOff x="2701742" y="2428874"/>
            <a:chExt cx="1777067" cy="1572301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0C6A4CC-B6B5-D16D-AF15-7A0109D05067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F7FB484-64BD-DC71-0303-00F4EC0C8812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07FC3F7-D199-4EF0-D8F7-851F53D9F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AF79D24D-5A80-6D07-7C98-D752B8A8D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7C0F47D-AF6E-8644-4343-B051945CFD33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4F04AAA-D8C9-26C4-BBFB-8AEE3AE95DA8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2</a:t>
              </a:r>
              <a:endParaRPr lang="ko-KR" altLang="en-US" sz="9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E64C80-02ED-9E06-AFAC-278641488A8D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6B96B93-11F4-C170-32FB-803674845347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7D1FFD0-44C2-7DD4-4132-BD351CE9A643}"/>
              </a:ext>
            </a:extLst>
          </p:cNvPr>
          <p:cNvGrpSpPr/>
          <p:nvPr/>
        </p:nvGrpSpPr>
        <p:grpSpPr>
          <a:xfrm>
            <a:off x="4976925" y="1620449"/>
            <a:ext cx="1777067" cy="1572301"/>
            <a:chOff x="2701742" y="2428874"/>
            <a:chExt cx="1777067" cy="157230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C80BADF-9FA7-9A28-FA91-1E584600928A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EAA8919-240A-2EC9-2177-78BBCA06C8E7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2E2957F3-9930-A964-6DAC-73A04DFCF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9E9761EF-B402-7D99-32DB-6CC87FE877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279C0C8-9D9A-E706-250B-EF0CBB801AFA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6E2E814-8138-C272-D4D4-B0BD8C15D2E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3</a:t>
              </a:r>
              <a:endParaRPr lang="ko-KR" altLang="en-US" sz="9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14C0AF-02CD-4606-CF13-09247DC5D933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83A8445-EC55-C339-2C7B-3737423002E8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99CD458-4577-F481-14BD-395B756578F6}"/>
              </a:ext>
            </a:extLst>
          </p:cNvPr>
          <p:cNvGrpSpPr/>
          <p:nvPr/>
        </p:nvGrpSpPr>
        <p:grpSpPr>
          <a:xfrm>
            <a:off x="7303128" y="1620449"/>
            <a:ext cx="1777067" cy="1572301"/>
            <a:chOff x="2701742" y="2428874"/>
            <a:chExt cx="1777067" cy="1572301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CBE3E6A1-98DF-A432-7971-283DF063674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D4AC596-5F1F-E632-0259-3B3BDBA5520D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3C5902A-DEEE-4EBF-88CA-AA58D60100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ABEB01F-478B-54A8-3F2A-E8C3170AE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10BCAA1-E30C-8935-1690-AE3E8E3BF827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2BC3FB1-B184-5EC4-4683-0971009BA79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4</a:t>
              </a:r>
              <a:endParaRPr lang="ko-KR" altLang="en-US" sz="9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1B22DA9-78DA-C751-F1DD-C019EFB1BFCB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EE020BD-8D6D-C793-0E90-B064E3588D7E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81116320-6E0E-B11F-E823-2594D029B0C4}"/>
              </a:ext>
            </a:extLst>
          </p:cNvPr>
          <p:cNvGrpSpPr/>
          <p:nvPr/>
        </p:nvGrpSpPr>
        <p:grpSpPr>
          <a:xfrm>
            <a:off x="387722" y="3964036"/>
            <a:ext cx="1777067" cy="1572301"/>
            <a:chOff x="2701742" y="2428874"/>
            <a:chExt cx="1777067" cy="1572301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1A8F9684-D09D-29CA-F041-137A918EB4E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34F0AD0-D48E-F7B1-0331-8C64918C0DE1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01551D77-5AA4-27F3-53ED-17AEB8CAE5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A4F8052-78FC-3A4A-B0D3-D60708505B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3AD99C8-D221-4B24-C594-59149954588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F311923-8BAF-C580-0239-CB5D40F5054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9</a:t>
              </a:r>
              <a:endParaRPr lang="ko-KR" altLang="en-US" sz="9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C044C65-16E0-16D7-AEF3-29976F01B322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0DD8B07-C3AE-51DD-3B0A-7501C7C66384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02E2880-927C-8A21-7220-BC4044523376}"/>
              </a:ext>
            </a:extLst>
          </p:cNvPr>
          <p:cNvGrpSpPr/>
          <p:nvPr/>
        </p:nvGrpSpPr>
        <p:grpSpPr>
          <a:xfrm>
            <a:off x="2662787" y="3964036"/>
            <a:ext cx="1777067" cy="1572301"/>
            <a:chOff x="2701742" y="2428874"/>
            <a:chExt cx="1777067" cy="1572301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FE91D03-3030-3BBB-69A3-39C1A43F75BE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6E787EA-6F73-9629-100C-6D8B539D791B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989118FF-AC5F-CAB4-FBCB-109576F27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87AA0BF9-D766-A79C-F4D6-37C58585E8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6011003-21A5-3DE7-448E-179B891552C1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326034-CE78-E9C2-C770-7207637FE3F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10</a:t>
              </a:r>
              <a:endParaRPr lang="ko-KR" altLang="en-US" sz="9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83458A2-A1BB-9CAA-5A10-76658D687F9E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5085C2A-2533-BE48-DFAA-C2D132224D6E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D65723CA-46D6-9A52-1DA3-186821192E15}"/>
              </a:ext>
            </a:extLst>
          </p:cNvPr>
          <p:cNvGrpSpPr/>
          <p:nvPr/>
        </p:nvGrpSpPr>
        <p:grpSpPr>
          <a:xfrm>
            <a:off x="4976925" y="3964036"/>
            <a:ext cx="1777067" cy="1572301"/>
            <a:chOff x="2701742" y="2428874"/>
            <a:chExt cx="1777067" cy="157230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944FDBF-2935-8465-C4D8-4F2FC30EBC2A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18D92ED-C510-0932-DD6C-6381BBD813F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310A5A19-B003-5459-B1F8-0F760F3CFD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704B3BE5-8F91-9251-2E1F-A5C54EB8E8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37D3BAF-9753-331D-B1BE-90C3CD0C9A32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C8E8DB8-108E-F7AF-F6FE-1BADC7496B84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11</a:t>
              </a:r>
              <a:endParaRPr lang="ko-KR" altLang="en-US" sz="9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B45BA5D-58AD-D16E-84C4-DCDED03C3585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789AE9B-9C00-91BA-77D4-AE54CA6F5AF9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1306E4D8-009B-F704-95DF-F4E8EE026163}"/>
              </a:ext>
            </a:extLst>
          </p:cNvPr>
          <p:cNvGrpSpPr/>
          <p:nvPr/>
        </p:nvGrpSpPr>
        <p:grpSpPr>
          <a:xfrm>
            <a:off x="7303128" y="3964036"/>
            <a:ext cx="1777067" cy="1572301"/>
            <a:chOff x="2701742" y="2428874"/>
            <a:chExt cx="1777067" cy="1572301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E413C3B-F27C-627A-A151-F158435A7D70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38733959-2FF2-97D3-7630-D9CB27DD9C6D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269F5FA5-9A89-B7E3-ABDD-47C19DFA72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42C0B82E-463C-0678-DB29-B0F833DD4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E82387B-B8BC-D4A4-41FC-67EA39F58485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426E654-4F93-D30D-1929-E31474CCAC5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12</a:t>
              </a:r>
              <a:endParaRPr lang="ko-KR" altLang="en-US" sz="900" b="1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6A579CA-BC91-C257-3081-616153B6D9DB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75349F4-B688-D6BD-5341-5B17DC28ED81}"/>
                </a:ext>
              </a:extLst>
            </p:cNvPr>
            <p:cNvSpPr txBox="1"/>
            <p:nvPr/>
          </p:nvSpPr>
          <p:spPr>
            <a:xfrm>
              <a:off x="361860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latinLnBrk="1"/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YYYY.MM.DD</a:t>
              </a:r>
              <a:endPara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81BB1B54-3450-68B4-9B9E-8B191F76C953}"/>
              </a:ext>
            </a:extLst>
          </p:cNvPr>
          <p:cNvCxnSpPr>
            <a:cxnSpLocks/>
          </p:cNvCxnSpPr>
          <p:nvPr/>
        </p:nvCxnSpPr>
        <p:spPr>
          <a:xfrm>
            <a:off x="411480" y="3764280"/>
            <a:ext cx="86334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>
            <a:extLst>
              <a:ext uri="{FF2B5EF4-FFF2-40B4-BE49-F238E27FC236}">
                <a16:creationId xmlns:a16="http://schemas.microsoft.com/office/drawing/2014/main" id="{0F5B203E-D6A4-7E2D-D26E-634BED8DC1BC}"/>
              </a:ext>
            </a:extLst>
          </p:cNvPr>
          <p:cNvSpPr/>
          <p:nvPr/>
        </p:nvSpPr>
        <p:spPr>
          <a:xfrm>
            <a:off x="-7953" y="1135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59F7D1A3-D6B3-2D92-5013-DA6EF40C4F42}"/>
              </a:ext>
            </a:extLst>
          </p:cNvPr>
          <p:cNvSpPr/>
          <p:nvPr/>
        </p:nvSpPr>
        <p:spPr>
          <a:xfrm>
            <a:off x="302517" y="144435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9D4BE463-DC3E-6F70-A500-6C99772F05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416896"/>
            <a:ext cx="8686800" cy="2592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498550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8837-EF34-BB63-4843-9721912E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4313698-465D-A76E-6CB7-08C308136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524737"/>
              </p:ext>
            </p:extLst>
          </p:nvPr>
        </p:nvGraphicFramePr>
        <p:xfrm>
          <a:off x="9655174" y="276226"/>
          <a:ext cx="2532687" cy="41099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글쓴이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조회시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리스트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게시판 카테고리 선택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전체보기와 주제별 게시판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자유게시판 포함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전체보기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게시판 전체 글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주제별게시판 선택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각 주제별 게시판의 게시글 리스트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주제명은 관리자에서 설정한 값으로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주제 선택 시 화면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다음 페이지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타이틀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 영역에서 선택한 타이틀과 동일하게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글쓰기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글쓴이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조회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종류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주제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1~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주제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게시글 상세로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게시글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관리자가 관리자 사이트에서 등록한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공지글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최우선으로 노출됨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관리자가 추천게시물로 설정한 게시글은 게시판 상위에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관리자에서 설정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322EA5C-FB75-1FFD-5E87-FE85C259740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F30D11-5FC4-7C8E-824C-BE617C665CE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커뮤니티게시판 목록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D7BE86-E6E0-6723-CD52-9D0EA44246C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DD95E-A13F-6804-97E8-A61CAE3E15E5}"/>
              </a:ext>
            </a:extLst>
          </p:cNvPr>
          <p:cNvSpPr txBox="1"/>
          <p:nvPr/>
        </p:nvSpPr>
        <p:spPr>
          <a:xfrm>
            <a:off x="40741" y="694266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grpSp>
        <p:nvGrpSpPr>
          <p:cNvPr id="9" name="Pagination">
            <a:extLst>
              <a:ext uri="{FF2B5EF4-FFF2-40B4-BE49-F238E27FC236}">
                <a16:creationId xmlns:a16="http://schemas.microsoft.com/office/drawing/2014/main" id="{4D7D4DBC-CE6C-F8C0-ABA6-4F25CB153ABA}"/>
              </a:ext>
            </a:extLst>
          </p:cNvPr>
          <p:cNvGrpSpPr/>
          <p:nvPr/>
        </p:nvGrpSpPr>
        <p:grpSpPr>
          <a:xfrm>
            <a:off x="2680331" y="6098741"/>
            <a:ext cx="4257474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8E85C10-FF49-95CB-895F-8C59D9AB4FD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4" name="Page 1">
              <a:extLst>
                <a:ext uri="{FF2B5EF4-FFF2-40B4-BE49-F238E27FC236}">
                  <a16:creationId xmlns:a16="http://schemas.microsoft.com/office/drawing/2014/main" id="{B128342A-A857-5032-9211-4FE334B4513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5" name="Page 2">
              <a:extLst>
                <a:ext uri="{FF2B5EF4-FFF2-40B4-BE49-F238E27FC236}">
                  <a16:creationId xmlns:a16="http://schemas.microsoft.com/office/drawing/2014/main" id="{4D45B7A6-B692-D069-A459-EE27FA6D7A0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6" name="Page 3">
              <a:extLst>
                <a:ext uri="{FF2B5EF4-FFF2-40B4-BE49-F238E27FC236}">
                  <a16:creationId xmlns:a16="http://schemas.microsoft.com/office/drawing/2014/main" id="{5B81480D-B78F-DC35-41F0-35D8D2A3B4E1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7" name="Page 4">
              <a:extLst>
                <a:ext uri="{FF2B5EF4-FFF2-40B4-BE49-F238E27FC236}">
                  <a16:creationId xmlns:a16="http://schemas.microsoft.com/office/drawing/2014/main" id="{59B869DC-83C1-93B1-99AD-C5BE8CD7C2A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" name="Page 5">
              <a:extLst>
                <a:ext uri="{FF2B5EF4-FFF2-40B4-BE49-F238E27FC236}">
                  <a16:creationId xmlns:a16="http://schemas.microsoft.com/office/drawing/2014/main" id="{854AB0DE-6829-BE2F-9970-7DA572828FD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9" name="Next">
              <a:extLst>
                <a:ext uri="{FF2B5EF4-FFF2-40B4-BE49-F238E27FC236}">
                  <a16:creationId xmlns:a16="http://schemas.microsoft.com/office/drawing/2014/main" id="{32FB182E-18D4-0B3C-E23F-4978599A7DF6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0" name="Page 1">
              <a:extLst>
                <a:ext uri="{FF2B5EF4-FFF2-40B4-BE49-F238E27FC236}">
                  <a16:creationId xmlns:a16="http://schemas.microsoft.com/office/drawing/2014/main" id="{0558DF59-2376-91CB-543D-A23BAA280CD8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1" name="Page 2">
              <a:extLst>
                <a:ext uri="{FF2B5EF4-FFF2-40B4-BE49-F238E27FC236}">
                  <a16:creationId xmlns:a16="http://schemas.microsoft.com/office/drawing/2014/main" id="{0FD628D1-322A-F7FD-EA59-DC72F5EFA932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2" name="Page 3">
              <a:extLst>
                <a:ext uri="{FF2B5EF4-FFF2-40B4-BE49-F238E27FC236}">
                  <a16:creationId xmlns:a16="http://schemas.microsoft.com/office/drawing/2014/main" id="{77AA9576-90A0-C785-3381-A3DB4A80009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3" name="Page 4">
              <a:extLst>
                <a:ext uri="{FF2B5EF4-FFF2-40B4-BE49-F238E27FC236}">
                  <a16:creationId xmlns:a16="http://schemas.microsoft.com/office/drawing/2014/main" id="{23ED6564-8B01-5096-E0A9-3A404767129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9010D01C-88D0-924C-EE89-E7F9839D3A18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66A482FF-6E50-3CC4-F381-D14090DD965F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Page 2">
              <a:extLst>
                <a:ext uri="{FF2B5EF4-FFF2-40B4-BE49-F238E27FC236}">
                  <a16:creationId xmlns:a16="http://schemas.microsoft.com/office/drawing/2014/main" id="{9C7961ED-AD1C-49C8-D76C-81408CC39C20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" name="Input">
            <a:extLst>
              <a:ext uri="{FF2B5EF4-FFF2-40B4-BE49-F238E27FC236}">
                <a16:creationId xmlns:a16="http://schemas.microsoft.com/office/drawing/2014/main" id="{797E78F5-882C-AE44-A9C5-FAB3397977FA}"/>
              </a:ext>
            </a:extLst>
          </p:cNvPr>
          <p:cNvSpPr/>
          <p:nvPr/>
        </p:nvSpPr>
        <p:spPr>
          <a:xfrm>
            <a:off x="405600" y="1078605"/>
            <a:ext cx="1033222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전체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" name="Chevron Right">
            <a:extLst>
              <a:ext uri="{FF2B5EF4-FFF2-40B4-BE49-F238E27FC236}">
                <a16:creationId xmlns:a16="http://schemas.microsoft.com/office/drawing/2014/main" id="{79DB5F55-768C-2E64-F94B-93BB7FA7270B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1156386" y="1176592"/>
            <a:ext cx="39561" cy="8371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5B504109-F147-F7C3-244F-64ABE75F4483}"/>
              </a:ext>
            </a:extLst>
          </p:cNvPr>
          <p:cNvSpPr/>
          <p:nvPr/>
        </p:nvSpPr>
        <p:spPr>
          <a:xfrm>
            <a:off x="1555903" y="1080832"/>
            <a:ext cx="6950466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68919F03-DB0B-AB49-2947-6D8ABBE3D4EC}"/>
              </a:ext>
            </a:extLst>
          </p:cNvPr>
          <p:cNvSpPr/>
          <p:nvPr/>
        </p:nvSpPr>
        <p:spPr>
          <a:xfrm>
            <a:off x="8673562" y="1084691"/>
            <a:ext cx="544166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C223A8F-6036-3196-F008-D67D6D391C12}"/>
              </a:ext>
            </a:extLst>
          </p:cNvPr>
          <p:cNvSpPr/>
          <p:nvPr/>
        </p:nvSpPr>
        <p:spPr>
          <a:xfrm>
            <a:off x="405600" y="1446545"/>
            <a:ext cx="696903" cy="4025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보기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F01DF134-9F6E-ED98-7CCE-6B318298C470}"/>
              </a:ext>
            </a:extLst>
          </p:cNvPr>
          <p:cNvGraphicFramePr>
            <a:graphicFrameLocks noGrp="1"/>
          </p:cNvGraphicFramePr>
          <p:nvPr/>
        </p:nvGraphicFramePr>
        <p:xfrm>
          <a:off x="405600" y="2204499"/>
          <a:ext cx="9009087" cy="369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8">
                  <a:extLst>
                    <a:ext uri="{9D8B030D-6E8A-4147-A177-3AD203B41FA5}">
                      <a16:colId xmlns:a16="http://schemas.microsoft.com/office/drawing/2014/main" val="1029871862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1853972475"/>
                    </a:ext>
                  </a:extLst>
                </a:gridCol>
                <a:gridCol w="5080884">
                  <a:extLst>
                    <a:ext uri="{9D8B030D-6E8A-4147-A177-3AD203B41FA5}">
                      <a16:colId xmlns:a16="http://schemas.microsoft.com/office/drawing/2014/main" val="2491485464"/>
                    </a:ext>
                  </a:extLst>
                </a:gridCol>
                <a:gridCol w="659958">
                  <a:extLst>
                    <a:ext uri="{9D8B030D-6E8A-4147-A177-3AD203B41FA5}">
                      <a16:colId xmlns:a16="http://schemas.microsoft.com/office/drawing/2014/main" val="3516943157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3587142717"/>
                    </a:ext>
                  </a:extLst>
                </a:gridCol>
                <a:gridCol w="492981">
                  <a:extLst>
                    <a:ext uri="{9D8B030D-6E8A-4147-A177-3AD203B41FA5}">
                      <a16:colId xmlns:a16="http://schemas.microsoft.com/office/drawing/2014/main" val="1598576823"/>
                    </a:ext>
                  </a:extLst>
                </a:gridCol>
                <a:gridCol w="564885">
                  <a:extLst>
                    <a:ext uri="{9D8B030D-6E8A-4147-A177-3AD203B41FA5}">
                      <a16:colId xmlns:a16="http://schemas.microsoft.com/office/drawing/2014/main" val="368347943"/>
                    </a:ext>
                  </a:extLst>
                </a:gridCol>
              </a:tblGrid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글쓴이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등록일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추천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27102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부지런한 쓰는 교사들의 경험과 기록을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나눠요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0870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 페이지씩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쌓아올린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또 한번의 계절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김역량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81038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교실 속 작은 사회를 일구는 경기 교육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박교사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7453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997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그래프는 우상향을 향하는 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한진단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072111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996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열상의 영감으로 수업을 다채롭게 하는 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김협업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7631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995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기록전시회와 함께하는 경험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공유회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이경기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610192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994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아이들의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시건으로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따뜻했던 학교의 봄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최교육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2830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993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집중을 선물해 드립니다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우공동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687503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답을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찾기위해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오늘도 아이들과 함께하는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장발전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0455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소중한 한 줄 한 줄을 모아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임전근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628353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66A5EB51-957E-C6BE-EC84-A329AE5EA33C}"/>
              </a:ext>
            </a:extLst>
          </p:cNvPr>
          <p:cNvSpPr/>
          <p:nvPr/>
        </p:nvSpPr>
        <p:spPr>
          <a:xfrm>
            <a:off x="1193337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82C7876-1B66-7F30-5D22-1DA425CFF353}"/>
              </a:ext>
            </a:extLst>
          </p:cNvPr>
          <p:cNvSpPr/>
          <p:nvPr/>
        </p:nvSpPr>
        <p:spPr>
          <a:xfrm>
            <a:off x="1193337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76E8E8-BF71-F3C9-061F-19B3ACD2C2C0}"/>
              </a:ext>
            </a:extLst>
          </p:cNvPr>
          <p:cNvSpPr/>
          <p:nvPr/>
        </p:nvSpPr>
        <p:spPr>
          <a:xfrm>
            <a:off x="2413396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D659F9C-02DE-477A-87D1-2A2E961EAA7B}"/>
              </a:ext>
            </a:extLst>
          </p:cNvPr>
          <p:cNvSpPr/>
          <p:nvPr/>
        </p:nvSpPr>
        <p:spPr>
          <a:xfrm>
            <a:off x="2413396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09AFC6D-7D5F-92D5-AA61-5545C1B7F797}"/>
              </a:ext>
            </a:extLst>
          </p:cNvPr>
          <p:cNvSpPr/>
          <p:nvPr/>
        </p:nvSpPr>
        <p:spPr>
          <a:xfrm>
            <a:off x="3633455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C9D2856-C7DC-F4F1-F528-846B59411B18}"/>
              </a:ext>
            </a:extLst>
          </p:cNvPr>
          <p:cNvSpPr/>
          <p:nvPr/>
        </p:nvSpPr>
        <p:spPr>
          <a:xfrm>
            <a:off x="3633455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Input">
            <a:extLst>
              <a:ext uri="{FF2B5EF4-FFF2-40B4-BE49-F238E27FC236}">
                <a16:creationId xmlns:a16="http://schemas.microsoft.com/office/drawing/2014/main" id="{513DAEBE-575A-9FBD-3FD2-0CF952AC1C65}"/>
              </a:ext>
            </a:extLst>
          </p:cNvPr>
          <p:cNvSpPr/>
          <p:nvPr/>
        </p:nvSpPr>
        <p:spPr>
          <a:xfrm>
            <a:off x="8364772" y="1864961"/>
            <a:ext cx="1004030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글쓰기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7E23326-CD19-7ACD-5C53-D1618F92E511}"/>
              </a:ext>
            </a:extLst>
          </p:cNvPr>
          <p:cNvSpPr/>
          <p:nvPr/>
        </p:nvSpPr>
        <p:spPr>
          <a:xfrm>
            <a:off x="450045" y="2631882"/>
            <a:ext cx="419829" cy="1431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공지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86E0662-B541-2AE5-3712-6C55892AE685}"/>
              </a:ext>
            </a:extLst>
          </p:cNvPr>
          <p:cNvSpPr/>
          <p:nvPr/>
        </p:nvSpPr>
        <p:spPr>
          <a:xfrm>
            <a:off x="450045" y="2969243"/>
            <a:ext cx="419829" cy="143123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추천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70E1F2E-24DE-4C57-0404-75FDE61A3BA7}"/>
              </a:ext>
            </a:extLst>
          </p:cNvPr>
          <p:cNvSpPr/>
          <p:nvPr/>
        </p:nvSpPr>
        <p:spPr>
          <a:xfrm>
            <a:off x="450045" y="3287730"/>
            <a:ext cx="419829" cy="143123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추천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93ACA3-2506-6B4E-BE30-92F57E2E8ABE}"/>
              </a:ext>
            </a:extLst>
          </p:cNvPr>
          <p:cNvSpPr txBox="1"/>
          <p:nvPr/>
        </p:nvSpPr>
        <p:spPr>
          <a:xfrm>
            <a:off x="387145" y="1912809"/>
            <a:ext cx="507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itchFamily="2" charset="-127"/>
                <a:ea typeface="나눔고딕" pitchFamily="2" charset="-127"/>
              </a:rPr>
              <a:t>전체보기</a:t>
            </a:r>
            <a:endParaRPr lang="ko-KR" altLang="en-US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05760CD-FDD0-052E-8262-1C6BEB8F9546}"/>
              </a:ext>
            </a:extLst>
          </p:cNvPr>
          <p:cNvSpPr/>
          <p:nvPr/>
        </p:nvSpPr>
        <p:spPr>
          <a:xfrm>
            <a:off x="221060" y="10010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8CAA5715-21AC-3FFC-9A01-ABFD58DA3569}"/>
              </a:ext>
            </a:extLst>
          </p:cNvPr>
          <p:cNvSpPr/>
          <p:nvPr/>
        </p:nvSpPr>
        <p:spPr>
          <a:xfrm>
            <a:off x="159357" y="14884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110A4522-A0AF-0FA9-5CA1-38C86DE8EB84}"/>
              </a:ext>
            </a:extLst>
          </p:cNvPr>
          <p:cNvSpPr/>
          <p:nvPr/>
        </p:nvSpPr>
        <p:spPr>
          <a:xfrm>
            <a:off x="221060" y="191121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497F1CF7-9A9D-73B6-7BFF-0D7CEFFB14F8}"/>
              </a:ext>
            </a:extLst>
          </p:cNvPr>
          <p:cNvSpPr/>
          <p:nvPr/>
        </p:nvSpPr>
        <p:spPr>
          <a:xfrm>
            <a:off x="8099829" y="186496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628A4F3-C078-F31A-8D17-10B89B65B4EB}"/>
              </a:ext>
            </a:extLst>
          </p:cNvPr>
          <p:cNvSpPr/>
          <p:nvPr/>
        </p:nvSpPr>
        <p:spPr>
          <a:xfrm>
            <a:off x="159357" y="224455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D662A090-05A8-0CAC-6B03-98D100C5E505}"/>
              </a:ext>
            </a:extLst>
          </p:cNvPr>
          <p:cNvSpPr/>
          <p:nvPr/>
        </p:nvSpPr>
        <p:spPr>
          <a:xfrm>
            <a:off x="194293" y="259481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0284E-BC36-A76C-E120-9395F61B142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8401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286D-C27D-299B-DA07-C4898187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07A2EED-B718-DDF7-8184-C1F31B1DE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570681"/>
              </p:ext>
            </p:extLst>
          </p:nvPr>
        </p:nvGraphicFramePr>
        <p:xfrm>
          <a:off x="9655174" y="276226"/>
          <a:ext cx="2532687" cy="17629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커뮤니티 게시판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선택 시 화면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게시판 색상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폰트로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게시판 타이틀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선택한 게시판의 타이틀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게시판의 해당하는 게시글만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051A545-1964-736F-824B-1B131BABD9E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074779-70B1-DE81-8B1C-D12B22670BB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커뮤니티게시판 목록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799DFF-627C-2546-F8E5-68629FE481F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F30E51-26A1-F300-0815-75784462EFB9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CC066-3BCF-B766-2969-C54BD870E4B2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커뮤니티 게시판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9" name="Pagination">
            <a:extLst>
              <a:ext uri="{FF2B5EF4-FFF2-40B4-BE49-F238E27FC236}">
                <a16:creationId xmlns:a16="http://schemas.microsoft.com/office/drawing/2014/main" id="{BD59CCF5-092C-FBD4-5BE3-F6969710A350}"/>
              </a:ext>
            </a:extLst>
          </p:cNvPr>
          <p:cNvGrpSpPr/>
          <p:nvPr/>
        </p:nvGrpSpPr>
        <p:grpSpPr>
          <a:xfrm>
            <a:off x="2680331" y="6098741"/>
            <a:ext cx="4257474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48810457-DEF2-1B3E-473C-8C1870B84B27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4" name="Page 1">
              <a:extLst>
                <a:ext uri="{FF2B5EF4-FFF2-40B4-BE49-F238E27FC236}">
                  <a16:creationId xmlns:a16="http://schemas.microsoft.com/office/drawing/2014/main" id="{6315CE8B-B8C1-C7EC-022D-A53149F5C0A0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5" name="Page 2">
              <a:extLst>
                <a:ext uri="{FF2B5EF4-FFF2-40B4-BE49-F238E27FC236}">
                  <a16:creationId xmlns:a16="http://schemas.microsoft.com/office/drawing/2014/main" id="{5F70F554-34D7-4C51-3B88-E2E270F5ED08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6" name="Page 3">
              <a:extLst>
                <a:ext uri="{FF2B5EF4-FFF2-40B4-BE49-F238E27FC236}">
                  <a16:creationId xmlns:a16="http://schemas.microsoft.com/office/drawing/2014/main" id="{3F7299F8-97C4-A24D-A605-1EFD836F30AC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7" name="Page 4">
              <a:extLst>
                <a:ext uri="{FF2B5EF4-FFF2-40B4-BE49-F238E27FC236}">
                  <a16:creationId xmlns:a16="http://schemas.microsoft.com/office/drawing/2014/main" id="{441A1223-4BA5-71BD-9555-07CDEFFE35FB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" name="Page 5">
              <a:extLst>
                <a:ext uri="{FF2B5EF4-FFF2-40B4-BE49-F238E27FC236}">
                  <a16:creationId xmlns:a16="http://schemas.microsoft.com/office/drawing/2014/main" id="{576169C6-D0FD-BB7D-590F-37BB6F0461C5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9" name="Next">
              <a:extLst>
                <a:ext uri="{FF2B5EF4-FFF2-40B4-BE49-F238E27FC236}">
                  <a16:creationId xmlns:a16="http://schemas.microsoft.com/office/drawing/2014/main" id="{169560DE-8F5D-75ED-FEBB-58BCD36658ED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0" name="Page 1">
              <a:extLst>
                <a:ext uri="{FF2B5EF4-FFF2-40B4-BE49-F238E27FC236}">
                  <a16:creationId xmlns:a16="http://schemas.microsoft.com/office/drawing/2014/main" id="{099B56D2-5CDC-688F-CDB5-DA9DFF6AE8A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1" name="Page 2">
              <a:extLst>
                <a:ext uri="{FF2B5EF4-FFF2-40B4-BE49-F238E27FC236}">
                  <a16:creationId xmlns:a16="http://schemas.microsoft.com/office/drawing/2014/main" id="{E72301D5-FA28-B170-92F4-F964E3D9DDF0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2" name="Page 3">
              <a:extLst>
                <a:ext uri="{FF2B5EF4-FFF2-40B4-BE49-F238E27FC236}">
                  <a16:creationId xmlns:a16="http://schemas.microsoft.com/office/drawing/2014/main" id="{58581D17-18F2-AFBE-22EA-427ED5D04B19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3" name="Page 4">
              <a:extLst>
                <a:ext uri="{FF2B5EF4-FFF2-40B4-BE49-F238E27FC236}">
                  <a16:creationId xmlns:a16="http://schemas.microsoft.com/office/drawing/2014/main" id="{932A398D-ED80-9CE0-4B46-38C1A4947B0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BE787D34-1FBF-15E4-4B39-43093753697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C24F41A4-BCFF-51FB-F686-6DDF2A607F42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Page 2">
              <a:extLst>
                <a:ext uri="{FF2B5EF4-FFF2-40B4-BE49-F238E27FC236}">
                  <a16:creationId xmlns:a16="http://schemas.microsoft.com/office/drawing/2014/main" id="{ACFDE09C-68FC-49CF-553B-94DA6DCAFA33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" name="Input">
            <a:extLst>
              <a:ext uri="{FF2B5EF4-FFF2-40B4-BE49-F238E27FC236}">
                <a16:creationId xmlns:a16="http://schemas.microsoft.com/office/drawing/2014/main" id="{124E9D7C-3F0C-F486-8354-4ABB9FA5D5F4}"/>
              </a:ext>
            </a:extLst>
          </p:cNvPr>
          <p:cNvSpPr/>
          <p:nvPr/>
        </p:nvSpPr>
        <p:spPr>
          <a:xfrm>
            <a:off x="405600" y="1078605"/>
            <a:ext cx="1033222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전체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" name="Chevron Right">
            <a:extLst>
              <a:ext uri="{FF2B5EF4-FFF2-40B4-BE49-F238E27FC236}">
                <a16:creationId xmlns:a16="http://schemas.microsoft.com/office/drawing/2014/main" id="{7F32FC13-2328-8E05-2579-5CB6B6E39EAD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1156386" y="1176592"/>
            <a:ext cx="39561" cy="8371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81A0552A-D286-8BCF-C245-9B8B2D863FC4}"/>
              </a:ext>
            </a:extLst>
          </p:cNvPr>
          <p:cNvSpPr/>
          <p:nvPr/>
        </p:nvSpPr>
        <p:spPr>
          <a:xfrm>
            <a:off x="1555903" y="1080832"/>
            <a:ext cx="6950466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B827EEBC-8756-DF23-1BCA-0D87B356FA74}"/>
              </a:ext>
            </a:extLst>
          </p:cNvPr>
          <p:cNvSpPr/>
          <p:nvPr/>
        </p:nvSpPr>
        <p:spPr>
          <a:xfrm>
            <a:off x="8673562" y="1084691"/>
            <a:ext cx="544166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3F21BBA-0070-FE38-8C58-AD6EA58316C2}"/>
              </a:ext>
            </a:extLst>
          </p:cNvPr>
          <p:cNvSpPr/>
          <p:nvPr/>
        </p:nvSpPr>
        <p:spPr>
          <a:xfrm>
            <a:off x="405600" y="1446545"/>
            <a:ext cx="696903" cy="402514"/>
          </a:xfrm>
          <a:prstGeom prst="rect">
            <a:avLst/>
          </a:prstGeom>
          <a:solidFill>
            <a:srgbClr val="D9D9D9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보기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286D6EAC-22AE-46CC-F48B-C6AED68E193C}"/>
              </a:ext>
            </a:extLst>
          </p:cNvPr>
          <p:cNvGraphicFramePr>
            <a:graphicFrameLocks noGrp="1"/>
          </p:cNvGraphicFramePr>
          <p:nvPr/>
        </p:nvGraphicFramePr>
        <p:xfrm>
          <a:off x="405600" y="2204499"/>
          <a:ext cx="9009087" cy="369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8">
                  <a:extLst>
                    <a:ext uri="{9D8B030D-6E8A-4147-A177-3AD203B41FA5}">
                      <a16:colId xmlns:a16="http://schemas.microsoft.com/office/drawing/2014/main" val="1029871862"/>
                    </a:ext>
                  </a:extLst>
                </a:gridCol>
                <a:gridCol w="818985">
                  <a:extLst>
                    <a:ext uri="{9D8B030D-6E8A-4147-A177-3AD203B41FA5}">
                      <a16:colId xmlns:a16="http://schemas.microsoft.com/office/drawing/2014/main" val="1853972475"/>
                    </a:ext>
                  </a:extLst>
                </a:gridCol>
                <a:gridCol w="5096786">
                  <a:extLst>
                    <a:ext uri="{9D8B030D-6E8A-4147-A177-3AD203B41FA5}">
                      <a16:colId xmlns:a16="http://schemas.microsoft.com/office/drawing/2014/main" val="2491485464"/>
                    </a:ext>
                  </a:extLst>
                </a:gridCol>
                <a:gridCol w="659958">
                  <a:extLst>
                    <a:ext uri="{9D8B030D-6E8A-4147-A177-3AD203B41FA5}">
                      <a16:colId xmlns:a16="http://schemas.microsoft.com/office/drawing/2014/main" val="3516943157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3587142717"/>
                    </a:ext>
                  </a:extLst>
                </a:gridCol>
                <a:gridCol w="492981">
                  <a:extLst>
                    <a:ext uri="{9D8B030D-6E8A-4147-A177-3AD203B41FA5}">
                      <a16:colId xmlns:a16="http://schemas.microsoft.com/office/drawing/2014/main" val="1598576823"/>
                    </a:ext>
                  </a:extLst>
                </a:gridCol>
                <a:gridCol w="564885">
                  <a:extLst>
                    <a:ext uri="{9D8B030D-6E8A-4147-A177-3AD203B41FA5}">
                      <a16:colId xmlns:a16="http://schemas.microsoft.com/office/drawing/2014/main" val="368347943"/>
                    </a:ext>
                  </a:extLst>
                </a:gridCol>
              </a:tblGrid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글쓴이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등록일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추천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27102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부지런한 쓰는 교사들의 경험과 기록을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나눠요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0870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 페이지씩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쌓아올린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또 한번의 계절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김역량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81038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998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교실 속 작은 사회를 일구는 경기 교육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박교사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7453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997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그래프는 우상향을 향하는 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한진단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072111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996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열상의 영감으로 수업을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다체롭게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하는 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김협업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7631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995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기록전시회와 함께하는 경험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공유회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이경기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610192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994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아이들의 시선으로 따뜻했던 학교의 봄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최교육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2830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993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집중을 선물해 드립니다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우공동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687503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답을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찾기위해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오늘도 아이들과 함께하는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장발전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0455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소중한 한 줄 한 줄을 모아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임전근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628353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B9855B00-EF3A-32F8-F745-D435203BA612}"/>
              </a:ext>
            </a:extLst>
          </p:cNvPr>
          <p:cNvSpPr/>
          <p:nvPr/>
        </p:nvSpPr>
        <p:spPr>
          <a:xfrm>
            <a:off x="1193337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BD16D9-6E43-F5AF-97DA-4D1A00147ACF}"/>
              </a:ext>
            </a:extLst>
          </p:cNvPr>
          <p:cNvSpPr/>
          <p:nvPr/>
        </p:nvSpPr>
        <p:spPr>
          <a:xfrm>
            <a:off x="1193337" y="1669281"/>
            <a:ext cx="1122369" cy="181955"/>
          </a:xfrm>
          <a:prstGeom prst="rect">
            <a:avLst/>
          </a:prstGeom>
          <a:solidFill>
            <a:srgbClr val="8FAADC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B82B7DE-1498-BCF0-0693-6596E94F1F19}"/>
              </a:ext>
            </a:extLst>
          </p:cNvPr>
          <p:cNvSpPr/>
          <p:nvPr/>
        </p:nvSpPr>
        <p:spPr>
          <a:xfrm>
            <a:off x="2413396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B34204D-CE24-130A-9775-6D75999E9AE1}"/>
              </a:ext>
            </a:extLst>
          </p:cNvPr>
          <p:cNvSpPr/>
          <p:nvPr/>
        </p:nvSpPr>
        <p:spPr>
          <a:xfrm>
            <a:off x="2413396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A2E0A8E-3614-E0A5-5249-92E5F0DDF47E}"/>
              </a:ext>
            </a:extLst>
          </p:cNvPr>
          <p:cNvSpPr/>
          <p:nvPr/>
        </p:nvSpPr>
        <p:spPr>
          <a:xfrm>
            <a:off x="3633455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85DB8E-0B04-C2F4-EB6E-0A868F15DD7B}"/>
              </a:ext>
            </a:extLst>
          </p:cNvPr>
          <p:cNvSpPr/>
          <p:nvPr/>
        </p:nvSpPr>
        <p:spPr>
          <a:xfrm>
            <a:off x="3633455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Input">
            <a:extLst>
              <a:ext uri="{FF2B5EF4-FFF2-40B4-BE49-F238E27FC236}">
                <a16:creationId xmlns:a16="http://schemas.microsoft.com/office/drawing/2014/main" id="{7C6963A6-83F1-56AE-9161-A7EE93824C84}"/>
              </a:ext>
            </a:extLst>
          </p:cNvPr>
          <p:cNvSpPr/>
          <p:nvPr/>
        </p:nvSpPr>
        <p:spPr>
          <a:xfrm>
            <a:off x="8364772" y="1864961"/>
            <a:ext cx="1004030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글쓰기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0C52BE0-E3BC-515F-5660-CEB0C8E9F2E6}"/>
              </a:ext>
            </a:extLst>
          </p:cNvPr>
          <p:cNvSpPr/>
          <p:nvPr/>
        </p:nvSpPr>
        <p:spPr>
          <a:xfrm>
            <a:off x="450045" y="2631882"/>
            <a:ext cx="419829" cy="143123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추천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71281-693D-E332-B3C6-7314128F8EBA}"/>
              </a:ext>
            </a:extLst>
          </p:cNvPr>
          <p:cNvSpPr txBox="1"/>
          <p:nvPr/>
        </p:nvSpPr>
        <p:spPr>
          <a:xfrm>
            <a:off x="387145" y="1912809"/>
            <a:ext cx="507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주제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게시판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52A1BE1-76B8-5210-CB39-A20893FDC0C3}"/>
              </a:ext>
            </a:extLst>
          </p:cNvPr>
          <p:cNvSpPr/>
          <p:nvPr/>
        </p:nvSpPr>
        <p:spPr>
          <a:xfrm>
            <a:off x="1018492" y="16692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DC36F18-D2CB-90D4-5FA4-037643E22DCE}"/>
              </a:ext>
            </a:extLst>
          </p:cNvPr>
          <p:cNvSpPr/>
          <p:nvPr/>
        </p:nvSpPr>
        <p:spPr>
          <a:xfrm>
            <a:off x="167786" y="19344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DF187EE-E1B8-415A-E430-D84C20AAE9E3}"/>
              </a:ext>
            </a:extLst>
          </p:cNvPr>
          <p:cNvSpPr/>
          <p:nvPr/>
        </p:nvSpPr>
        <p:spPr>
          <a:xfrm>
            <a:off x="1193420" y="203898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5111964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0B26-73F4-AC38-74C7-0A4063CE8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0263EC9-5C3B-ABD6-80AF-BDAA01ED8D25}"/>
              </a:ext>
            </a:extLst>
          </p:cNvPr>
          <p:cNvGraphicFramePr/>
          <p:nvPr/>
        </p:nvGraphicFramePr>
        <p:xfrm>
          <a:off x="9655174" y="276226"/>
          <a:ext cx="2532687" cy="55425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타이틀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게시글이 작성된 게시판 명칭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아이콘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 본인인 경우에만 노출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선택 시 게시글 수정 페이지로 이동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페이지와 동일하고 내용은 입력된 상태로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게시글을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삭제하시겠습니까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?”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 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알럿에서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확인 선택 시 해당 게시글 삭제 후 리스트로 이동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사용자가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시영지가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FE7042A-A4F8-7ABE-99D6-9F3D8064A03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7B5EF-D094-5C94-1459-DBCC47AD17D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커뮤니티게시판 상세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358792-A151-8F9C-4EB1-8ADF61876EA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3B2DA7-6FF3-C653-1177-71F37BE175C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B7F22E-69EB-188B-551B-B23054F12192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224804"/>
          <a:ext cx="9428776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자유게시판에 등록된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04D2BB43-D240-CB47-1FC7-20A5752E6CCE}"/>
              </a:ext>
            </a:extLst>
          </p:cNvPr>
          <p:cNvSpPr/>
          <p:nvPr/>
        </p:nvSpPr>
        <p:spPr>
          <a:xfrm>
            <a:off x="163739" y="1743985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0F8D361-DA09-3B14-A0F8-0361E66CE91D}"/>
              </a:ext>
            </a:extLst>
          </p:cNvPr>
          <p:cNvGrpSpPr/>
          <p:nvPr/>
        </p:nvGrpSpPr>
        <p:grpSpPr>
          <a:xfrm>
            <a:off x="3554406" y="616522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A19015D-7219-A30E-1E75-8AABEB3177B4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F67E00F-5F26-E708-005D-D827883404FB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1D4A1AE-720B-5DC3-FF3B-E5C84880EF12}"/>
              </a:ext>
            </a:extLst>
          </p:cNvPr>
          <p:cNvSpPr/>
          <p:nvPr/>
        </p:nvSpPr>
        <p:spPr>
          <a:xfrm>
            <a:off x="173058" y="5597718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57791C46-D3E6-6C03-70A9-3DA92ADC7344}"/>
              </a:ext>
            </a:extLst>
          </p:cNvPr>
          <p:cNvSpPr/>
          <p:nvPr/>
        </p:nvSpPr>
        <p:spPr>
          <a:xfrm>
            <a:off x="168918" y="5651176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자유게시판 첨부파일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630CC7F-EE1B-3812-3113-53B033604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624800"/>
            <a:ext cx="303511" cy="303511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BCA0D335-65EB-004E-6DD5-50ECE3337D16}"/>
              </a:ext>
            </a:extLst>
          </p:cNvPr>
          <p:cNvSpPr/>
          <p:nvPr/>
        </p:nvSpPr>
        <p:spPr>
          <a:xfrm>
            <a:off x="-20857" y="125949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2</a:t>
            </a:r>
            <a:endParaRPr lang="ko-KR" altLang="en-US" sz="900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EE54B20-A46E-180A-5546-4F6053A27E27}"/>
              </a:ext>
            </a:extLst>
          </p:cNvPr>
          <p:cNvSpPr/>
          <p:nvPr/>
        </p:nvSpPr>
        <p:spPr>
          <a:xfrm>
            <a:off x="-33167" y="151074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3</a:t>
            </a:r>
            <a:endParaRPr lang="ko-KR" altLang="en-US" sz="900" spc="-8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707593-6871-8344-62F9-B6F3E00A2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45" y="1538727"/>
            <a:ext cx="161139" cy="1611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DFB255-545B-E65C-20AC-CA74A5838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81" y="1564351"/>
            <a:ext cx="154558" cy="1545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C3A1388-B226-A53E-A673-A4F6072B7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177160"/>
            <a:ext cx="313331" cy="313331"/>
          </a:xfrm>
          <a:prstGeom prst="rect">
            <a:avLst/>
          </a:prstGeom>
        </p:spPr>
      </p:pic>
      <p:pic>
        <p:nvPicPr>
          <p:cNvPr id="10" name="그림 37" descr="사용자">
            <a:extLst>
              <a:ext uri="{FF2B5EF4-FFF2-40B4-BE49-F238E27FC236}">
                <a16:creationId xmlns:a16="http://schemas.microsoft.com/office/drawing/2014/main" id="{E97AD743-EDA2-255E-DB59-48FE219172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37976" y="6211185"/>
            <a:ext cx="231747" cy="23174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233234E-E6BD-6524-9184-BE3B36993DF5}"/>
              </a:ext>
            </a:extLst>
          </p:cNvPr>
          <p:cNvSpPr/>
          <p:nvPr/>
        </p:nvSpPr>
        <p:spPr>
          <a:xfrm>
            <a:off x="268519" y="184080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A3E41FE-E498-544B-8FCF-E897F9DA4CDC}"/>
              </a:ext>
            </a:extLst>
          </p:cNvPr>
          <p:cNvSpPr/>
          <p:nvPr/>
        </p:nvSpPr>
        <p:spPr>
          <a:xfrm>
            <a:off x="-20857" y="567872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6</a:t>
            </a:r>
            <a:endParaRPr lang="ko-KR" altLang="en-US" sz="900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07F338A-7A95-443B-45D9-6464F0D5FFFC}"/>
              </a:ext>
            </a:extLst>
          </p:cNvPr>
          <p:cNvSpPr/>
          <p:nvPr/>
        </p:nvSpPr>
        <p:spPr>
          <a:xfrm>
            <a:off x="3281048" y="621960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7</a:t>
            </a:r>
            <a:endParaRPr lang="ko-KR" altLang="en-US" sz="900" spc="-8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932BC-8E00-00C2-5B54-E656CF96C38E}"/>
              </a:ext>
            </a:extLst>
          </p:cNvPr>
          <p:cNvSpPr txBox="1"/>
          <p:nvPr/>
        </p:nvSpPr>
        <p:spPr>
          <a:xfrm>
            <a:off x="40741" y="694266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785652-6920-9014-9AB3-58FAEFA3B9D4}"/>
              </a:ext>
            </a:extLst>
          </p:cNvPr>
          <p:cNvSpPr txBox="1"/>
          <p:nvPr/>
        </p:nvSpPr>
        <p:spPr>
          <a:xfrm>
            <a:off x="151402" y="943392"/>
            <a:ext cx="507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itchFamily="2" charset="-127"/>
                <a:ea typeface="나눔고딕" pitchFamily="2" charset="-127"/>
              </a:rPr>
              <a:t>자유게시판</a:t>
            </a:r>
            <a:endParaRPr lang="ko-KR" altLang="en-US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EF3C3EC-B109-9730-24B2-1C21ACCDE5A3}"/>
              </a:ext>
            </a:extLst>
          </p:cNvPr>
          <p:cNvSpPr/>
          <p:nvPr/>
        </p:nvSpPr>
        <p:spPr>
          <a:xfrm>
            <a:off x="-76162" y="9433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1</a:t>
            </a:r>
            <a:endParaRPr lang="ko-KR" altLang="en-US" sz="900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823B4FD-59BC-057D-7A10-7052735813D6}"/>
              </a:ext>
            </a:extLst>
          </p:cNvPr>
          <p:cNvSpPr/>
          <p:nvPr/>
        </p:nvSpPr>
        <p:spPr>
          <a:xfrm>
            <a:off x="8823675" y="151074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</p:spTree>
    <p:extLst>
      <p:ext uri="{BB962C8B-B14F-4D97-AF65-F5344CB8AC3E}">
        <p14:creationId xmlns:p14="http://schemas.microsoft.com/office/powerpoint/2010/main" val="37844952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2A2C-1254-1812-229F-F2AA6E51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B50DD22-E948-C861-1E52-0F8CE1007E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3795303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883915-94E5-31D1-7B08-728AF2EC80DF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539ABBD-4C8F-F4DE-AA40-C4FF33C3A6D7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B4709A-0006-2ED8-77C8-5648296EEA5F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F8282E1-DA48-7AD7-8794-0C4B15C6BE73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226E0CC-7DE9-CA49-67CB-13E92D10A044}"/>
              </a:ext>
            </a:extLst>
          </p:cNvPr>
          <p:cNvSpPr/>
          <p:nvPr/>
        </p:nvSpPr>
        <p:spPr>
          <a:xfrm>
            <a:off x="1227668" y="796802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EC5856-EA39-88F7-F26D-EEA9DD52DBB8}"/>
              </a:ext>
            </a:extLst>
          </p:cNvPr>
          <p:cNvSpPr/>
          <p:nvPr/>
        </p:nvSpPr>
        <p:spPr>
          <a:xfrm>
            <a:off x="1227668" y="1682859"/>
            <a:ext cx="8267700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8C3AEC3-8C46-306B-4885-51045CDFAD91}"/>
              </a:ext>
            </a:extLst>
          </p:cNvPr>
          <p:cNvGrpSpPr/>
          <p:nvPr/>
        </p:nvGrpSpPr>
        <p:grpSpPr>
          <a:xfrm>
            <a:off x="8473678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42F0B1AD-4B06-FEC1-FE4C-8D0CC6142CBF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26596BF-8CBE-7616-13D7-554ACDE66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749D4D-C9A1-D149-C617-9EC5FDE59781}"/>
              </a:ext>
            </a:extLst>
          </p:cNvPr>
          <p:cNvSpPr/>
          <p:nvPr/>
        </p:nvSpPr>
        <p:spPr>
          <a:xfrm>
            <a:off x="155492" y="2743200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3ED5D1-5CD3-C11F-F222-F98A79E77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90A1943-7472-95B4-AF40-3711F4AADC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62CCD61-1584-F9BB-BA59-C85D058E25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03CECA7B-0EA1-2716-0962-BCB47C9BDB2A}"/>
              </a:ext>
            </a:extLst>
          </p:cNvPr>
          <p:cNvSpPr/>
          <p:nvPr/>
        </p:nvSpPr>
        <p:spPr>
          <a:xfrm>
            <a:off x="9134648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F6E30D8-1E9E-96B6-1588-10139F1CD3BA}"/>
              </a:ext>
            </a:extLst>
          </p:cNvPr>
          <p:cNvGrpSpPr/>
          <p:nvPr/>
        </p:nvGrpSpPr>
        <p:grpSpPr>
          <a:xfrm>
            <a:off x="8573586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6B50FE63-87C9-3F34-ED44-16BD2A0DB818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38C6422-9885-D214-116A-26BC12C63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F097C168-DA91-BB1A-5524-28BFA04F17E7}"/>
              </a:ext>
            </a:extLst>
          </p:cNvPr>
          <p:cNvSpPr/>
          <p:nvPr/>
        </p:nvSpPr>
        <p:spPr>
          <a:xfrm>
            <a:off x="8286133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EB96A456-9937-6AD2-9621-81909EEC0567}"/>
              </a:ext>
            </a:extLst>
          </p:cNvPr>
          <p:cNvSpPr/>
          <p:nvPr/>
        </p:nvSpPr>
        <p:spPr>
          <a:xfrm>
            <a:off x="8746435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2054F8F-3A6D-BE71-739F-BFB6A9433F49}"/>
              </a:ext>
            </a:extLst>
          </p:cNvPr>
          <p:cNvSpPr/>
          <p:nvPr/>
        </p:nvSpPr>
        <p:spPr>
          <a:xfrm>
            <a:off x="8582769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305748F-6208-E8C1-FC8A-67E492725DD1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8060474-B5AE-2ED6-39AD-2C55D107B04B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3EAB539-0A87-8A7E-99AE-FE3A661C9819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0B8AFC3-DCD2-6D3F-0681-86E93F849AA3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61CAB78-0889-27A5-7DE6-1E71877444BB}"/>
              </a:ext>
            </a:extLst>
          </p:cNvPr>
          <p:cNvSpPr/>
          <p:nvPr/>
        </p:nvSpPr>
        <p:spPr>
          <a:xfrm>
            <a:off x="8286133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775D46C-B159-F71D-E5F6-28C17688831E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73DFE-09A4-DC62-085C-E938737C9AA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5AE767-566D-864E-D142-BC00D316D2E6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커뮤니티게시판 상세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0AFEAE-5BDA-DB95-523D-55F554E8826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77993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1C5A-6F89-DED0-67FD-664A2444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9935329-C023-F226-6DF0-C102EC7481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263665"/>
              </p:ext>
            </p:extLst>
          </p:nvPr>
        </p:nvGraphicFramePr>
        <p:xfrm>
          <a:off x="9655174" y="276226"/>
          <a:ext cx="2532687" cy="33784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카테고리 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게시글을 작성할 게시판을 선택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전체보기에서 글쓰기 선택하여 이동한 경우에는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없음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개별 게시판에서 글쓰기 선택한 경우에는 해당 게시판이 선택된 상태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 시 참고사항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전 사용자에게 알려야 할 내용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안내문구는 확인 후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게시글의 제목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글자수 제한 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기준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 첨부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 파일 형식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용량 확인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작성한 게시글 등록 처리 후 목록으로 이동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3D2EE26-9593-F146-3EF5-FC8BF99E90B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FD45A-AE8E-503F-E9B7-C9C18EB2596C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B145B-2F41-15DA-32C3-09F12E3A158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DE616F-AECB-8CCD-1CB4-979A40EF896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8860B-0B09-391E-8354-95F9331F23EA}"/>
              </a:ext>
            </a:extLst>
          </p:cNvPr>
          <p:cNvSpPr txBox="1"/>
          <p:nvPr/>
        </p:nvSpPr>
        <p:spPr>
          <a:xfrm>
            <a:off x="40741" y="694266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FEBFA4-4126-8AEB-19DF-1921B7266073}"/>
              </a:ext>
            </a:extLst>
          </p:cNvPr>
          <p:cNvSpPr/>
          <p:nvPr/>
        </p:nvSpPr>
        <p:spPr>
          <a:xfrm>
            <a:off x="1614756" y="1218168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2823B7D-6AC6-1A47-C1B8-03302F00FD2F}"/>
              </a:ext>
            </a:extLst>
          </p:cNvPr>
          <p:cNvSpPr/>
          <p:nvPr/>
        </p:nvSpPr>
        <p:spPr>
          <a:xfrm>
            <a:off x="1614756" y="1440904"/>
            <a:ext cx="1122369" cy="181955"/>
          </a:xfrm>
          <a:prstGeom prst="rect">
            <a:avLst/>
          </a:prstGeom>
          <a:solidFill>
            <a:srgbClr val="8FAADC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C4A4B0-E4FB-31AD-8580-2176DAA9C02F}"/>
              </a:ext>
            </a:extLst>
          </p:cNvPr>
          <p:cNvSpPr/>
          <p:nvPr/>
        </p:nvSpPr>
        <p:spPr>
          <a:xfrm>
            <a:off x="2834815" y="1218168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5411F8-87C6-2A6D-08C9-BEE2EDB17A78}"/>
              </a:ext>
            </a:extLst>
          </p:cNvPr>
          <p:cNvSpPr/>
          <p:nvPr/>
        </p:nvSpPr>
        <p:spPr>
          <a:xfrm>
            <a:off x="2834815" y="1440904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115C803-5824-5D58-48BF-E36C7C9B5D02}"/>
              </a:ext>
            </a:extLst>
          </p:cNvPr>
          <p:cNvSpPr/>
          <p:nvPr/>
        </p:nvSpPr>
        <p:spPr>
          <a:xfrm>
            <a:off x="4054874" y="1218168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5331B1-48AB-F7EE-0AA8-0CE6605FC199}"/>
              </a:ext>
            </a:extLst>
          </p:cNvPr>
          <p:cNvSpPr/>
          <p:nvPr/>
        </p:nvSpPr>
        <p:spPr>
          <a:xfrm>
            <a:off x="4054874" y="1440904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6495462-EFE2-A684-16FF-DEB3AEEF0C55}"/>
              </a:ext>
            </a:extLst>
          </p:cNvPr>
          <p:cNvGraphicFramePr>
            <a:graphicFrameLocks noGrp="1"/>
          </p:cNvGraphicFramePr>
          <p:nvPr/>
        </p:nvGraphicFramePr>
        <p:xfrm>
          <a:off x="175013" y="1123124"/>
          <a:ext cx="9350650" cy="4923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589">
                  <a:extLst>
                    <a:ext uri="{9D8B030D-6E8A-4147-A177-3AD203B41FA5}">
                      <a16:colId xmlns:a16="http://schemas.microsoft.com/office/drawing/2014/main" val="1029871862"/>
                    </a:ext>
                  </a:extLst>
                </a:gridCol>
                <a:gridCol w="7991061">
                  <a:extLst>
                    <a:ext uri="{9D8B030D-6E8A-4147-A177-3AD203B41FA5}">
                      <a16:colId xmlns:a16="http://schemas.microsoft.com/office/drawing/2014/main" val="368347943"/>
                    </a:ext>
                  </a:extLst>
                </a:gridCol>
              </a:tblGrid>
              <a:tr h="335761"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카테고리선택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27102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작성시 참고사항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※ 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주제의 성격에 맞는 게시물을 작성하여 주시기 바랍니다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※ 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부적절한 게시물이나 주제에 적합하지 않은 게시물은 관리자가 숨김 또는 삭제 처리할 수 있습니다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 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0870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제목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81038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내용</a:t>
                      </a:r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7453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파일첨부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072111"/>
                  </a:ext>
                </a:extLst>
              </a:tr>
            </a:tbl>
          </a:graphicData>
        </a:graphic>
      </p:graphicFrame>
      <p:sp>
        <p:nvSpPr>
          <p:cNvPr id="29" name="Input">
            <a:extLst>
              <a:ext uri="{FF2B5EF4-FFF2-40B4-BE49-F238E27FC236}">
                <a16:creationId xmlns:a16="http://schemas.microsoft.com/office/drawing/2014/main" id="{FF9C2326-B96D-8684-0927-0857D45EC5C3}"/>
              </a:ext>
            </a:extLst>
          </p:cNvPr>
          <p:cNvSpPr/>
          <p:nvPr/>
        </p:nvSpPr>
        <p:spPr>
          <a:xfrm>
            <a:off x="1630419" y="2178707"/>
            <a:ext cx="7895243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입력하여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.(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0" name="Input">
            <a:extLst>
              <a:ext uri="{FF2B5EF4-FFF2-40B4-BE49-F238E27FC236}">
                <a16:creationId xmlns:a16="http://schemas.microsoft.com/office/drawing/2014/main" id="{CE86069F-AD17-BFF6-078D-227DB3653A31}"/>
              </a:ext>
            </a:extLst>
          </p:cNvPr>
          <p:cNvSpPr/>
          <p:nvPr/>
        </p:nvSpPr>
        <p:spPr>
          <a:xfrm>
            <a:off x="1630420" y="2515457"/>
            <a:ext cx="7895242" cy="30302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내용을 입력하여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.(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0000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</a:p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en-US" sz="800" dirty="0">
                <a:solidFill>
                  <a:srgbClr val="EE0000"/>
                </a:solidFill>
                <a:latin typeface="+mn-ea"/>
                <a:cs typeface="Segoe UI" panose="020B0502040204020203" pitchFamily="34" charset="0"/>
              </a:rPr>
              <a:t>EDITOR </a:t>
            </a:r>
            <a:r>
              <a:rPr lang="ko-KR" altLang="en-US" sz="800" dirty="0">
                <a:solidFill>
                  <a:srgbClr val="EE0000"/>
                </a:solidFill>
                <a:latin typeface="+mn-ea"/>
                <a:cs typeface="Segoe UI" panose="020B0502040204020203" pitchFamily="34" charset="0"/>
              </a:rPr>
              <a:t>사용여부 확인 필요</a:t>
            </a:r>
            <a:endParaRPr lang="en-US" sz="800" dirty="0">
              <a:solidFill>
                <a:srgbClr val="EE0000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1" name="Input">
            <a:extLst>
              <a:ext uri="{FF2B5EF4-FFF2-40B4-BE49-F238E27FC236}">
                <a16:creationId xmlns:a16="http://schemas.microsoft.com/office/drawing/2014/main" id="{8B386B98-304F-1F2B-C1F4-36461701E1C3}"/>
              </a:ext>
            </a:extLst>
          </p:cNvPr>
          <p:cNvSpPr/>
          <p:nvPr/>
        </p:nvSpPr>
        <p:spPr>
          <a:xfrm>
            <a:off x="1630419" y="5766564"/>
            <a:ext cx="6750377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6" name="Input">
            <a:extLst>
              <a:ext uri="{FF2B5EF4-FFF2-40B4-BE49-F238E27FC236}">
                <a16:creationId xmlns:a16="http://schemas.microsoft.com/office/drawing/2014/main" id="{95AB3D56-F151-19CB-087E-5A1B68ACA87B}"/>
              </a:ext>
            </a:extLst>
          </p:cNvPr>
          <p:cNvSpPr/>
          <p:nvPr/>
        </p:nvSpPr>
        <p:spPr>
          <a:xfrm>
            <a:off x="8508941" y="5760063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7" name="Input">
            <a:extLst>
              <a:ext uri="{FF2B5EF4-FFF2-40B4-BE49-F238E27FC236}">
                <a16:creationId xmlns:a16="http://schemas.microsoft.com/office/drawing/2014/main" id="{2F911D26-1190-A30A-1DB4-F57FD23DEA83}"/>
              </a:ext>
            </a:extLst>
          </p:cNvPr>
          <p:cNvSpPr/>
          <p:nvPr/>
        </p:nvSpPr>
        <p:spPr>
          <a:xfrm>
            <a:off x="8634424" y="6166928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DDF914E-1E37-372A-F3BD-C954144E34A5}"/>
              </a:ext>
            </a:extLst>
          </p:cNvPr>
          <p:cNvSpPr/>
          <p:nvPr/>
        </p:nvSpPr>
        <p:spPr>
          <a:xfrm>
            <a:off x="-15742" y="125130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579B65F-E3C7-CE5A-59B1-B0C78B506537}"/>
              </a:ext>
            </a:extLst>
          </p:cNvPr>
          <p:cNvSpPr/>
          <p:nvPr/>
        </p:nvSpPr>
        <p:spPr>
          <a:xfrm>
            <a:off x="-15742" y="18083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C37A48B-0827-C011-5902-39087D4F47ED}"/>
              </a:ext>
            </a:extLst>
          </p:cNvPr>
          <p:cNvSpPr/>
          <p:nvPr/>
        </p:nvSpPr>
        <p:spPr>
          <a:xfrm>
            <a:off x="-15742" y="21575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6105364-CFCD-0899-AD7B-CBFEAD85D6C8}"/>
              </a:ext>
            </a:extLst>
          </p:cNvPr>
          <p:cNvSpPr/>
          <p:nvPr/>
        </p:nvSpPr>
        <p:spPr>
          <a:xfrm>
            <a:off x="342067" y="358486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C40376E-59CC-7232-E996-1FA017F3A46E}"/>
              </a:ext>
            </a:extLst>
          </p:cNvPr>
          <p:cNvSpPr/>
          <p:nvPr/>
        </p:nvSpPr>
        <p:spPr>
          <a:xfrm>
            <a:off x="-15742" y="57474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7298F29-C0E3-D06F-FFC9-D21E4051A3C0}"/>
              </a:ext>
            </a:extLst>
          </p:cNvPr>
          <p:cNvSpPr/>
          <p:nvPr/>
        </p:nvSpPr>
        <p:spPr>
          <a:xfrm>
            <a:off x="8380796" y="61859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5812155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28164</TotalTime>
  <Words>13610</Words>
  <Application>Microsoft Office PowerPoint</Application>
  <PresentationFormat>와이드스크린</PresentationFormat>
  <Paragraphs>4668</Paragraphs>
  <Slides>61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61</vt:i4>
      </vt:variant>
    </vt:vector>
  </HeadingPairs>
  <TitlesOfParts>
    <vt:vector size="73" baseType="lpstr">
      <vt:lpstr>나눔고딕</vt:lpstr>
      <vt:lpstr>Segoe UI</vt:lpstr>
      <vt:lpstr>맑은 고딕</vt:lpstr>
      <vt:lpstr>Arial</vt:lpstr>
      <vt:lpstr>맑은 고딕</vt:lpstr>
      <vt:lpstr>바탕체</vt:lpstr>
      <vt:lpstr>Menlo</vt:lpstr>
      <vt:lpstr>굴림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netive</cp:lastModifiedBy>
  <cp:revision>990</cp:revision>
  <dcterms:created xsi:type="dcterms:W3CDTF">2023-06-09T00:38:08Z</dcterms:created>
  <dcterms:modified xsi:type="dcterms:W3CDTF">2026-01-05T07:05:31Z</dcterms:modified>
</cp:coreProperties>
</file>