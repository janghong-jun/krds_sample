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1"/>
  </p:notesMasterIdLst>
  <p:sldIdLst>
    <p:sldId id="256" r:id="rId5"/>
    <p:sldId id="583" r:id="rId6"/>
    <p:sldId id="273" r:id="rId7"/>
    <p:sldId id="586" r:id="rId8"/>
    <p:sldId id="617" r:id="rId9"/>
    <p:sldId id="296" r:id="rId10"/>
  </p:sldIdLst>
  <p:sldSz cx="12192000" cy="6858000"/>
  <p:notesSz cx="6858000" cy="9144000"/>
  <p:embeddedFontLst>
    <p:embeddedFont>
      <p:font typeface="나눔고딕" pitchFamily="2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13" d="100"/>
          <a:sy n="113" d="100"/>
        </p:scale>
        <p:origin x="738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358808A-1258-78AE-925B-426C56E5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753377B-A520-C8A9-D820-94C6E28B6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3938DB-F737-BDFA-534C-C2E343E2A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24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5121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(AI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챗봇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700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0.72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7589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하이코칭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통합지원시스템 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FO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_AI</a:t>
                      </a:r>
                      <a:r>
                        <a:rPr lang="ko-KR" altLang="en-US" sz="900" b="1" kern="120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챗봇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0.71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2026.01.02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수정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오타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ID 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정의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0.72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2026.01.07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최영효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098397"/>
              </p:ext>
            </p:extLst>
          </p:nvPr>
        </p:nvGraphicFramePr>
        <p:xfrm>
          <a:off x="9655174" y="276226"/>
          <a:ext cx="2532687" cy="365148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최초 진입 상태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대화 내역 없음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헤더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타이틀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 err="1"/>
                        <a:t>챗봇</a:t>
                      </a:r>
                      <a:r>
                        <a:rPr lang="en-US" altLang="ko-KR" sz="800" dirty="0"/>
                        <a:t>"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닫기 클릭 시 팝업 닫힘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최근 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내역 없을 경우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내역이 없습니다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"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환영 메시지 출력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로그인 사용자명 노출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좌측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빠른 메뉴 버튼 출력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학습콘텐츠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학습모듈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전문가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학습콘텐츠</a:t>
                      </a:r>
                      <a:r>
                        <a:rPr lang="en-US" altLang="ko-KR" sz="800" dirty="0"/>
                        <a:t>: V-HCR-02-001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en-US" altLang="ko-KR" sz="800" dirty="0"/>
                        <a:t>: V-HMR-02-001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전문가</a:t>
                      </a:r>
                      <a:r>
                        <a:rPr lang="en-US" altLang="ko-KR" sz="800" dirty="0"/>
                        <a:t>: V-HER-02-001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입력창에 자동 입력 후 전송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입력창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영역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하단 고정 </a:t>
                      </a:r>
                      <a:r>
                        <a:rPr lang="en-US" altLang="ko-KR" sz="800" b="1" dirty="0"/>
                        <a:t>Fixed)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전송 버튼 클릭 또는 </a:t>
                      </a:r>
                      <a:r>
                        <a:rPr lang="en-US" altLang="ko-KR" sz="800" dirty="0"/>
                        <a:t>Enter </a:t>
                      </a:r>
                      <a:r>
                        <a:rPr lang="ko-KR" altLang="en-US" sz="800" dirty="0"/>
                        <a:t>시 질문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AI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대화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V-HAI-01-001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3BDE219-AC79-9698-8CFA-9FB0DF9F9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80627"/>
              </p:ext>
            </p:extLst>
          </p:nvPr>
        </p:nvGraphicFramePr>
        <p:xfrm>
          <a:off x="47625" y="549274"/>
          <a:ext cx="1368425" cy="26094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챗봇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서비스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102458-C4DD-55F4-6362-EC1801AC6E93}"/>
              </a:ext>
            </a:extLst>
          </p:cNvPr>
          <p:cNvSpPr/>
          <p:nvPr/>
        </p:nvSpPr>
        <p:spPr>
          <a:xfrm>
            <a:off x="1475810" y="818006"/>
            <a:ext cx="8113164" cy="5739443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E438DC2-BD75-28BE-FBFA-731A784006FC}"/>
              </a:ext>
            </a:extLst>
          </p:cNvPr>
          <p:cNvGrpSpPr/>
          <p:nvPr/>
        </p:nvGrpSpPr>
        <p:grpSpPr>
          <a:xfrm>
            <a:off x="2954053" y="1323943"/>
            <a:ext cx="5156679" cy="4727569"/>
            <a:chOff x="2824402" y="1101015"/>
            <a:chExt cx="5156679" cy="472756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9053B3C8-4699-BB51-230F-95E73C7DE829}"/>
                </a:ext>
              </a:extLst>
            </p:cNvPr>
            <p:cNvSpPr/>
            <p:nvPr/>
          </p:nvSpPr>
          <p:spPr>
            <a:xfrm>
              <a:off x="2824403" y="1512808"/>
              <a:ext cx="5156678" cy="4315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364D123D-6520-ADA3-E2CB-19866D26936B}"/>
                </a:ext>
              </a:extLst>
            </p:cNvPr>
            <p:cNvSpPr/>
            <p:nvPr/>
          </p:nvSpPr>
          <p:spPr>
            <a:xfrm>
              <a:off x="2833733" y="1522192"/>
              <a:ext cx="1038832" cy="430639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3BC3D0-8070-2FB5-7D23-DEBABAC1AE0E}"/>
                </a:ext>
              </a:extLst>
            </p:cNvPr>
            <p:cNvSpPr txBox="1"/>
            <p:nvPr/>
          </p:nvSpPr>
          <p:spPr>
            <a:xfrm>
              <a:off x="2918343" y="1642712"/>
              <a:ext cx="641844" cy="24198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800" dirty="0">
                  <a:latin typeface="+mn-ea"/>
                  <a:ea typeface="+mn-ea"/>
                </a:rPr>
                <a:t>최근 대화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C7BF348-55A2-0BD0-6AB8-DB2CFC650A80}"/>
                </a:ext>
              </a:extLst>
            </p:cNvPr>
            <p:cNvSpPr txBox="1"/>
            <p:nvPr/>
          </p:nvSpPr>
          <p:spPr>
            <a:xfrm>
              <a:off x="2914204" y="1845238"/>
              <a:ext cx="895966" cy="508463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lnSpc>
                  <a:spcPct val="150000"/>
                </a:lnSpc>
                <a:spcAft>
                  <a:spcPts val="200"/>
                </a:spcAft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대화 내역이 없습니다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.)</a:t>
              </a:r>
              <a:endPara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04869A6B-BC00-1009-2E4B-7310A5B1D776}"/>
                </a:ext>
              </a:extLst>
            </p:cNvPr>
            <p:cNvGrpSpPr/>
            <p:nvPr/>
          </p:nvGrpSpPr>
          <p:grpSpPr>
            <a:xfrm>
              <a:off x="3964738" y="5396025"/>
              <a:ext cx="3955759" cy="341335"/>
              <a:chOff x="3454078" y="5440360"/>
              <a:chExt cx="3955759" cy="341335"/>
            </a:xfrm>
          </p:grpSpPr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2D60B8A0-0681-C820-1CCA-6CDE5535B353}"/>
                  </a:ext>
                </a:extLst>
              </p:cNvPr>
              <p:cNvSpPr/>
              <p:nvPr/>
            </p:nvSpPr>
            <p:spPr>
              <a:xfrm>
                <a:off x="3454078" y="5440360"/>
                <a:ext cx="3955759" cy="34133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0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하이코칭</a:t>
                </a:r>
                <a:r>
                  <a:rPr lang="ko-KR" altLang="en-US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AI</a:t>
                </a:r>
                <a:r>
                  <a:rPr lang="ko-KR" altLang="en-US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에게 물어보세요</a:t>
                </a:r>
                <a:endPara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105" name="그림 104">
                <a:extLst>
                  <a:ext uri="{FF2B5EF4-FFF2-40B4-BE49-F238E27FC236}">
                    <a16:creationId xmlns:a16="http://schemas.microsoft.com/office/drawing/2014/main" id="{6D88A0CD-B1C7-185A-6F99-A949D3065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9405" y="5524259"/>
                <a:ext cx="173536" cy="173536"/>
              </a:xfrm>
              <a:prstGeom prst="rect">
                <a:avLst/>
              </a:prstGeom>
            </p:spPr>
          </p:pic>
        </p:grp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1270CC7-0B3A-A067-3603-3C7EAEE3AD18}"/>
                </a:ext>
              </a:extLst>
            </p:cNvPr>
            <p:cNvSpPr/>
            <p:nvPr/>
          </p:nvSpPr>
          <p:spPr>
            <a:xfrm>
              <a:off x="4113895" y="1690549"/>
              <a:ext cx="3005466" cy="630026"/>
            </a:xfrm>
            <a:prstGeom prst="roundRect">
              <a:avLst>
                <a:gd name="adj" fmla="val 9108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974A4026-43F0-B82C-7F81-657B360FA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1611" y="1866801"/>
              <a:ext cx="214939" cy="25076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C4CFF2-A13B-4801-505B-3C88463659BC}"/>
                </a:ext>
              </a:extLst>
            </p:cNvPr>
            <p:cNvSpPr txBox="1"/>
            <p:nvPr/>
          </p:nvSpPr>
          <p:spPr>
            <a:xfrm>
              <a:off x="4645094" y="1715935"/>
              <a:ext cx="2474267" cy="507566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latin typeface="+mn-ea"/>
                </a:rPr>
                <a:t>김코칭</a:t>
              </a:r>
              <a:r>
                <a:rPr lang="ko-KR" altLang="en-US" sz="900" dirty="0">
                  <a:latin typeface="+mn-ea"/>
                </a:rPr>
                <a:t> 선생님</a:t>
              </a:r>
              <a:r>
                <a:rPr lang="en-US" altLang="ko-KR" sz="900" dirty="0">
                  <a:latin typeface="+mn-ea"/>
                </a:rPr>
                <a:t>, </a:t>
              </a:r>
              <a:r>
                <a:rPr lang="ko-KR" altLang="en-US" sz="900" dirty="0">
                  <a:latin typeface="+mn-ea"/>
                </a:rPr>
                <a:t>안녕하세요</a:t>
              </a:r>
              <a:r>
                <a:rPr lang="en-US" altLang="ko-KR" sz="900" dirty="0">
                  <a:latin typeface="+mn-ea"/>
                </a:rPr>
                <a:t>!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무엇을 도와드릴까요</a:t>
              </a:r>
              <a:r>
                <a:rPr lang="en-US" altLang="ko-KR" sz="900" dirty="0">
                  <a:latin typeface="+mn-ea"/>
                </a:rPr>
                <a:t>?</a:t>
              </a:r>
            </a:p>
          </p:txBody>
        </p:sp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15357B4E-8A72-7ECB-CFD5-AD44932F02DF}"/>
                </a:ext>
              </a:extLst>
            </p:cNvPr>
            <p:cNvSpPr/>
            <p:nvPr/>
          </p:nvSpPr>
          <p:spPr>
            <a:xfrm>
              <a:off x="2824402" y="1101015"/>
              <a:ext cx="5156678" cy="426971"/>
            </a:xfrm>
            <a:prstGeom prst="round2SameRect">
              <a:avLst>
                <a:gd name="adj1" fmla="val 18452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E845523C-91C3-1759-A693-61F2EE0CF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1773" y="1178147"/>
              <a:ext cx="214939" cy="25076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3B86C4-9DE6-BF15-AFE6-758F40BC9CD1}"/>
                </a:ext>
              </a:extLst>
            </p:cNvPr>
            <p:cNvSpPr txBox="1"/>
            <p:nvPr/>
          </p:nvSpPr>
          <p:spPr>
            <a:xfrm>
              <a:off x="3283386" y="1138477"/>
              <a:ext cx="1037965" cy="299817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latin typeface="+mn-ea"/>
                  <a:ea typeface="+mn-ea"/>
                </a:rPr>
                <a:t>하이코칭</a:t>
              </a:r>
              <a:r>
                <a:rPr lang="ko-KR" altLang="en-US" sz="900" dirty="0">
                  <a:latin typeface="+mn-ea"/>
                  <a:ea typeface="+mn-ea"/>
                </a:rPr>
                <a:t> </a:t>
              </a:r>
              <a:r>
                <a:rPr lang="en-US" altLang="ko-KR" sz="900" dirty="0">
                  <a:latin typeface="+mn-ea"/>
                  <a:ea typeface="+mn-ea"/>
                </a:rPr>
                <a:t>AI </a:t>
              </a:r>
              <a:r>
                <a:rPr lang="ko-KR" altLang="en-US" sz="900" dirty="0" err="1">
                  <a:latin typeface="+mn-ea"/>
                  <a:ea typeface="+mn-ea"/>
                </a:rPr>
                <a:t>챗봇</a:t>
              </a:r>
              <a:endParaRPr lang="en-US" altLang="ko-KR" sz="900" dirty="0">
                <a:latin typeface="+mn-ea"/>
                <a:ea typeface="+mn-ea"/>
              </a:endParaRPr>
            </a:p>
          </p:txBody>
        </p: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2D9D4DD-2FF0-DBDA-676B-5016C7004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3677" y="1242500"/>
              <a:ext cx="144000" cy="144000"/>
            </a:xfrm>
            <a:prstGeom prst="rect">
              <a:avLst/>
            </a:prstGeom>
          </p:spPr>
        </p:pic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9157A6A-4499-C500-784B-38E9DD0AF304}"/>
                </a:ext>
              </a:extLst>
            </p:cNvPr>
            <p:cNvSpPr/>
            <p:nvPr/>
          </p:nvSpPr>
          <p:spPr>
            <a:xfrm>
              <a:off x="4113895" y="2418336"/>
              <a:ext cx="3005466" cy="1604301"/>
            </a:xfrm>
            <a:prstGeom prst="roundRect">
              <a:avLst>
                <a:gd name="adj" fmla="val 2710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D9A2B3B5-1B2E-8A45-B68C-9F17BC952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1611" y="2594589"/>
              <a:ext cx="214939" cy="25076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A8854E4-0F20-4E85-8C28-F5605A9CF430}"/>
                </a:ext>
              </a:extLst>
            </p:cNvPr>
            <p:cNvSpPr txBox="1"/>
            <p:nvPr/>
          </p:nvSpPr>
          <p:spPr>
            <a:xfrm>
              <a:off x="4645094" y="2549138"/>
              <a:ext cx="2474267" cy="299817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>
                  <a:latin typeface="+mn-ea"/>
                  <a:ea typeface="+mn-ea"/>
                </a:rPr>
                <a:t>궁금하신 사항을 선택하거나 입력해보세요</a:t>
              </a:r>
              <a:r>
                <a:rPr lang="en-US" altLang="ko-KR" sz="900" dirty="0">
                  <a:latin typeface="+mn-ea"/>
                  <a:ea typeface="+mn-ea"/>
                </a:rPr>
                <a:t>!</a:t>
              </a:r>
            </a:p>
          </p:txBody>
        </p:sp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CAD731DD-A1A5-2B02-A5A4-CEE4A12507B9}"/>
                </a:ext>
              </a:extLst>
            </p:cNvPr>
            <p:cNvSpPr/>
            <p:nvPr/>
          </p:nvSpPr>
          <p:spPr>
            <a:xfrm>
              <a:off x="4645094" y="289960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학습콘텐츠</a:t>
              </a: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489D7BD-69B7-DE3E-9755-47C342634524}"/>
                </a:ext>
              </a:extLst>
            </p:cNvPr>
            <p:cNvSpPr/>
            <p:nvPr/>
          </p:nvSpPr>
          <p:spPr>
            <a:xfrm>
              <a:off x="4645094" y="323869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학습모듈</a:t>
              </a: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03C20006-56FF-6FA3-3993-93A1C3A3C8FB}"/>
                </a:ext>
              </a:extLst>
            </p:cNvPr>
            <p:cNvSpPr/>
            <p:nvPr/>
          </p:nvSpPr>
          <p:spPr>
            <a:xfrm>
              <a:off x="4645094" y="357778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전문가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06" name="타원 105">
            <a:extLst>
              <a:ext uri="{FF2B5EF4-FFF2-40B4-BE49-F238E27FC236}">
                <a16:creationId xmlns:a16="http://schemas.microsoft.com/office/drawing/2014/main" id="{9A7E3DDD-910B-EC82-1B14-1191D4521C1A}"/>
              </a:ext>
            </a:extLst>
          </p:cNvPr>
          <p:cNvSpPr/>
          <p:nvPr/>
        </p:nvSpPr>
        <p:spPr>
          <a:xfrm>
            <a:off x="2883774" y="14315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56F5F954-C704-20C2-C8E5-FA2969420F2F}"/>
              </a:ext>
            </a:extLst>
          </p:cNvPr>
          <p:cNvSpPr/>
          <p:nvPr/>
        </p:nvSpPr>
        <p:spPr>
          <a:xfrm>
            <a:off x="2883774" y="190779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78BC1C5B-82E9-FE33-3EDD-A94F9CF9C9B9}"/>
              </a:ext>
            </a:extLst>
          </p:cNvPr>
          <p:cNvSpPr/>
          <p:nvPr/>
        </p:nvSpPr>
        <p:spPr>
          <a:xfrm>
            <a:off x="4207749" y="190779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114BDC0C-D84A-BAE2-A323-1942888BF098}"/>
              </a:ext>
            </a:extLst>
          </p:cNvPr>
          <p:cNvSpPr/>
          <p:nvPr/>
        </p:nvSpPr>
        <p:spPr>
          <a:xfrm>
            <a:off x="4035413" y="55463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6C532E1-990E-BDC5-0447-76F669A318A2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124FA8B-B80D-503B-BE22-DE8B8A9C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EC75067-DCB3-C6F4-98BA-D832FEEFCE29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8FE7AD5-9BE9-926D-6518-D9248A958C11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6E97B2E-C6E1-7C8A-9320-F1AEA8324B5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A9713D30-F2C3-6CB2-5612-517298E87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6115216"/>
              </p:ext>
            </p:extLst>
          </p:nvPr>
        </p:nvGraphicFramePr>
        <p:xfrm>
          <a:off x="9655174" y="276226"/>
          <a:ext cx="2532687" cy="5346710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헤더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타이틀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 err="1"/>
                        <a:t>챗봇</a:t>
                      </a:r>
                      <a:r>
                        <a:rPr lang="en-US" altLang="ko-KR" sz="800" dirty="0"/>
                        <a:t>"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닫기 클릭 시 팝업 닫힘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최근 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대화 목록 출력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첫 질문 기반 자동 생성 제목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활성화 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텍스트 색상으로 구분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2-1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최근 대화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삭제시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- </a:t>
                      </a:r>
                      <a:r>
                        <a:rPr lang="ko-KR" altLang="en-US" sz="800" dirty="0"/>
                        <a:t>닫기</a:t>
                      </a:r>
                      <a:r>
                        <a:rPr lang="en-US" altLang="ko-KR" sz="800" dirty="0"/>
                        <a:t>(X) </a:t>
                      </a:r>
                      <a:r>
                        <a:rPr lang="ko-KR" altLang="en-US" sz="800" dirty="0"/>
                        <a:t>클릭 시 삭제 </a:t>
                      </a:r>
                      <a:r>
                        <a:rPr lang="en-US" altLang="ko-KR" sz="800" dirty="0"/>
                        <a:t>Confirm (F-08-001) </a:t>
                      </a:r>
                      <a:r>
                        <a:rPr lang="ko-KR" altLang="en-US" sz="800" dirty="0"/>
                        <a:t>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 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/>
                        <a:t>대화를 </a:t>
                      </a:r>
                      <a:r>
                        <a:rPr lang="ko-KR" altLang="en-US" sz="800" dirty="0" err="1"/>
                        <a:t>삭제하시겠습니까</a:t>
                      </a:r>
                      <a:r>
                        <a:rPr lang="en-US" altLang="ko-KR" sz="800" dirty="0"/>
                        <a:t>?"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항목 클릭 시 해당 대화 내용 로드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사용자 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우측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좌측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추천 콘텐츠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모듈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전문가 클릭 시 상세화면 이동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추천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en-US" altLang="ko-KR" sz="800" dirty="0"/>
                        <a:t>: V-HMR-02-001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추천 전문가</a:t>
                      </a:r>
                      <a:r>
                        <a:rPr lang="en-US" altLang="ko-KR" sz="800" dirty="0"/>
                        <a:t>: V-HER-02-001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답변 하단 데이터 출처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데이터 출처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답변 제공 시 출처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환영 메시지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유사 질의 추천 등 시스템 메시지는 제외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유사 질의 추천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질의 의도 및 과거 이력 기반 추천 버튼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 입력창에 자동 입력 후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입력창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영역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하단 고정 </a:t>
                      </a:r>
                      <a:r>
                        <a:rPr lang="en-US" altLang="ko-KR" sz="800" b="1" dirty="0"/>
                        <a:t>Fixed)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전송 버튼 클릭 또는 </a:t>
                      </a:r>
                      <a:r>
                        <a:rPr lang="en-US" altLang="ko-KR" sz="800" dirty="0"/>
                        <a:t>Enter </a:t>
                      </a:r>
                      <a:r>
                        <a:rPr lang="ko-KR" altLang="en-US" sz="800" dirty="0"/>
                        <a:t>시 질문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761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377219C-FDCC-3457-F4A3-4EC8FF648BD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AI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D7D34-5883-2E2D-C0A1-24845234690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대화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B862B-AD8B-09BB-036D-229CFD3B925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V-HAI-01-001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5F16AB-CD12-0F4D-3E52-22F69945F7E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EF24BA-2E35-785A-198E-0681EB37EB7F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26094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챗봇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서비스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7AF4097-365B-503F-19D2-932AF99B92D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E38A2D-71E4-A66C-0B20-1FB2AC2AF01D}"/>
              </a:ext>
            </a:extLst>
          </p:cNvPr>
          <p:cNvSpPr/>
          <p:nvPr/>
        </p:nvSpPr>
        <p:spPr>
          <a:xfrm>
            <a:off x="1475810" y="818006"/>
            <a:ext cx="8113164" cy="5746820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823899-2AF0-F07C-6317-5D8BF213A2C5}"/>
              </a:ext>
            </a:extLst>
          </p:cNvPr>
          <p:cNvSpPr/>
          <p:nvPr/>
        </p:nvSpPr>
        <p:spPr>
          <a:xfrm>
            <a:off x="2954054" y="1735735"/>
            <a:ext cx="5156678" cy="47226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286E3655-04B5-21CC-B76E-CFFD7C93E780}"/>
              </a:ext>
            </a:extLst>
          </p:cNvPr>
          <p:cNvSpPr/>
          <p:nvPr/>
        </p:nvSpPr>
        <p:spPr>
          <a:xfrm>
            <a:off x="2963384" y="1745120"/>
            <a:ext cx="1038832" cy="472263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A8CC1-56EC-6DBC-F6FF-12DE5FD8F60B}"/>
              </a:ext>
            </a:extLst>
          </p:cNvPr>
          <p:cNvSpPr txBox="1"/>
          <p:nvPr/>
        </p:nvSpPr>
        <p:spPr>
          <a:xfrm>
            <a:off x="3047994" y="1865640"/>
            <a:ext cx="641844" cy="24198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800" dirty="0">
                <a:latin typeface="+mn-ea"/>
                <a:ea typeface="+mn-ea"/>
              </a:rPr>
              <a:t>최근 대화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943D6-77EB-CFDC-1FE7-9E878ED6743E}"/>
              </a:ext>
            </a:extLst>
          </p:cNvPr>
          <p:cNvSpPr txBox="1"/>
          <p:nvPr/>
        </p:nvSpPr>
        <p:spPr>
          <a:xfrm>
            <a:off x="3043855" y="2068166"/>
            <a:ext cx="895966" cy="700375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>
                <a:solidFill>
                  <a:schemeClr val="tx1"/>
                </a:solidFill>
              </a:rPr>
              <a:t>교육과정 질문 </a:t>
            </a:r>
            <a:r>
              <a:rPr lang="en-US" altLang="ko-KR" sz="800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65000"/>
                  </a:schemeClr>
                </a:solidFill>
                <a:latin typeface="+mn-ea"/>
              </a:rPr>
              <a:t>학습모듈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추천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…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전문가 문의에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…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0991F90-4C0B-1168-BCAB-7713A631A34D}"/>
              </a:ext>
            </a:extLst>
          </p:cNvPr>
          <p:cNvGrpSpPr/>
          <p:nvPr/>
        </p:nvGrpSpPr>
        <p:grpSpPr>
          <a:xfrm>
            <a:off x="4094389" y="6039994"/>
            <a:ext cx="3955759" cy="341335"/>
            <a:chOff x="3454078" y="5440360"/>
            <a:chExt cx="3955759" cy="34133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AA69B03-5321-4A4E-6B68-7498CE1BAA31}"/>
                </a:ext>
              </a:extLst>
            </p:cNvPr>
            <p:cNvSpPr/>
            <p:nvPr/>
          </p:nvSpPr>
          <p:spPr>
            <a:xfrm>
              <a:off x="3454078" y="5440360"/>
              <a:ext cx="3955759" cy="3413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하이코칭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에게 물어보세요</a:t>
              </a:r>
              <a:endParaRPr lang="en-US" altLang="ko-KR" sz="10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8EA9C6D-7628-F4B4-93B2-3D5631B34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9405" y="5524259"/>
              <a:ext cx="173536" cy="173536"/>
            </a:xfrm>
            <a:prstGeom prst="rect">
              <a:avLst/>
            </a:prstGeom>
          </p:spPr>
        </p:pic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EE406B4-A838-A72B-9BD0-920505E26D03}"/>
              </a:ext>
            </a:extLst>
          </p:cNvPr>
          <p:cNvSpPr/>
          <p:nvPr/>
        </p:nvSpPr>
        <p:spPr>
          <a:xfrm>
            <a:off x="4243546" y="2748767"/>
            <a:ext cx="3005466" cy="1862351"/>
          </a:xfrm>
          <a:prstGeom prst="roundRect">
            <a:avLst>
              <a:gd name="adj" fmla="val 9108"/>
            </a:avLst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28E7DB0-706A-1F92-B083-F69E09B5C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262" y="2925019"/>
            <a:ext cx="214939" cy="2507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2BC322-242D-A459-7EF6-80B1605BEC7F}"/>
              </a:ext>
            </a:extLst>
          </p:cNvPr>
          <p:cNvSpPr txBox="1"/>
          <p:nvPr/>
        </p:nvSpPr>
        <p:spPr>
          <a:xfrm>
            <a:off x="4774745" y="2774153"/>
            <a:ext cx="2474267" cy="507566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선생님의 역량진단 결과 기반으로 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 err="1">
                <a:latin typeface="+mn-ea"/>
              </a:rPr>
              <a:t>추천드립니다</a:t>
            </a:r>
            <a:r>
              <a:rPr lang="en-US" altLang="ko-KR" sz="900" dirty="0">
                <a:latin typeface="+mn-ea"/>
              </a:rPr>
              <a:t>.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EC0D65C8-A132-109B-CA8B-4452738E49DA}"/>
              </a:ext>
            </a:extLst>
          </p:cNvPr>
          <p:cNvSpPr/>
          <p:nvPr/>
        </p:nvSpPr>
        <p:spPr>
          <a:xfrm>
            <a:off x="2954053" y="1323943"/>
            <a:ext cx="5156678" cy="426971"/>
          </a:xfrm>
          <a:prstGeom prst="round2SameRect">
            <a:avLst>
              <a:gd name="adj1" fmla="val 18452"/>
              <a:gd name="adj2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EAA7344-1561-BF39-ED52-FA9070764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424" y="1401075"/>
            <a:ext cx="214939" cy="2507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0E0D3E-7701-E40C-1084-696519A61CC4}"/>
              </a:ext>
            </a:extLst>
          </p:cNvPr>
          <p:cNvSpPr txBox="1"/>
          <p:nvPr/>
        </p:nvSpPr>
        <p:spPr>
          <a:xfrm>
            <a:off x="3413037" y="1361405"/>
            <a:ext cx="1037965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latin typeface="+mn-ea"/>
                <a:ea typeface="+mn-ea"/>
              </a:rPr>
              <a:t>하이코칭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AI </a:t>
            </a:r>
            <a:r>
              <a:rPr lang="ko-KR" altLang="en-US" sz="900" dirty="0" err="1">
                <a:latin typeface="+mn-ea"/>
                <a:ea typeface="+mn-ea"/>
              </a:rPr>
              <a:t>챗봇</a:t>
            </a:r>
            <a:endParaRPr lang="en-US" altLang="ko-KR" sz="900" dirty="0">
              <a:latin typeface="+mn-ea"/>
              <a:ea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DFA3DE9-F35A-D43D-8859-CA6A648336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328" y="1465428"/>
            <a:ext cx="144000" cy="144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7C3D77B-B147-3F7E-560A-78B1DE5D16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202076"/>
            <a:ext cx="73895" cy="7389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E0E11E2-5178-0723-135D-B5A4119919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417976"/>
            <a:ext cx="73895" cy="738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C15EF78-1474-C0CC-6983-6661E2EFC4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614826"/>
            <a:ext cx="73895" cy="73895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0F9D5432-3A8B-D3BC-8915-B301474BF68D}"/>
              </a:ext>
            </a:extLst>
          </p:cNvPr>
          <p:cNvSpPr/>
          <p:nvPr/>
        </p:nvSpPr>
        <p:spPr>
          <a:xfrm>
            <a:off x="2883774" y="14315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1E94BE3-7CFA-FE75-E3A6-1E5B67BC7A22}"/>
              </a:ext>
            </a:extLst>
          </p:cNvPr>
          <p:cNvSpPr/>
          <p:nvPr/>
        </p:nvSpPr>
        <p:spPr>
          <a:xfrm>
            <a:off x="2883774" y="19173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22B8966-97E0-ACE6-D852-C6889FCCD616}"/>
              </a:ext>
            </a:extLst>
          </p:cNvPr>
          <p:cNvSpPr/>
          <p:nvPr/>
        </p:nvSpPr>
        <p:spPr>
          <a:xfrm>
            <a:off x="4870121" y="1885592"/>
            <a:ext cx="3005466" cy="630026"/>
          </a:xfrm>
          <a:prstGeom prst="roundRect">
            <a:avLst>
              <a:gd name="adj" fmla="val 9108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F0AB5-4278-D2A0-521B-3A1914B1BB37}"/>
              </a:ext>
            </a:extLst>
          </p:cNvPr>
          <p:cNvSpPr txBox="1"/>
          <p:nvPr/>
        </p:nvSpPr>
        <p:spPr>
          <a:xfrm>
            <a:off x="5202153" y="1910530"/>
            <a:ext cx="2558833" cy="508463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교육과정 설계 역량을 높이고</a:t>
            </a:r>
            <a:r>
              <a:rPr lang="en-US" altLang="ko-KR" sz="900" dirty="0"/>
              <a:t> </a:t>
            </a:r>
            <a:r>
              <a:rPr lang="ko-KR" altLang="en-US" sz="900" dirty="0"/>
              <a:t>싶은데 어떤 학습이 좋을까요</a:t>
            </a:r>
            <a:r>
              <a:rPr lang="en-US" altLang="ko-KR" sz="900" dirty="0"/>
              <a:t>?</a:t>
            </a:r>
            <a:endParaRPr lang="en-US" altLang="ko-KR" sz="900" dirty="0">
              <a:latin typeface="+mn-ea"/>
            </a:endParaRPr>
          </a:p>
        </p:txBody>
      </p:sp>
      <p:pic>
        <p:nvPicPr>
          <p:cNvPr id="33" name="그래픽 31" descr="사용자">
            <a:extLst>
              <a:ext uri="{FF2B5EF4-FFF2-40B4-BE49-F238E27FC236}">
                <a16:creationId xmlns:a16="http://schemas.microsoft.com/office/drawing/2014/main" id="{5B6AED7E-5E37-2216-BD03-9AD5C8DA74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7155" y="1997030"/>
            <a:ext cx="182229" cy="1598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D1E29F8-777C-F695-0C4C-E9AE5371ADEF}"/>
              </a:ext>
            </a:extLst>
          </p:cNvPr>
          <p:cNvSpPr txBox="1"/>
          <p:nvPr/>
        </p:nvSpPr>
        <p:spPr>
          <a:xfrm>
            <a:off x="4774745" y="3393624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</a:rPr>
              <a:t>추천 </a:t>
            </a:r>
            <a:r>
              <a:rPr lang="ko-KR" altLang="en-US" sz="900" b="1" dirty="0" err="1">
                <a:latin typeface="+mn-ea"/>
              </a:rPr>
              <a:t>학습모듈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2C4D5B-5B8A-AC5F-4E0C-5F21FBEF53DD}"/>
              </a:ext>
            </a:extLst>
          </p:cNvPr>
          <p:cNvSpPr txBox="1"/>
          <p:nvPr/>
        </p:nvSpPr>
        <p:spPr>
          <a:xfrm>
            <a:off x="4774745" y="3610744"/>
            <a:ext cx="2474267" cy="300714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u="sng" dirty="0"/>
              <a:t>2022 </a:t>
            </a:r>
            <a:r>
              <a:rPr lang="ko-KR" altLang="en-US" sz="900" u="sng" dirty="0"/>
              <a:t>개정 교육과정 핵심이해 </a:t>
            </a:r>
            <a:r>
              <a:rPr lang="en-US" altLang="ko-KR" sz="900" u="sng" dirty="0"/>
              <a:t>&gt;</a:t>
            </a:r>
            <a:endParaRPr lang="en-US" altLang="ko-KR" sz="900" u="sng" dirty="0">
              <a:latin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561B28F-819A-7781-3B39-82361FF6D461}"/>
              </a:ext>
            </a:extLst>
          </p:cNvPr>
          <p:cNvSpPr/>
          <p:nvPr/>
        </p:nvSpPr>
        <p:spPr>
          <a:xfrm>
            <a:off x="4156998" y="27329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86B8A5-4160-114F-9749-68D51144971A}"/>
              </a:ext>
            </a:extLst>
          </p:cNvPr>
          <p:cNvSpPr txBox="1"/>
          <p:nvPr/>
        </p:nvSpPr>
        <p:spPr>
          <a:xfrm>
            <a:off x="4774745" y="3937310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</a:rPr>
              <a:t>추천 전문가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4E67B1-2BC3-113E-8E3E-7A1671D0B412}"/>
              </a:ext>
            </a:extLst>
          </p:cNvPr>
          <p:cNvSpPr txBox="1"/>
          <p:nvPr/>
        </p:nvSpPr>
        <p:spPr>
          <a:xfrm>
            <a:off x="4774745" y="4136590"/>
            <a:ext cx="2474267" cy="300714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u="sng" dirty="0" err="1"/>
              <a:t>김교육</a:t>
            </a:r>
            <a:r>
              <a:rPr lang="ko-KR" altLang="en-US" sz="900" u="sng" dirty="0"/>
              <a:t> 선생님 </a:t>
            </a:r>
            <a:r>
              <a:rPr lang="en-US" altLang="ko-KR" sz="900" u="sng" dirty="0"/>
              <a:t>(</a:t>
            </a:r>
            <a:r>
              <a:rPr lang="ko-KR" altLang="en-US" sz="900" u="sng" dirty="0"/>
              <a:t>교육과정</a:t>
            </a:r>
            <a:r>
              <a:rPr lang="en-US" altLang="ko-KR" sz="900" u="sng" dirty="0"/>
              <a:t>) 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36790-6D2E-9179-A45F-D5B53902051B}"/>
              </a:ext>
            </a:extLst>
          </p:cNvPr>
          <p:cNvSpPr txBox="1"/>
          <p:nvPr/>
        </p:nvSpPr>
        <p:spPr>
          <a:xfrm>
            <a:off x="4267815" y="4563565"/>
            <a:ext cx="1622007" cy="260319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출처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ko-KR" altLang="en-US" sz="700" dirty="0" err="1">
                <a:solidFill>
                  <a:schemeClr val="bg1">
                    <a:lumMod val="75000"/>
                  </a:schemeClr>
                </a:solidFill>
              </a:rPr>
              <a:t>하이코칭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</a:rPr>
              <a:t>AI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추천시스템</a:t>
            </a:r>
            <a:endParaRPr lang="en-US" altLang="ko-KR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1706D48-21DD-6B85-223C-81EAD0347317}"/>
              </a:ext>
            </a:extLst>
          </p:cNvPr>
          <p:cNvSpPr/>
          <p:nvPr/>
        </p:nvSpPr>
        <p:spPr>
          <a:xfrm>
            <a:off x="4094389" y="46532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4571D0D-D539-C691-EA26-896D2277F031}"/>
              </a:ext>
            </a:extLst>
          </p:cNvPr>
          <p:cNvSpPr/>
          <p:nvPr/>
        </p:nvSpPr>
        <p:spPr>
          <a:xfrm>
            <a:off x="4094389" y="59734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7A7337-D673-2C01-7D80-6D1E269F5CE3}"/>
              </a:ext>
            </a:extLst>
          </p:cNvPr>
          <p:cNvSpPr/>
          <p:nvPr/>
        </p:nvSpPr>
        <p:spPr>
          <a:xfrm>
            <a:off x="4243546" y="5007904"/>
            <a:ext cx="3005466" cy="861140"/>
          </a:xfrm>
          <a:prstGeom prst="roundRect">
            <a:avLst>
              <a:gd name="adj" fmla="val 9108"/>
            </a:avLst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01ED0C-CF8E-2080-997C-B92BCDFC3B40}"/>
              </a:ext>
            </a:extLst>
          </p:cNvPr>
          <p:cNvSpPr txBox="1"/>
          <p:nvPr/>
        </p:nvSpPr>
        <p:spPr>
          <a:xfrm>
            <a:off x="4774745" y="5060442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이런 질문은 어떠세요</a:t>
            </a:r>
            <a:r>
              <a:rPr lang="en-US" altLang="ko-KR" sz="900" dirty="0">
                <a:latin typeface="+mn-ea"/>
              </a:rPr>
              <a:t>?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45C543DD-2B62-9DC8-59BF-D6C472BA3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262" y="5165286"/>
            <a:ext cx="214939" cy="25076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23633AE-57E4-8DD7-7A38-64220EE8ABC5}"/>
              </a:ext>
            </a:extLst>
          </p:cNvPr>
          <p:cNvSpPr txBox="1"/>
          <p:nvPr/>
        </p:nvSpPr>
        <p:spPr>
          <a:xfrm>
            <a:off x="4774745" y="5253594"/>
            <a:ext cx="2474267" cy="508463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u="sng" dirty="0"/>
              <a:t>수업 설계 방법 </a:t>
            </a:r>
            <a:r>
              <a:rPr lang="en-US" altLang="ko-KR" sz="900" u="sng" dirty="0"/>
              <a:t>&gt; </a:t>
            </a:r>
          </a:p>
          <a:p>
            <a:pPr>
              <a:lnSpc>
                <a:spcPct val="150000"/>
              </a:lnSpc>
            </a:pPr>
            <a:r>
              <a:rPr lang="ko-KR" altLang="en-US" sz="900" u="sng" dirty="0"/>
              <a:t>평가 역량 향상 </a:t>
            </a:r>
            <a:r>
              <a:rPr lang="en-US" altLang="ko-KR" sz="900" u="sng" dirty="0"/>
              <a:t>&gt;</a:t>
            </a:r>
            <a:endParaRPr lang="en-US" altLang="ko-KR" sz="900" u="sng" dirty="0"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4FA7666-F5D4-CCF2-6230-8CD0B37AF25B}"/>
              </a:ext>
            </a:extLst>
          </p:cNvPr>
          <p:cNvSpPr/>
          <p:nvPr/>
        </p:nvSpPr>
        <p:spPr>
          <a:xfrm>
            <a:off x="4094389" y="50098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D30EAF-A0EE-31C8-4510-E04CDF469EAD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서비스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C3F0494-DBA1-45C6-8413-BF1E4BA26907}"/>
              </a:ext>
            </a:extLst>
          </p:cNvPr>
          <p:cNvSpPr/>
          <p:nvPr/>
        </p:nvSpPr>
        <p:spPr>
          <a:xfrm>
            <a:off x="2883774" y="21667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21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27289</TotalTime>
  <Words>551</Words>
  <Application>Microsoft Office PowerPoint</Application>
  <PresentationFormat>와이드스크린</PresentationFormat>
  <Paragraphs>139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Arial</vt:lpstr>
      <vt:lpstr>굴림</vt:lpstr>
      <vt:lpstr>맑은 고딕</vt:lpstr>
      <vt:lpstr>나눔고딕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994</cp:revision>
  <dcterms:created xsi:type="dcterms:W3CDTF">2023-06-09T00:38:08Z</dcterms:created>
  <dcterms:modified xsi:type="dcterms:W3CDTF">2026-01-07T09:50:35Z</dcterms:modified>
</cp:coreProperties>
</file>