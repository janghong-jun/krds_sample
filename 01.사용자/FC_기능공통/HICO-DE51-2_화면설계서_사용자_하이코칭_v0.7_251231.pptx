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15"/>
  </p:notesMasterIdLst>
  <p:sldIdLst>
    <p:sldId id="256" r:id="rId5"/>
    <p:sldId id="583" r:id="rId6"/>
    <p:sldId id="586" r:id="rId7"/>
    <p:sldId id="617" r:id="rId8"/>
    <p:sldId id="723" r:id="rId9"/>
    <p:sldId id="725" r:id="rId10"/>
    <p:sldId id="728" r:id="rId11"/>
    <p:sldId id="729" r:id="rId12"/>
    <p:sldId id="730" r:id="rId13"/>
    <p:sldId id="296" r:id="rId14"/>
  </p:sldIdLst>
  <p:sldSz cx="12192000" cy="6858000"/>
  <p:notesSz cx="6858000" cy="91440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나눔고딕" pitchFamily="2" charset="-127"/>
      <p:regular r:id="rId20"/>
      <p:bold r:id="rId21"/>
    </p:embeddedFont>
    <p:embeddedFont>
      <p:font typeface="맑은 고딕" panose="020B0503020000020004" pitchFamily="50" charset="-127"/>
      <p:regular r:id="rId22"/>
      <p:bold r:id="rId23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6170" autoAdjust="0"/>
  </p:normalViewPr>
  <p:slideViewPr>
    <p:cSldViewPr snapToGrid="0">
      <p:cViewPr varScale="1">
        <p:scale>
          <a:sx n="113" d="100"/>
          <a:sy n="113" d="100"/>
        </p:scale>
        <p:origin x="738" y="108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10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B8D09C-CE40-F3BD-8643-5834058B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EEE095-D02C-8EEB-6CA5-7FACA3C6A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3AFE1D4-969C-8E41-A5F1-BF9DBEDE9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159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CE6F04C-A406-A0F4-2B60-64D4BF3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8D7DE271-7851-54F7-242C-104EB2A09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FFC8E617-F69F-6A79-52F9-F23BE0F5D5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8035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82905BF-C0B9-FF88-D34C-8AEE1242D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A005BDB7-A522-4B60-B259-2F6270F066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DBE7DD8A-024C-4A92-8D81-D11661D2D1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9446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8C31576-30F4-88DD-CFEA-C9D094BC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31AFE85B-9B92-4801-1AAD-E4804A6399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B8D82C68-380D-DABF-FBB6-14234E8A86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5477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31193F-2FFD-020F-E223-9CE0592B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C9986C71-DA08-88EC-9891-DCF59CA49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1A0D77A-28F0-60C2-F548-D5266B86A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3353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C16826E-7765-4421-B73F-3EE3FB2DD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EFE58A53-B6D8-F158-74B8-162E435EE8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F393B53-A4F4-0DF9-3262-A054BB84E2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7878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198F0EC-0EA0-70C9-8483-05782E9F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1C5A61D8-93FC-89FE-EFD6-CB693B297D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DF30F0A5-062A-143E-F1BB-D5D3DFF22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9394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페이지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56" r:id="rId7"/>
    <p:sldLayoutId id="2147483666" r:id="rId8"/>
    <p:sldLayoutId id="2147483667" r:id="rId9"/>
    <p:sldLayoutId id="2147483668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991750"/>
              </p:ext>
            </p:extLst>
          </p:nvPr>
        </p:nvGraphicFramePr>
        <p:xfrm>
          <a:off x="631728" y="1556740"/>
          <a:ext cx="4464000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00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</a:t>
                      </a:r>
                      <a:r>
                        <a:rPr lang="ko-KR" altLang="en-US" sz="2400" b="1" dirty="0" err="1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하이코칭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985215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0.70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2025.12.31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381115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하이코칭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_v0.7_251231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최영효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0.70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2025.12.30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설계단계 산출물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화면설계 수정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보완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F13721-26C5-DA1C-78AA-2399E3FA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DFC7F2B-E6A9-1377-C953-F99147788571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77C2DBC-110E-A441-A65B-6C20FD1B8F7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BE14F8D-B66B-1590-341D-37A40CA687D3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8043502B-3024-07A6-EE7F-E5C9EE210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5986623"/>
              </p:ext>
            </p:extLst>
          </p:nvPr>
        </p:nvGraphicFramePr>
        <p:xfrm>
          <a:off x="9655174" y="276226"/>
          <a:ext cx="2532687" cy="51326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페이지 디자인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1" u="none" strike="noStrike" cap="none" dirty="0" err="1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퍼블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완료 후 진행예정</a:t>
                      </a: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0DBC3A-80EE-3A70-A6D5-928543DBDC7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하이코칭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하이코칭안내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6DB0D-FC03-966D-4F29-6B6CD8FBC5C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하이코칭안내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31571-F4D7-6D5F-33CA-B58A445CA10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V-HFC-01-001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6DE63AC-4FB1-D851-EDF6-EA1C5B03CE6B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5FFBEDAB-418B-8D5A-5CE1-69DE366DD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3357"/>
              </p:ext>
            </p:extLst>
          </p:nvPr>
        </p:nvGraphicFramePr>
        <p:xfrm>
          <a:off x="47625" y="549274"/>
          <a:ext cx="1368425" cy="9638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하이코칭안내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공지사항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FAQ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Q&amp;A</a:t>
                      </a:r>
                      <a:endParaRPr kumimoji="1" lang="ko-KR" altLang="en-US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5A62040D-AB15-63DB-C058-2792F8BCFA20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하이코칭안내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8C1F312-1B0B-40FC-AACD-CFC29BDB358E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A3BD1B9-4DD7-5BBF-9EC0-B336DB6AC29F}"/>
              </a:ext>
            </a:extLst>
          </p:cNvPr>
          <p:cNvSpPr/>
          <p:nvPr/>
        </p:nvSpPr>
        <p:spPr>
          <a:xfrm>
            <a:off x="1557196" y="881900"/>
            <a:ext cx="7958138" cy="567554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ko-KR" altLang="en-US" dirty="0">
                <a:solidFill>
                  <a:srgbClr val="FF0000"/>
                </a:solidFill>
              </a:rPr>
              <a:t>상세 페이지 디자인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 err="1">
                <a:solidFill>
                  <a:srgbClr val="FF0000"/>
                </a:solidFill>
              </a:rPr>
              <a:t>퍼블</a:t>
            </a:r>
            <a:r>
              <a:rPr lang="ko-KR" altLang="en-US" dirty="0">
                <a:solidFill>
                  <a:srgbClr val="FF0000"/>
                </a:solidFill>
              </a:rPr>
              <a:t> 완료 후 진행예정</a:t>
            </a:r>
          </a:p>
        </p:txBody>
      </p:sp>
    </p:spTree>
    <p:extLst>
      <p:ext uri="{BB962C8B-B14F-4D97-AF65-F5344CB8AC3E}">
        <p14:creationId xmlns:p14="http://schemas.microsoft.com/office/powerpoint/2010/main" val="78797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A3296EB-C405-911D-736A-83E5FE293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ECB88A5-EE32-473E-EF97-0481EA42BFEC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BB9F681-0BD2-F15B-A65F-66923A22D4C1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458DE00-9767-3287-21CE-37BB96058CA8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91DDF36D-8240-A0D6-418F-436EFDCEC4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3283859"/>
              </p:ext>
            </p:extLst>
          </p:nvPr>
        </p:nvGraphicFramePr>
        <p:xfrm>
          <a:off x="9655174" y="276226"/>
          <a:ext cx="2532687" cy="301902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ko-KR" altLang="en-US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필터 및 검색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구분 탭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전체 </a:t>
                      </a:r>
                      <a:r>
                        <a:rPr lang="en-US" altLang="ko-KR" sz="800" dirty="0"/>
                        <a:t>/ </a:t>
                      </a:r>
                      <a:r>
                        <a:rPr lang="ko-KR" altLang="en-US" sz="800" dirty="0"/>
                        <a:t>공지 </a:t>
                      </a:r>
                      <a:r>
                        <a:rPr lang="en-US" altLang="ko-KR" sz="800" dirty="0"/>
                        <a:t>/ </a:t>
                      </a:r>
                      <a:r>
                        <a:rPr lang="ko-KR" altLang="en-US" sz="800" dirty="0"/>
                        <a:t>업데이트 </a:t>
                      </a:r>
                      <a:r>
                        <a:rPr lang="en-US" altLang="ko-KR" sz="800" dirty="0"/>
                        <a:t>/ </a:t>
                      </a:r>
                      <a:r>
                        <a:rPr lang="ko-KR" altLang="en-US" sz="800" dirty="0"/>
                        <a:t>점검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검색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제목 기준 검색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목록 정보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총 </a:t>
                      </a:r>
                      <a:r>
                        <a:rPr lang="en-US" altLang="ko-KR" sz="800" dirty="0"/>
                        <a:t>N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페이지 </a:t>
                      </a:r>
                      <a:r>
                        <a:rPr lang="en-US" altLang="ko-KR" sz="800" dirty="0"/>
                        <a:t>N/N </a:t>
                      </a:r>
                      <a:r>
                        <a:rPr lang="ko-KR" altLang="en-US" sz="800" dirty="0"/>
                        <a:t>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공지사항 목록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항목</a:t>
                      </a:r>
                      <a:r>
                        <a:rPr lang="en-US" altLang="ko-KR" sz="800" dirty="0"/>
                        <a:t>: NO, </a:t>
                      </a:r>
                      <a:r>
                        <a:rPr lang="ko-KR" altLang="en-US" sz="800" dirty="0"/>
                        <a:t>구분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제목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등록일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기본 정렬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등록일 최신순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- 10</a:t>
                      </a:r>
                      <a:r>
                        <a:rPr lang="ko-KR" altLang="en-US" sz="800" dirty="0"/>
                        <a:t>건씩 출력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페이징</a:t>
                      </a:r>
                      <a:r>
                        <a:rPr lang="ko-KR" altLang="en-US" sz="800" dirty="0"/>
                        <a:t> 처리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제목 클릭 시 상세 화면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상단 고정 공지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상단 고정 표시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상단 고정된 공지는 </a:t>
                      </a:r>
                      <a:r>
                        <a:rPr lang="en-US" altLang="ko-KR" sz="800" dirty="0"/>
                        <a:t>NO </a:t>
                      </a:r>
                      <a:r>
                        <a:rPr lang="ko-KR" altLang="en-US" sz="800" dirty="0"/>
                        <a:t>대신 중요로 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12A5025-A817-F947-2B9D-23123699B1E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하이코칭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공지사항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F08BB-BC16-C4E9-660C-C32EF2DB940C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공지사항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CA0E1-CF20-039A-85D4-52997F7D8DB7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V-HFC-01-002</a:t>
            </a:r>
          </a:p>
        </p:txBody>
      </p:sp>
      <p:sp>
        <p:nvSpPr>
          <p:cNvPr id="40" name="모서리가 둥근 직사각형 25">
            <a:extLst>
              <a:ext uri="{FF2B5EF4-FFF2-40B4-BE49-F238E27FC236}">
                <a16:creationId xmlns:a16="http://schemas.microsoft.com/office/drawing/2014/main" id="{BD3B08F6-BAEC-55DB-A975-F3B29D23EFE8}"/>
              </a:ext>
            </a:extLst>
          </p:cNvPr>
          <p:cNvSpPr/>
          <p:nvPr/>
        </p:nvSpPr>
        <p:spPr>
          <a:xfrm>
            <a:off x="1547130" y="886858"/>
            <a:ext cx="7968204" cy="425240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3C28956-B62E-644F-6CFA-E6469743C064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5CAD2FDF-3AAF-8DD6-8135-4C281871E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556218"/>
              </p:ext>
            </p:extLst>
          </p:nvPr>
        </p:nvGraphicFramePr>
        <p:xfrm>
          <a:off x="47625" y="549274"/>
          <a:ext cx="1368425" cy="1293068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하이코칭안내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공지사항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목록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FAQ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Q&amp;A</a:t>
                      </a:r>
                      <a:endParaRPr kumimoji="1" lang="ko-KR" altLang="en-US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8655F113-291B-FCE1-EE60-27F9769DE843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공지사항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A343879-D7EF-4EC0-4424-51CEEFB92888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2F495866-956A-4AF6-A144-2C0C45907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125324"/>
              </p:ext>
            </p:extLst>
          </p:nvPr>
        </p:nvGraphicFramePr>
        <p:xfrm>
          <a:off x="1684767" y="1548335"/>
          <a:ext cx="7679366" cy="292512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663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179">
                  <a:extLst>
                    <a:ext uri="{9D8B030D-6E8A-4147-A177-3AD203B41FA5}">
                      <a16:colId xmlns:a16="http://schemas.microsoft.com/office/drawing/2014/main" val="1084139657"/>
                    </a:ext>
                  </a:extLst>
                </a:gridCol>
                <a:gridCol w="5229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9086714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중요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공지 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[</a:t>
                      </a:r>
                      <a:r>
                        <a:rPr lang="ko-KR" altLang="en-US" sz="800" dirty="0"/>
                        <a:t>필독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 err="1"/>
                        <a:t>하이코칭</a:t>
                      </a:r>
                      <a:r>
                        <a:rPr lang="ko-KR" altLang="en-US" sz="800" dirty="0"/>
                        <a:t> 이용 안내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중요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점검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</a:t>
                      </a:r>
                      <a:r>
                        <a:rPr lang="ko-KR" altLang="en-US" sz="800" dirty="0"/>
                        <a:t>공지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시스템 긴급 점검 안내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중요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업데이트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12</a:t>
                      </a:r>
                      <a:r>
                        <a:rPr lang="ko-KR" altLang="en-US" sz="800" dirty="0"/>
                        <a:t>월 </a:t>
                      </a:r>
                      <a:r>
                        <a:rPr lang="en-US" altLang="ko-KR" sz="800" dirty="0"/>
                        <a:t>4</a:t>
                      </a:r>
                      <a:r>
                        <a:rPr lang="ko-KR" altLang="en-US" sz="800" dirty="0"/>
                        <a:t>주차 시스템 업데이트 안내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공지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2025</a:t>
                      </a:r>
                      <a:r>
                        <a:rPr lang="ko-KR" altLang="en-US" sz="800" dirty="0"/>
                        <a:t>년 연말 운영 일정 안내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2025-12-17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점검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12</a:t>
                      </a:r>
                      <a:r>
                        <a:rPr lang="ko-KR" altLang="en-US" sz="800" dirty="0"/>
                        <a:t>월 </a:t>
                      </a:r>
                      <a:r>
                        <a:rPr lang="en-US" altLang="ko-KR" sz="800" dirty="0"/>
                        <a:t>20</a:t>
                      </a:r>
                      <a:r>
                        <a:rPr lang="ko-KR" altLang="en-US" sz="800" dirty="0"/>
                        <a:t>일 정기 점검 안내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2025-12-16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업데이트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/>
                        <a:t>추천 기능 업데이트 안내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2025-12-15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공지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/>
                        <a:t>하이코칭</a:t>
                      </a:r>
                      <a:r>
                        <a:rPr lang="ko-KR" altLang="en-US" sz="800" dirty="0"/>
                        <a:t> 출시 안내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2025-12-13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공지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2025</a:t>
                      </a:r>
                      <a:r>
                        <a:rPr lang="ko-KR" altLang="en-US" sz="800" dirty="0"/>
                        <a:t>년 하반기 운영 계획 안내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2025-12-12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점검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12</a:t>
                      </a:r>
                      <a:r>
                        <a:rPr lang="ko-KR" altLang="en-US" sz="800" dirty="0"/>
                        <a:t>월 </a:t>
                      </a:r>
                      <a:r>
                        <a:rPr lang="en-US" altLang="ko-KR" sz="800" dirty="0"/>
                        <a:t>13</a:t>
                      </a:r>
                      <a:r>
                        <a:rPr lang="ko-KR" altLang="en-US" sz="800" dirty="0"/>
                        <a:t>일 정기 점검 안내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2025-12-10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업데이트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기능 개선 안내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2025-12-08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CB57F688-A876-D809-403C-3F30B312CC51}"/>
              </a:ext>
            </a:extLst>
          </p:cNvPr>
          <p:cNvSpPr txBox="1"/>
          <p:nvPr/>
        </p:nvSpPr>
        <p:spPr>
          <a:xfrm>
            <a:off x="1684767" y="1311563"/>
            <a:ext cx="1295128" cy="215444"/>
          </a:xfrm>
          <a:prstGeom prst="rect">
            <a:avLst/>
          </a:prstGeom>
          <a:noFill/>
        </p:spPr>
        <p:txBody>
          <a:bodyPr wrap="square" lIns="18000" rtlCol="0" anchor="ctr">
            <a:spAutoFit/>
          </a:bodyPr>
          <a:lstStyle/>
          <a:p>
            <a:pPr algn="l"/>
            <a:r>
              <a:rPr lang="ko-KR" altLang="en-US" sz="800" dirty="0"/>
              <a:t>총 </a:t>
            </a:r>
            <a:r>
              <a:rPr lang="en-US" altLang="ko-KR" sz="800" b="1" dirty="0"/>
              <a:t>183</a:t>
            </a:r>
            <a:r>
              <a:rPr lang="ko-KR" altLang="en-US" sz="800" dirty="0"/>
              <a:t>건  </a:t>
            </a:r>
            <a:r>
              <a:rPr lang="en-US" altLang="ko-KR" sz="800" dirty="0"/>
              <a:t>|  </a:t>
            </a:r>
            <a:r>
              <a:rPr lang="ko-KR" altLang="en-US" sz="800" dirty="0"/>
              <a:t>페이지 </a:t>
            </a:r>
            <a:r>
              <a:rPr lang="en-US" altLang="ko-KR" sz="800" b="1" dirty="0"/>
              <a:t>1</a:t>
            </a:r>
            <a:r>
              <a:rPr lang="en-US" altLang="ko-KR" sz="800" dirty="0"/>
              <a:t>/19</a:t>
            </a:r>
            <a:r>
              <a:rPr lang="ko-KR" altLang="en-US" sz="800" dirty="0"/>
              <a:t> </a:t>
            </a:r>
          </a:p>
        </p:txBody>
      </p:sp>
      <p:grpSp>
        <p:nvGrpSpPr>
          <p:cNvPr id="47" name="Pagination">
            <a:extLst>
              <a:ext uri="{FF2B5EF4-FFF2-40B4-BE49-F238E27FC236}">
                <a16:creationId xmlns:a16="http://schemas.microsoft.com/office/drawing/2014/main" id="{FD1748D7-BBA2-9826-BDFA-2D56586D1EB6}"/>
              </a:ext>
            </a:extLst>
          </p:cNvPr>
          <p:cNvGrpSpPr/>
          <p:nvPr/>
        </p:nvGrpSpPr>
        <p:grpSpPr>
          <a:xfrm>
            <a:off x="3836194" y="4693554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48" name="Previous">
              <a:extLst>
                <a:ext uri="{FF2B5EF4-FFF2-40B4-BE49-F238E27FC236}">
                  <a16:creationId xmlns:a16="http://schemas.microsoft.com/office/drawing/2014/main" id="{ED4863FE-9AE4-6992-D800-BD99E968230A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49" name="Page 1">
              <a:extLst>
                <a:ext uri="{FF2B5EF4-FFF2-40B4-BE49-F238E27FC236}">
                  <a16:creationId xmlns:a16="http://schemas.microsoft.com/office/drawing/2014/main" id="{33D97110-0DA7-54DF-36ED-633543466DC8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50" name="Page 2">
              <a:extLst>
                <a:ext uri="{FF2B5EF4-FFF2-40B4-BE49-F238E27FC236}">
                  <a16:creationId xmlns:a16="http://schemas.microsoft.com/office/drawing/2014/main" id="{EE48EC1F-4677-AFE2-F32B-154BBF2F9C18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51" name="Page 3">
              <a:extLst>
                <a:ext uri="{FF2B5EF4-FFF2-40B4-BE49-F238E27FC236}">
                  <a16:creationId xmlns:a16="http://schemas.microsoft.com/office/drawing/2014/main" id="{73B6A7D5-062F-E712-C4C9-7E0C03088B4E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52" name="Page 4">
              <a:extLst>
                <a:ext uri="{FF2B5EF4-FFF2-40B4-BE49-F238E27FC236}">
                  <a16:creationId xmlns:a16="http://schemas.microsoft.com/office/drawing/2014/main" id="{F802859E-2529-A3ED-37EC-445FCEE845CD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53" name="Page 5">
              <a:extLst>
                <a:ext uri="{FF2B5EF4-FFF2-40B4-BE49-F238E27FC236}">
                  <a16:creationId xmlns:a16="http://schemas.microsoft.com/office/drawing/2014/main" id="{0DBE0A21-774E-2CFF-BA92-F0B4C3243E59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54" name="Next">
              <a:extLst>
                <a:ext uri="{FF2B5EF4-FFF2-40B4-BE49-F238E27FC236}">
                  <a16:creationId xmlns:a16="http://schemas.microsoft.com/office/drawing/2014/main" id="{8A6D70FC-0DD9-13FF-79BE-5D3A40025EFF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55" name="Page 1">
              <a:extLst>
                <a:ext uri="{FF2B5EF4-FFF2-40B4-BE49-F238E27FC236}">
                  <a16:creationId xmlns:a16="http://schemas.microsoft.com/office/drawing/2014/main" id="{F8F23FD1-AFDC-0600-F826-9777D8B8045B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56" name="Page 2">
              <a:extLst>
                <a:ext uri="{FF2B5EF4-FFF2-40B4-BE49-F238E27FC236}">
                  <a16:creationId xmlns:a16="http://schemas.microsoft.com/office/drawing/2014/main" id="{59DC55FE-E264-9108-365B-2F873FCAB62A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57" name="Page 3">
              <a:extLst>
                <a:ext uri="{FF2B5EF4-FFF2-40B4-BE49-F238E27FC236}">
                  <a16:creationId xmlns:a16="http://schemas.microsoft.com/office/drawing/2014/main" id="{56867B98-9632-65C9-2323-256D19888FBC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58" name="Page 4">
              <a:extLst>
                <a:ext uri="{FF2B5EF4-FFF2-40B4-BE49-F238E27FC236}">
                  <a16:creationId xmlns:a16="http://schemas.microsoft.com/office/drawing/2014/main" id="{A3ADDBF0-1462-4536-B6BC-DE75CB174DBE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59" name="Page 5">
              <a:extLst>
                <a:ext uri="{FF2B5EF4-FFF2-40B4-BE49-F238E27FC236}">
                  <a16:creationId xmlns:a16="http://schemas.microsoft.com/office/drawing/2014/main" id="{12A354BE-F618-7CC8-883C-A4D9275495FC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60" name="Page 5">
              <a:extLst>
                <a:ext uri="{FF2B5EF4-FFF2-40B4-BE49-F238E27FC236}">
                  <a16:creationId xmlns:a16="http://schemas.microsoft.com/office/drawing/2014/main" id="{D4F192A0-D9D8-49D9-B454-77F3EDBCA1FF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1" name="Page 2">
              <a:extLst>
                <a:ext uri="{FF2B5EF4-FFF2-40B4-BE49-F238E27FC236}">
                  <a16:creationId xmlns:a16="http://schemas.microsoft.com/office/drawing/2014/main" id="{FE5230D8-AC59-45ED-A799-25C78E057680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62" name="Input">
            <a:extLst>
              <a:ext uri="{FF2B5EF4-FFF2-40B4-BE49-F238E27FC236}">
                <a16:creationId xmlns:a16="http://schemas.microsoft.com/office/drawing/2014/main" id="{60AF7B93-E44B-593E-4331-6E093DEDD6CE}"/>
              </a:ext>
            </a:extLst>
          </p:cNvPr>
          <p:cNvSpPr/>
          <p:nvPr/>
        </p:nvSpPr>
        <p:spPr>
          <a:xfrm>
            <a:off x="1677558" y="991566"/>
            <a:ext cx="935289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전체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3" name="Chevron Right">
            <a:extLst>
              <a:ext uri="{FF2B5EF4-FFF2-40B4-BE49-F238E27FC236}">
                <a16:creationId xmlns:a16="http://schemas.microsoft.com/office/drawing/2014/main" id="{2CEF79F7-37AF-F9F0-26B2-A5D8EFE14A45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2468818" y="1095411"/>
            <a:ext cx="39561" cy="72000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6" name="Input">
            <a:extLst>
              <a:ext uri="{FF2B5EF4-FFF2-40B4-BE49-F238E27FC236}">
                <a16:creationId xmlns:a16="http://schemas.microsoft.com/office/drawing/2014/main" id="{7254FD67-3AF2-DC29-AC0C-070FBAF30161}"/>
              </a:ext>
            </a:extLst>
          </p:cNvPr>
          <p:cNvSpPr/>
          <p:nvPr/>
        </p:nvSpPr>
        <p:spPr>
          <a:xfrm>
            <a:off x="2674189" y="993793"/>
            <a:ext cx="6228335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7" name="Input">
            <a:extLst>
              <a:ext uri="{FF2B5EF4-FFF2-40B4-BE49-F238E27FC236}">
                <a16:creationId xmlns:a16="http://schemas.microsoft.com/office/drawing/2014/main" id="{6B19350F-3348-111B-A101-EF9F83E66C62}"/>
              </a:ext>
            </a:extLst>
          </p:cNvPr>
          <p:cNvSpPr/>
          <p:nvPr/>
        </p:nvSpPr>
        <p:spPr>
          <a:xfrm>
            <a:off x="8902524" y="997652"/>
            <a:ext cx="468000" cy="251300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E780E70-B886-6BE5-49E8-A0F39883ED0B}"/>
              </a:ext>
            </a:extLst>
          </p:cNvPr>
          <p:cNvSpPr/>
          <p:nvPr/>
        </p:nvSpPr>
        <p:spPr>
          <a:xfrm>
            <a:off x="1665949" y="2046437"/>
            <a:ext cx="7698184" cy="327591"/>
          </a:xfrm>
          <a:prstGeom prst="rect">
            <a:avLst/>
          </a:prstGeom>
          <a:noFill/>
          <a:ln w="317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DA381576-92C0-3BD4-17C2-23FC1CDCC486}"/>
              </a:ext>
            </a:extLst>
          </p:cNvPr>
          <p:cNvSpPr/>
          <p:nvPr/>
        </p:nvSpPr>
        <p:spPr>
          <a:xfrm>
            <a:off x="1526033" y="96664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CA8A16D3-3480-6433-16D1-55C673A6885A}"/>
              </a:ext>
            </a:extLst>
          </p:cNvPr>
          <p:cNvSpPr/>
          <p:nvPr/>
        </p:nvSpPr>
        <p:spPr>
          <a:xfrm>
            <a:off x="1526033" y="133811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BC26E058-430F-78C2-0F49-B84815657F41}"/>
              </a:ext>
            </a:extLst>
          </p:cNvPr>
          <p:cNvSpPr/>
          <p:nvPr/>
        </p:nvSpPr>
        <p:spPr>
          <a:xfrm>
            <a:off x="1526033" y="158576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F49DE933-9BE1-F1AB-792A-1D351761A3E5}"/>
              </a:ext>
            </a:extLst>
          </p:cNvPr>
          <p:cNvSpPr/>
          <p:nvPr/>
        </p:nvSpPr>
        <p:spPr>
          <a:xfrm>
            <a:off x="1608566" y="185369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63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9CA3DB1-0A1B-5E1E-4E6A-A1D7BB045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FC0EA2D6-35B5-D6AE-8E7F-B631D7F73045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EA24B4A-65F6-5997-D229-EBD57B854738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78BF92F9-1387-384C-9D68-386DEB0A89E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375BB0BD-9A40-DB95-B997-5F98BB5B99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7073613"/>
              </p:ext>
            </p:extLst>
          </p:nvPr>
        </p:nvGraphicFramePr>
        <p:xfrm>
          <a:off x="9655174" y="276226"/>
          <a:ext cx="2532687" cy="253057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ko-KR" altLang="en-US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제목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구분 태그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제목 </a:t>
                      </a:r>
                      <a:r>
                        <a:rPr lang="en-US" altLang="ko-KR" sz="800" dirty="0"/>
                        <a:t>+ </a:t>
                      </a:r>
                      <a:r>
                        <a:rPr lang="ko-KR" altLang="en-US" sz="800" dirty="0"/>
                        <a:t>등록일 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첨부파일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첨부파일명 </a:t>
                      </a:r>
                      <a:r>
                        <a:rPr lang="en-US" altLang="ko-KR" sz="800" dirty="0"/>
                        <a:t>+ [</a:t>
                      </a:r>
                      <a:r>
                        <a:rPr lang="ko-KR" altLang="en-US" sz="800" dirty="0"/>
                        <a:t>다운로드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버튼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첨부파일 없을 시 영역 </a:t>
                      </a:r>
                      <a:r>
                        <a:rPr lang="ko-KR" altLang="en-US" sz="800" dirty="0" err="1"/>
                        <a:t>미표시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이전글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/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다음글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800" b="0" i="0" u="none" strike="noStrike" cap="none" dirty="0" err="1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이전글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ko-KR" altLang="en-US" sz="800" b="0" i="0" u="none" strike="noStrike" cap="none" dirty="0" err="1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다음글</a:t>
                      </a: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 클릭 시 </a:t>
                      </a:r>
                      <a:b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－ 해당 게시글로 이동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버튼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목록 버튼 클릭 시 공지사항 목록 화면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48498A-4553-69C4-2A9E-CE085AA7FB8F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하이코칭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공지사항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73150-A35E-A60F-5928-84EEEFFEF940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공지사항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9F383-73E8-1195-6EB5-75571FACD3B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V-HFC-01-003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EC5709C-4A15-7383-0628-F92510C8B8D8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59276EA-F24C-8CE3-04E4-03806258DD37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모서리가 둥근 직사각형 25">
            <a:extLst>
              <a:ext uri="{FF2B5EF4-FFF2-40B4-BE49-F238E27FC236}">
                <a16:creationId xmlns:a16="http://schemas.microsoft.com/office/drawing/2014/main" id="{26D6140B-4755-4D1E-ED7E-D090B79BBF23}"/>
              </a:ext>
            </a:extLst>
          </p:cNvPr>
          <p:cNvSpPr/>
          <p:nvPr/>
        </p:nvSpPr>
        <p:spPr>
          <a:xfrm>
            <a:off x="1547130" y="886858"/>
            <a:ext cx="7968204" cy="38121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4B4DF1A-B2E6-A3F0-9B81-7567585F9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113445"/>
              </p:ext>
            </p:extLst>
          </p:nvPr>
        </p:nvGraphicFramePr>
        <p:xfrm>
          <a:off x="47625" y="549274"/>
          <a:ext cx="1368425" cy="1293068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하이코칭안내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공지사항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목록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FAQ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Q&amp;A</a:t>
                      </a:r>
                      <a:endParaRPr kumimoji="1" lang="ko-KR" altLang="en-US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37285C-198E-7971-1358-46EBD2FF7B44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공지사항</a:t>
            </a:r>
          </a:p>
        </p:txBody>
      </p:sp>
      <p:sp>
        <p:nvSpPr>
          <p:cNvPr id="8" name="Input">
            <a:extLst>
              <a:ext uri="{FF2B5EF4-FFF2-40B4-BE49-F238E27FC236}">
                <a16:creationId xmlns:a16="http://schemas.microsoft.com/office/drawing/2014/main" id="{09DA8338-3CFF-4748-5CE5-6B7ABF1FACE0}"/>
              </a:ext>
            </a:extLst>
          </p:cNvPr>
          <p:cNvSpPr/>
          <p:nvPr/>
        </p:nvSpPr>
        <p:spPr>
          <a:xfrm>
            <a:off x="8700278" y="4329879"/>
            <a:ext cx="668167" cy="2268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" name="모서리가 둥근 직사각형 25">
            <a:extLst>
              <a:ext uri="{FF2B5EF4-FFF2-40B4-BE49-F238E27FC236}">
                <a16:creationId xmlns:a16="http://schemas.microsoft.com/office/drawing/2014/main" id="{F5010779-E36B-6C46-B6DF-4F3097C68F56}"/>
              </a:ext>
            </a:extLst>
          </p:cNvPr>
          <p:cNvSpPr/>
          <p:nvPr/>
        </p:nvSpPr>
        <p:spPr>
          <a:xfrm>
            <a:off x="1680628" y="1019152"/>
            <a:ext cx="7683505" cy="252583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Input">
            <a:extLst>
              <a:ext uri="{FF2B5EF4-FFF2-40B4-BE49-F238E27FC236}">
                <a16:creationId xmlns:a16="http://schemas.microsoft.com/office/drawing/2014/main" id="{E18622EE-9A58-FB0F-6CB8-8FDB149378C3}"/>
              </a:ext>
            </a:extLst>
          </p:cNvPr>
          <p:cNvSpPr/>
          <p:nvPr/>
        </p:nvSpPr>
        <p:spPr>
          <a:xfrm>
            <a:off x="1794293" y="1811273"/>
            <a:ext cx="7453225" cy="1564557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안녕하세요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경기도교육청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하이코칭입니다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첨부파일과 같이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하이코칭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서비스 업데이트 작업이 진행될 예정입니다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■ 점검 일시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2025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20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 00:00 ~ 06:00</a:t>
            </a:r>
          </a:p>
          <a:p>
            <a:pPr>
              <a:lnSpc>
                <a:spcPct val="12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■ 점검 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시스템 안정화 및 성능 개선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■ 영향 범위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전체 서비스 이용 불가 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점검 시간 동안 서비스 이용이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불가하오니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양해 부탁드립니다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감사합니다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. 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BB8EC70-9121-47F7-32DA-0604664C1C14}"/>
              </a:ext>
            </a:extLst>
          </p:cNvPr>
          <p:cNvCxnSpPr/>
          <p:nvPr/>
        </p:nvCxnSpPr>
        <p:spPr>
          <a:xfrm>
            <a:off x="1680628" y="1723176"/>
            <a:ext cx="76835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nput">
            <a:extLst>
              <a:ext uri="{FF2B5EF4-FFF2-40B4-BE49-F238E27FC236}">
                <a16:creationId xmlns:a16="http://schemas.microsoft.com/office/drawing/2014/main" id="{CF2B6B75-031E-4EB1-080A-F7F59B7D3782}"/>
              </a:ext>
            </a:extLst>
          </p:cNvPr>
          <p:cNvSpPr/>
          <p:nvPr/>
        </p:nvSpPr>
        <p:spPr>
          <a:xfrm>
            <a:off x="1794293" y="1457449"/>
            <a:ext cx="7453225" cy="224895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시스템점검안내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_20251218.pdf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A13100C-74F9-C2E6-46B5-0E13D4BF422A}"/>
              </a:ext>
            </a:extLst>
          </p:cNvPr>
          <p:cNvSpPr/>
          <p:nvPr/>
        </p:nvSpPr>
        <p:spPr>
          <a:xfrm>
            <a:off x="3383609" y="1477890"/>
            <a:ext cx="597816" cy="1655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다운로드</a:t>
            </a: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7731C5BB-B4AD-6A66-1BD0-A1B071051634}"/>
              </a:ext>
            </a:extLst>
          </p:cNvPr>
          <p:cNvSpPr/>
          <p:nvPr/>
        </p:nvSpPr>
        <p:spPr>
          <a:xfrm>
            <a:off x="1680628" y="1019152"/>
            <a:ext cx="7696284" cy="38052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Input">
            <a:extLst>
              <a:ext uri="{FF2B5EF4-FFF2-40B4-BE49-F238E27FC236}">
                <a16:creationId xmlns:a16="http://schemas.microsoft.com/office/drawing/2014/main" id="{B4B755D6-9008-3158-5FB8-0245D59825ED}"/>
              </a:ext>
            </a:extLst>
          </p:cNvPr>
          <p:cNvSpPr/>
          <p:nvPr/>
        </p:nvSpPr>
        <p:spPr>
          <a:xfrm>
            <a:off x="1794294" y="1093287"/>
            <a:ext cx="7453224" cy="255673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공지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]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시스템 긴급 점검 안내                                                                                                                 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2025-12-15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BE24C12-B5E5-E731-428D-7B081E51F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963111"/>
              </p:ext>
            </p:extLst>
          </p:nvPr>
        </p:nvGraphicFramePr>
        <p:xfrm>
          <a:off x="1680627" y="3639795"/>
          <a:ext cx="7680999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99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다음 글이 없습니다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Segoe UI" panose="020B0502040204020203" pitchFamily="34" charset="0"/>
                        </a:rPr>
                        <a:t>개인정보 보호 정책 변경 안내</a:t>
                      </a:r>
                      <a:endParaRPr lang="ko-KR" altLang="en-US" sz="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sp>
        <p:nvSpPr>
          <p:cNvPr id="17" name="타원 16">
            <a:extLst>
              <a:ext uri="{FF2B5EF4-FFF2-40B4-BE49-F238E27FC236}">
                <a16:creationId xmlns:a16="http://schemas.microsoft.com/office/drawing/2014/main" id="{80F1E5D7-6854-1E57-02EC-27D9CEC7A5C7}"/>
              </a:ext>
            </a:extLst>
          </p:cNvPr>
          <p:cNvSpPr/>
          <p:nvPr/>
        </p:nvSpPr>
        <p:spPr>
          <a:xfrm>
            <a:off x="1608778" y="114862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EFB08D6-A965-AB02-13D7-F4DA547CBF46}"/>
              </a:ext>
            </a:extLst>
          </p:cNvPr>
          <p:cNvSpPr/>
          <p:nvPr/>
        </p:nvSpPr>
        <p:spPr>
          <a:xfrm>
            <a:off x="1608778" y="147444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8DD896F-D046-95EE-BE05-1CC83D0D6AEF}"/>
              </a:ext>
            </a:extLst>
          </p:cNvPr>
          <p:cNvSpPr/>
          <p:nvPr/>
        </p:nvSpPr>
        <p:spPr>
          <a:xfrm>
            <a:off x="1608778" y="364872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D0691A1-5BD9-E62D-27E7-B8993E109A57}"/>
              </a:ext>
            </a:extLst>
          </p:cNvPr>
          <p:cNvSpPr/>
          <p:nvPr/>
        </p:nvSpPr>
        <p:spPr>
          <a:xfrm>
            <a:off x="8566389" y="431960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93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D9E9EBC-D6EF-2F01-D288-37AB8253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DCF54398-1211-024A-AF10-2C507BEDCAC4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08958E6-1FB2-B3DF-21CC-C545F73DAC92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C902827D-0BA6-0F60-CC16-F609312D0E95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F65BF7D5-366F-FDE5-02D4-86A1B8062E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5088194"/>
              </p:ext>
            </p:extLst>
          </p:nvPr>
        </p:nvGraphicFramePr>
        <p:xfrm>
          <a:off x="9655174" y="276226"/>
          <a:ext cx="2532687" cy="274538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ko-KR" altLang="en-US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제목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필터</a:t>
                      </a:r>
                      <a:r>
                        <a:rPr kumimoji="1" lang="en-US" altLang="ko-KR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kumimoji="1"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전체</a:t>
                      </a:r>
                      <a:r>
                        <a:rPr kumimoji="1" lang="en-US" altLang="ko-KR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(Default), </a:t>
                      </a:r>
                      <a:r>
                        <a:rPr kumimoji="1"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1" lang="en-US" altLang="ko-KR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1"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역량진단</a:t>
                      </a:r>
                      <a:r>
                        <a:rPr kumimoji="1" lang="en-US" altLang="ko-KR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1"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계정</a:t>
                      </a:r>
                      <a:r>
                        <a:rPr kumimoji="1" lang="en-US" altLang="ko-KR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1"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기타</a:t>
                      </a:r>
                      <a:br>
                        <a:rPr kumimoji="1" lang="en-US" altLang="ko-KR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kumimoji="1" lang="en-US" altLang="ko-KR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kumimoji="1"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선택 시 해당 구분만 필터링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카테고리탭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구성 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전체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역량진단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학습모듈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계정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기타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탭 클릭 시 해당 카테고리 </a:t>
                      </a:r>
                      <a:r>
                        <a:rPr lang="ko-KR" altLang="en-US" sz="800" dirty="0" err="1"/>
                        <a:t>구분값</a:t>
                      </a:r>
                      <a:r>
                        <a:rPr lang="ko-KR" altLang="en-US" sz="800" dirty="0"/>
                        <a:t> 필터링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FAQ 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목록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 아코디언 형식 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질문 클릭 시 답변 펼침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접힘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b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800" dirty="0"/>
                        <a:t>다른 </a:t>
                      </a:r>
                      <a:r>
                        <a:rPr lang="en-US" altLang="ko-KR" sz="800" dirty="0"/>
                        <a:t>FAQ </a:t>
                      </a:r>
                      <a:r>
                        <a:rPr lang="ko-KR" altLang="en-US" sz="800" dirty="0"/>
                        <a:t>열면 기존 열린 </a:t>
                      </a:r>
                      <a:r>
                        <a:rPr lang="en-US" altLang="ko-KR" sz="800" dirty="0"/>
                        <a:t>FAQ </a:t>
                      </a:r>
                      <a:r>
                        <a:rPr lang="ko-KR" altLang="en-US" sz="800" dirty="0"/>
                        <a:t>닫힘 </a:t>
                      </a:r>
                      <a:r>
                        <a:rPr lang="en-US" altLang="ko-KR" sz="800" dirty="0"/>
                        <a:t>(1</a:t>
                      </a:r>
                      <a:r>
                        <a:rPr lang="ko-KR" altLang="en-US" sz="800" dirty="0"/>
                        <a:t>개만 열림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800" dirty="0"/>
                        <a:t>기본 정렬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등록일 최신순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D5F4BC5-A829-6B0D-2121-56B9CDA088D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하이코칭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FAQ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AFF66-668E-3856-66BD-A2A0CD5A184B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FAQ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35238-4678-2D9E-E892-4657BCCE1881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V-HFC-01-004</a:t>
            </a:r>
          </a:p>
        </p:txBody>
      </p:sp>
      <p:sp>
        <p:nvSpPr>
          <p:cNvPr id="5" name="모서리가 둥근 직사각형 25">
            <a:extLst>
              <a:ext uri="{FF2B5EF4-FFF2-40B4-BE49-F238E27FC236}">
                <a16:creationId xmlns:a16="http://schemas.microsoft.com/office/drawing/2014/main" id="{08C24B33-DDEA-2ACE-DB66-B3789415A712}"/>
              </a:ext>
            </a:extLst>
          </p:cNvPr>
          <p:cNvSpPr/>
          <p:nvPr/>
        </p:nvSpPr>
        <p:spPr>
          <a:xfrm>
            <a:off x="1527371" y="886854"/>
            <a:ext cx="7968204" cy="575207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9F6E069-38A9-FC6D-4738-458ACD9AF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445726"/>
              </p:ext>
            </p:extLst>
          </p:nvPr>
        </p:nvGraphicFramePr>
        <p:xfrm>
          <a:off x="1684767" y="1611299"/>
          <a:ext cx="7679366" cy="444991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517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491">
                  <a:extLst>
                    <a:ext uri="{9D8B030D-6E8A-4147-A177-3AD203B41FA5}">
                      <a16:colId xmlns:a16="http://schemas.microsoft.com/office/drawing/2014/main" val="1084139657"/>
                    </a:ext>
                  </a:extLst>
                </a:gridCol>
                <a:gridCol w="5025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116">
                  <a:extLst>
                    <a:ext uri="{9D8B030D-6E8A-4147-A177-3AD203B41FA5}">
                      <a16:colId xmlns:a16="http://schemas.microsoft.com/office/drawing/2014/main" val="908671468"/>
                    </a:ext>
                  </a:extLst>
                </a:gridCol>
              </a:tblGrid>
              <a:tr h="357439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Q.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역량진단 결과는 어떻게 확인하나요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39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Q. </a:t>
                      </a:r>
                      <a:r>
                        <a:rPr lang="ko-KR" altLang="en-US" sz="900" dirty="0" err="1"/>
                        <a:t>추천받은</a:t>
                      </a:r>
                      <a:r>
                        <a:rPr lang="ko-KR" altLang="en-US" sz="900" dirty="0"/>
                        <a:t> </a:t>
                      </a:r>
                      <a:r>
                        <a:rPr lang="ko-KR" altLang="en-US" sz="900" dirty="0" err="1"/>
                        <a:t>학습모듈은</a:t>
                      </a:r>
                      <a:r>
                        <a:rPr lang="ko-KR" altLang="en-US" sz="900" dirty="0"/>
                        <a:t> 꼭 들어야 하나요</a:t>
                      </a:r>
                      <a:r>
                        <a:rPr lang="en-US" altLang="ko-KR" sz="900" dirty="0"/>
                        <a:t>?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39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Q. </a:t>
                      </a:r>
                      <a:r>
                        <a:rPr lang="ko-KR" altLang="en-US" sz="900" dirty="0"/>
                        <a:t>진단 후 추천 학습이 안 나와요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39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역량진단을 완료하신 후 추천 학습이 나타나지 않는 경우 다음을 확인해주세요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1.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진단 완료 여부 확인     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마이페이지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나의 역량진단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완료 상태 확인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2.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추천 학습 확인 방법  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- </a:t>
                      </a:r>
                      <a:r>
                        <a:rPr lang="ko-KR" altLang="en-US" sz="800" b="0" u="sng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학습모듈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탭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나를 위한 추천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섹션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진단 완료 후 최대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 소요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39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Q. </a:t>
                      </a:r>
                      <a:r>
                        <a:rPr lang="ko-KR" altLang="en-US" sz="900" dirty="0"/>
                        <a:t>학습 완료한 모듈을 다시 볼 수 있나요</a:t>
                      </a:r>
                      <a:r>
                        <a:rPr lang="en-US" altLang="ko-KR" sz="900" dirty="0"/>
                        <a:t>?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39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Q. </a:t>
                      </a:r>
                      <a:r>
                        <a:rPr lang="ko-KR" altLang="en-US" sz="900" dirty="0"/>
                        <a:t>처음 로그인은 어떻게 하나요</a:t>
                      </a:r>
                      <a:r>
                        <a:rPr lang="en-US" altLang="ko-KR" sz="900" dirty="0"/>
                        <a:t>?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39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Q. </a:t>
                      </a:r>
                      <a:r>
                        <a:rPr lang="ko-KR" altLang="en-US" sz="900" dirty="0"/>
                        <a:t>비밀번호를 잊어버렸어요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39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Q. </a:t>
                      </a:r>
                      <a:r>
                        <a:rPr lang="ko-KR" altLang="en-US" sz="900" dirty="0"/>
                        <a:t>모바일에서도 학습할 수 있나요</a:t>
                      </a:r>
                      <a:r>
                        <a:rPr lang="en-US" altLang="ko-KR" sz="900" dirty="0"/>
                        <a:t>?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39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Q. </a:t>
                      </a:r>
                      <a:r>
                        <a:rPr lang="ko-KR" altLang="en-US" sz="900" dirty="0"/>
                        <a:t>역량진단은 얼마나 자주 해야 하나요</a:t>
                      </a:r>
                      <a:r>
                        <a:rPr lang="en-US" altLang="ko-KR" sz="900" dirty="0"/>
                        <a:t>?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39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Q. </a:t>
                      </a:r>
                      <a:r>
                        <a:rPr lang="ko-KR" altLang="en-US" sz="900" dirty="0"/>
                        <a:t>학습 이력은 관리자가 볼 수 있나요</a:t>
                      </a:r>
                      <a:r>
                        <a:rPr lang="en-US" altLang="ko-KR" sz="900" dirty="0"/>
                        <a:t>?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950845"/>
                  </a:ext>
                </a:extLst>
              </a:tr>
              <a:tr h="357439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Q. </a:t>
                      </a:r>
                      <a:r>
                        <a:rPr lang="ko-KR" altLang="en-US" sz="900" dirty="0"/>
                        <a:t>연수 이수 시간으로 인정되나요</a:t>
                      </a:r>
                      <a:r>
                        <a:rPr lang="en-US" altLang="ko-KR" sz="900" dirty="0"/>
                        <a:t>?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FCBA5F1-B696-8112-58B2-CA60AED81059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89EE3-9731-A186-BB96-BD3BE8B402E6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1" hangingPunct="0">
              <a:spcBef>
                <a:spcPct val="20000"/>
              </a:spcBef>
              <a:spcAft>
                <a:spcPct val="0"/>
              </a:spcAft>
              <a:buClrTx/>
            </a:pPr>
            <a:r>
              <a:rPr kumimoji="1"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FAQ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2493B4-BEDA-DB4F-88C7-F2778D0857F6}"/>
              </a:ext>
            </a:extLst>
          </p:cNvPr>
          <p:cNvSpPr/>
          <p:nvPr/>
        </p:nvSpPr>
        <p:spPr>
          <a:xfrm>
            <a:off x="47625" y="6585858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1E8FA-E205-CA02-A766-3EC02AF5E8BD}"/>
              </a:ext>
            </a:extLst>
          </p:cNvPr>
          <p:cNvSpPr txBox="1"/>
          <p:nvPr/>
        </p:nvSpPr>
        <p:spPr>
          <a:xfrm>
            <a:off x="1684767" y="1396703"/>
            <a:ext cx="1295128" cy="215444"/>
          </a:xfrm>
          <a:prstGeom prst="rect">
            <a:avLst/>
          </a:prstGeom>
          <a:noFill/>
        </p:spPr>
        <p:txBody>
          <a:bodyPr wrap="square" lIns="18000" rtlCol="0" anchor="ctr">
            <a:spAutoFit/>
          </a:bodyPr>
          <a:lstStyle/>
          <a:p>
            <a:pPr algn="l"/>
            <a:r>
              <a:rPr lang="ko-KR" altLang="en-US" sz="800" dirty="0"/>
              <a:t>총 </a:t>
            </a:r>
            <a:r>
              <a:rPr lang="en-US" altLang="ko-KR" sz="800" b="1" dirty="0"/>
              <a:t>183</a:t>
            </a:r>
            <a:r>
              <a:rPr lang="ko-KR" altLang="en-US" sz="800" dirty="0"/>
              <a:t>건  </a:t>
            </a:r>
            <a:r>
              <a:rPr lang="en-US" altLang="ko-KR" sz="800" dirty="0"/>
              <a:t>|  </a:t>
            </a:r>
            <a:r>
              <a:rPr lang="ko-KR" altLang="en-US" sz="800" dirty="0"/>
              <a:t>페이지 </a:t>
            </a:r>
            <a:r>
              <a:rPr lang="en-US" altLang="ko-KR" sz="800" b="1" dirty="0"/>
              <a:t>1</a:t>
            </a:r>
            <a:r>
              <a:rPr lang="en-US" altLang="ko-KR" sz="800" dirty="0"/>
              <a:t>/19</a:t>
            </a:r>
            <a:r>
              <a:rPr lang="ko-KR" altLang="en-US" sz="800" dirty="0"/>
              <a:t> 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4E77A23-01AF-84A6-118B-24C7093211EF}"/>
              </a:ext>
            </a:extLst>
          </p:cNvPr>
          <p:cNvCxnSpPr/>
          <p:nvPr/>
        </p:nvCxnSpPr>
        <p:spPr>
          <a:xfrm>
            <a:off x="1680628" y="1612147"/>
            <a:ext cx="76835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hevron Right">
            <a:extLst>
              <a:ext uri="{FF2B5EF4-FFF2-40B4-BE49-F238E27FC236}">
                <a16:creationId xmlns:a16="http://schemas.microsoft.com/office/drawing/2014/main" id="{8BF08964-AC1A-4EEB-E9D1-560115754170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61656" y="1717514"/>
            <a:ext cx="77094" cy="14030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612B6C2-F46A-0A90-6445-6220443FB38D}"/>
              </a:ext>
            </a:extLst>
          </p:cNvPr>
          <p:cNvSpPr/>
          <p:nvPr/>
        </p:nvSpPr>
        <p:spPr>
          <a:xfrm>
            <a:off x="1801261" y="1662045"/>
            <a:ext cx="252000" cy="251247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/>
              <a:t>Q</a:t>
            </a:r>
            <a:endParaRPr lang="ko-KR" altLang="en-US" sz="900" b="1" spc="-8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8271E4E-04E8-C068-CAA1-1D0D7E176C72}"/>
              </a:ext>
            </a:extLst>
          </p:cNvPr>
          <p:cNvSpPr/>
          <p:nvPr/>
        </p:nvSpPr>
        <p:spPr>
          <a:xfrm>
            <a:off x="2387181" y="1677874"/>
            <a:ext cx="739140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b" anchorCtr="0"/>
          <a:lstStyle/>
          <a:p>
            <a:pPr algn="ctr">
              <a:lnSpc>
                <a:spcPct val="150000"/>
              </a:lnSpc>
            </a:pPr>
            <a:r>
              <a:rPr lang="ko-KR" altLang="en-US" sz="800" spc="-50" dirty="0">
                <a:solidFill>
                  <a:schemeClr val="tx1"/>
                </a:solidFill>
                <a:latin typeface="+mn-ea"/>
              </a:rPr>
              <a:t>역량진단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AE21316-CC07-F33A-2110-040B28DEA956}"/>
              </a:ext>
            </a:extLst>
          </p:cNvPr>
          <p:cNvSpPr/>
          <p:nvPr/>
        </p:nvSpPr>
        <p:spPr>
          <a:xfrm>
            <a:off x="1801261" y="2020185"/>
            <a:ext cx="252000" cy="251247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Q</a:t>
            </a:r>
            <a:endParaRPr lang="ko-KR" altLang="en-US" sz="900" b="1" spc="-8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5D2EB1E-54B3-41B9-49CB-85E41E1D8EC4}"/>
              </a:ext>
            </a:extLst>
          </p:cNvPr>
          <p:cNvSpPr/>
          <p:nvPr/>
        </p:nvSpPr>
        <p:spPr>
          <a:xfrm>
            <a:off x="2380036" y="2036014"/>
            <a:ext cx="739140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b" anchorCtr="0"/>
          <a:lstStyle/>
          <a:p>
            <a:pPr algn="ctr">
              <a:lnSpc>
                <a:spcPct val="150000"/>
              </a:lnSpc>
            </a:pPr>
            <a:r>
              <a:rPr lang="ko-KR" altLang="en-US" sz="800" spc="-50" dirty="0" err="1">
                <a:solidFill>
                  <a:schemeClr val="tx1"/>
                </a:solidFill>
                <a:latin typeface="+mn-ea"/>
              </a:rPr>
              <a:t>학습모듈</a:t>
            </a: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C11EDB01-DC3B-4243-7DAF-878360E02024}"/>
              </a:ext>
            </a:extLst>
          </p:cNvPr>
          <p:cNvSpPr/>
          <p:nvPr/>
        </p:nvSpPr>
        <p:spPr>
          <a:xfrm>
            <a:off x="1801261" y="2385945"/>
            <a:ext cx="252000" cy="251247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Q</a:t>
            </a:r>
            <a:endParaRPr lang="ko-KR" altLang="en-US" sz="900" b="1" spc="-8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84C3B09-9320-493D-9D67-0B42C7395C24}"/>
              </a:ext>
            </a:extLst>
          </p:cNvPr>
          <p:cNvSpPr/>
          <p:nvPr/>
        </p:nvSpPr>
        <p:spPr>
          <a:xfrm>
            <a:off x="2387656" y="2401774"/>
            <a:ext cx="739140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b" anchorCtr="0"/>
          <a:lstStyle/>
          <a:p>
            <a:pPr algn="ctr">
              <a:lnSpc>
                <a:spcPct val="150000"/>
              </a:lnSpc>
            </a:pPr>
            <a:r>
              <a:rPr lang="ko-KR" altLang="en-US" sz="800" spc="-50" dirty="0">
                <a:solidFill>
                  <a:schemeClr val="tx1"/>
                </a:solidFill>
                <a:latin typeface="+mn-ea"/>
              </a:rPr>
              <a:t>역량진단</a:t>
            </a:r>
          </a:p>
        </p:txBody>
      </p:sp>
      <p:sp>
        <p:nvSpPr>
          <p:cNvPr id="20" name="Chevron Right">
            <a:extLst>
              <a:ext uri="{FF2B5EF4-FFF2-40B4-BE49-F238E27FC236}">
                <a16:creationId xmlns:a16="http://schemas.microsoft.com/office/drawing/2014/main" id="{84B4510C-FEB4-695F-81F5-5839C2B377D4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61656" y="2075654"/>
            <a:ext cx="77094" cy="14030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hevron Right">
            <a:extLst>
              <a:ext uri="{FF2B5EF4-FFF2-40B4-BE49-F238E27FC236}">
                <a16:creationId xmlns:a16="http://schemas.microsoft.com/office/drawing/2014/main" id="{062CF3D4-745D-8743-AEB1-103F2E16CF96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9061656" y="2441414"/>
            <a:ext cx="77094" cy="14030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6C9ED2D-161D-4923-1AE4-9CE82852AADA}"/>
              </a:ext>
            </a:extLst>
          </p:cNvPr>
          <p:cNvSpPr/>
          <p:nvPr/>
        </p:nvSpPr>
        <p:spPr>
          <a:xfrm>
            <a:off x="1801261" y="2812665"/>
            <a:ext cx="252000" cy="251247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>
                <a:solidFill>
                  <a:schemeClr val="tx1"/>
                </a:solidFill>
              </a:rPr>
              <a:t>A</a:t>
            </a:r>
            <a:endParaRPr lang="ko-KR" altLang="en-US" sz="900" b="1" spc="-8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5D9DF4F-BD67-B812-A1A4-DC9360A26E37}"/>
              </a:ext>
            </a:extLst>
          </p:cNvPr>
          <p:cNvSpPr/>
          <p:nvPr/>
        </p:nvSpPr>
        <p:spPr>
          <a:xfrm>
            <a:off x="2387656" y="3629083"/>
            <a:ext cx="739140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b" anchorCtr="0"/>
          <a:lstStyle/>
          <a:p>
            <a:pPr algn="ctr">
              <a:lnSpc>
                <a:spcPct val="150000"/>
              </a:lnSpc>
            </a:pPr>
            <a:r>
              <a:rPr lang="ko-KR" altLang="en-US" sz="800" spc="-50" dirty="0" err="1">
                <a:solidFill>
                  <a:schemeClr val="tx1"/>
                </a:solidFill>
                <a:latin typeface="+mn-ea"/>
              </a:rPr>
              <a:t>학습모듈</a:t>
            </a: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42EE909-A2BE-49DC-0FE3-B6EC5B6ACC12}"/>
              </a:ext>
            </a:extLst>
          </p:cNvPr>
          <p:cNvSpPr/>
          <p:nvPr/>
        </p:nvSpPr>
        <p:spPr>
          <a:xfrm>
            <a:off x="2387656" y="3979603"/>
            <a:ext cx="739140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b" anchorCtr="0"/>
          <a:lstStyle/>
          <a:p>
            <a:pPr algn="ctr">
              <a:lnSpc>
                <a:spcPct val="150000"/>
              </a:lnSpc>
            </a:pPr>
            <a:r>
              <a:rPr lang="ko-KR" altLang="en-US" sz="800" spc="-50" dirty="0">
                <a:solidFill>
                  <a:schemeClr val="tx1"/>
                </a:solidFill>
                <a:latin typeface="+mn-ea"/>
              </a:rPr>
              <a:t>계정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7761E2D-9EEE-D8C7-2236-C1011EC085A1}"/>
              </a:ext>
            </a:extLst>
          </p:cNvPr>
          <p:cNvSpPr/>
          <p:nvPr/>
        </p:nvSpPr>
        <p:spPr>
          <a:xfrm>
            <a:off x="2387656" y="4337743"/>
            <a:ext cx="739140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b" anchorCtr="0"/>
          <a:lstStyle/>
          <a:p>
            <a:pPr algn="ctr">
              <a:lnSpc>
                <a:spcPct val="150000"/>
              </a:lnSpc>
            </a:pPr>
            <a:r>
              <a:rPr lang="ko-KR" altLang="en-US" sz="800" spc="-50" dirty="0">
                <a:solidFill>
                  <a:schemeClr val="tx1"/>
                </a:solidFill>
                <a:latin typeface="+mn-ea"/>
              </a:rPr>
              <a:t>계정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58D95C6-3163-5D8A-99FD-DA2CD1147993}"/>
              </a:ext>
            </a:extLst>
          </p:cNvPr>
          <p:cNvSpPr/>
          <p:nvPr/>
        </p:nvSpPr>
        <p:spPr>
          <a:xfrm>
            <a:off x="2387656" y="4711123"/>
            <a:ext cx="739140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b" anchorCtr="0"/>
          <a:lstStyle/>
          <a:p>
            <a:pPr algn="ctr">
              <a:lnSpc>
                <a:spcPct val="150000"/>
              </a:lnSpc>
            </a:pPr>
            <a:r>
              <a:rPr lang="ko-KR" altLang="en-US" sz="800" spc="-50" dirty="0" err="1">
                <a:solidFill>
                  <a:schemeClr val="tx1"/>
                </a:solidFill>
                <a:latin typeface="+mn-ea"/>
              </a:rPr>
              <a:t>학습모듈</a:t>
            </a: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9935938-F0B8-511D-3F27-EBED73005492}"/>
              </a:ext>
            </a:extLst>
          </p:cNvPr>
          <p:cNvSpPr/>
          <p:nvPr/>
        </p:nvSpPr>
        <p:spPr>
          <a:xfrm>
            <a:off x="2387656" y="5061643"/>
            <a:ext cx="739140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b" anchorCtr="0"/>
          <a:lstStyle/>
          <a:p>
            <a:pPr algn="ctr">
              <a:lnSpc>
                <a:spcPct val="150000"/>
              </a:lnSpc>
            </a:pPr>
            <a:r>
              <a:rPr lang="ko-KR" altLang="en-US" sz="800" spc="-50" dirty="0">
                <a:solidFill>
                  <a:schemeClr val="tx1"/>
                </a:solidFill>
                <a:latin typeface="+mn-ea"/>
              </a:rPr>
              <a:t>역량진단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71BD494-FBAF-40C7-29AE-36E89345E895}"/>
              </a:ext>
            </a:extLst>
          </p:cNvPr>
          <p:cNvSpPr/>
          <p:nvPr/>
        </p:nvSpPr>
        <p:spPr>
          <a:xfrm>
            <a:off x="2387656" y="5412163"/>
            <a:ext cx="739140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b" anchorCtr="0"/>
          <a:lstStyle/>
          <a:p>
            <a:pPr algn="ctr">
              <a:lnSpc>
                <a:spcPct val="150000"/>
              </a:lnSpc>
            </a:pPr>
            <a:r>
              <a:rPr lang="ko-KR" altLang="en-US" sz="800" spc="-50" dirty="0" err="1">
                <a:solidFill>
                  <a:schemeClr val="tx1"/>
                </a:solidFill>
                <a:latin typeface="+mn-ea"/>
              </a:rPr>
              <a:t>학습모듈</a:t>
            </a: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DE34A4F-64F2-5A55-2ACC-EE3E14886EDC}"/>
              </a:ext>
            </a:extLst>
          </p:cNvPr>
          <p:cNvSpPr/>
          <p:nvPr/>
        </p:nvSpPr>
        <p:spPr>
          <a:xfrm>
            <a:off x="2387656" y="5770303"/>
            <a:ext cx="739140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b" anchorCtr="0"/>
          <a:lstStyle/>
          <a:p>
            <a:pPr algn="ctr">
              <a:lnSpc>
                <a:spcPct val="150000"/>
              </a:lnSpc>
            </a:pPr>
            <a:r>
              <a:rPr lang="ko-KR" altLang="en-US" sz="800" spc="-50" dirty="0">
                <a:solidFill>
                  <a:schemeClr val="tx1"/>
                </a:solidFill>
                <a:latin typeface="+mn-ea"/>
              </a:rPr>
              <a:t>기타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96BA9B44-CF0B-4476-1734-8987475678CB}"/>
              </a:ext>
            </a:extLst>
          </p:cNvPr>
          <p:cNvSpPr/>
          <p:nvPr/>
        </p:nvSpPr>
        <p:spPr>
          <a:xfrm>
            <a:off x="1801261" y="3613254"/>
            <a:ext cx="252000" cy="251247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Q</a:t>
            </a:r>
            <a:endParaRPr lang="ko-KR" altLang="en-US" sz="900" b="1" spc="-8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88987073-3D3C-3897-EEAA-ABC93867F2FB}"/>
              </a:ext>
            </a:extLst>
          </p:cNvPr>
          <p:cNvSpPr/>
          <p:nvPr/>
        </p:nvSpPr>
        <p:spPr>
          <a:xfrm>
            <a:off x="1801261" y="3963774"/>
            <a:ext cx="252000" cy="251247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Q</a:t>
            </a:r>
            <a:endParaRPr lang="ko-KR" altLang="en-US" sz="900" b="1" spc="-8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C108A4B0-8277-6CE6-1686-0354CC9F56E2}"/>
              </a:ext>
            </a:extLst>
          </p:cNvPr>
          <p:cNvSpPr/>
          <p:nvPr/>
        </p:nvSpPr>
        <p:spPr>
          <a:xfrm>
            <a:off x="1801261" y="4321914"/>
            <a:ext cx="252000" cy="251247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Q</a:t>
            </a:r>
            <a:endParaRPr lang="ko-KR" altLang="en-US" sz="900" b="1" spc="-8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A65315-1617-DBE4-74FF-5010C115B675}"/>
              </a:ext>
            </a:extLst>
          </p:cNvPr>
          <p:cNvSpPr/>
          <p:nvPr/>
        </p:nvSpPr>
        <p:spPr>
          <a:xfrm>
            <a:off x="1801261" y="4695294"/>
            <a:ext cx="252000" cy="251247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Q</a:t>
            </a:r>
            <a:endParaRPr lang="ko-KR" altLang="en-US" sz="900" b="1" spc="-80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8D31379-8619-9757-AF6B-1D31BB8F4345}"/>
              </a:ext>
            </a:extLst>
          </p:cNvPr>
          <p:cNvSpPr/>
          <p:nvPr/>
        </p:nvSpPr>
        <p:spPr>
          <a:xfrm>
            <a:off x="1801261" y="5045814"/>
            <a:ext cx="252000" cy="251247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Q</a:t>
            </a:r>
            <a:endParaRPr lang="ko-KR" altLang="en-US" sz="900" b="1" spc="-8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82455BF-8454-E6D9-895F-E1A11ABC0438}"/>
              </a:ext>
            </a:extLst>
          </p:cNvPr>
          <p:cNvSpPr/>
          <p:nvPr/>
        </p:nvSpPr>
        <p:spPr>
          <a:xfrm>
            <a:off x="1801261" y="5396334"/>
            <a:ext cx="252000" cy="251247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Q</a:t>
            </a:r>
            <a:endParaRPr lang="ko-KR" altLang="en-US" sz="900" b="1" spc="-80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D13B4B5C-AA41-AD3B-7EE7-784AFFA5C7C5}"/>
              </a:ext>
            </a:extLst>
          </p:cNvPr>
          <p:cNvSpPr/>
          <p:nvPr/>
        </p:nvSpPr>
        <p:spPr>
          <a:xfrm>
            <a:off x="1801261" y="5754474"/>
            <a:ext cx="252000" cy="251247"/>
          </a:xfrm>
          <a:prstGeom prst="ellipse">
            <a:avLst/>
          </a:prstGeom>
          <a:solidFill>
            <a:schemeClr val="bg1">
              <a:lumMod val="6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Q</a:t>
            </a:r>
            <a:endParaRPr lang="ko-KR" altLang="en-US" sz="900" b="1" spc="-80" dirty="0"/>
          </a:p>
        </p:txBody>
      </p:sp>
      <p:sp>
        <p:nvSpPr>
          <p:cNvPr id="43" name="Chevron Right">
            <a:extLst>
              <a:ext uri="{FF2B5EF4-FFF2-40B4-BE49-F238E27FC236}">
                <a16:creationId xmlns:a16="http://schemas.microsoft.com/office/drawing/2014/main" id="{F770E829-9F6E-2BAA-2413-C33FA01B3D39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61656" y="3668723"/>
            <a:ext cx="77094" cy="14030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Chevron Right">
            <a:extLst>
              <a:ext uri="{FF2B5EF4-FFF2-40B4-BE49-F238E27FC236}">
                <a16:creationId xmlns:a16="http://schemas.microsoft.com/office/drawing/2014/main" id="{54B2DE7F-865E-27A8-94D8-6BC94A3A48EA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61656" y="4019243"/>
            <a:ext cx="77094" cy="14030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Chevron Right">
            <a:extLst>
              <a:ext uri="{FF2B5EF4-FFF2-40B4-BE49-F238E27FC236}">
                <a16:creationId xmlns:a16="http://schemas.microsoft.com/office/drawing/2014/main" id="{1C892F89-1959-A27C-ECF0-59ED749110D5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61656" y="4377383"/>
            <a:ext cx="77094" cy="14030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Chevron Right">
            <a:extLst>
              <a:ext uri="{FF2B5EF4-FFF2-40B4-BE49-F238E27FC236}">
                <a16:creationId xmlns:a16="http://schemas.microsoft.com/office/drawing/2014/main" id="{30BE0447-8705-C95C-6FD8-DB9A84B73A57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61656" y="4750763"/>
            <a:ext cx="77094" cy="14030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Chevron Right">
            <a:extLst>
              <a:ext uri="{FF2B5EF4-FFF2-40B4-BE49-F238E27FC236}">
                <a16:creationId xmlns:a16="http://schemas.microsoft.com/office/drawing/2014/main" id="{96DDFA39-4728-F791-9D9F-62C32FC1EBC7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61656" y="5101283"/>
            <a:ext cx="77094" cy="14030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Chevron Right">
            <a:extLst>
              <a:ext uri="{FF2B5EF4-FFF2-40B4-BE49-F238E27FC236}">
                <a16:creationId xmlns:a16="http://schemas.microsoft.com/office/drawing/2014/main" id="{C7C548A7-55CA-1A35-006E-ADD8925BD09F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61656" y="5451803"/>
            <a:ext cx="77094" cy="14030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Chevron Right">
            <a:extLst>
              <a:ext uri="{FF2B5EF4-FFF2-40B4-BE49-F238E27FC236}">
                <a16:creationId xmlns:a16="http://schemas.microsoft.com/office/drawing/2014/main" id="{31FFA6EE-8C74-6656-DEEE-190019348AE5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9061656" y="5809943"/>
            <a:ext cx="77094" cy="14030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0" name="Pagination">
            <a:extLst>
              <a:ext uri="{FF2B5EF4-FFF2-40B4-BE49-F238E27FC236}">
                <a16:creationId xmlns:a16="http://schemas.microsoft.com/office/drawing/2014/main" id="{88B31C56-503D-0058-6127-68D4F08D801D}"/>
              </a:ext>
            </a:extLst>
          </p:cNvPr>
          <p:cNvGrpSpPr/>
          <p:nvPr/>
        </p:nvGrpSpPr>
        <p:grpSpPr>
          <a:xfrm>
            <a:off x="3680695" y="6199501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51" name="Previous">
              <a:extLst>
                <a:ext uri="{FF2B5EF4-FFF2-40B4-BE49-F238E27FC236}">
                  <a16:creationId xmlns:a16="http://schemas.microsoft.com/office/drawing/2014/main" id="{31A32D36-C0B1-C3DF-2A1F-2A61C2045864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52" name="Page 1">
              <a:extLst>
                <a:ext uri="{FF2B5EF4-FFF2-40B4-BE49-F238E27FC236}">
                  <a16:creationId xmlns:a16="http://schemas.microsoft.com/office/drawing/2014/main" id="{00E3E176-3DE0-C9D0-0C11-C79E7BB664A8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53" name="Page 2">
              <a:extLst>
                <a:ext uri="{FF2B5EF4-FFF2-40B4-BE49-F238E27FC236}">
                  <a16:creationId xmlns:a16="http://schemas.microsoft.com/office/drawing/2014/main" id="{9A5479FB-5FA9-742C-2698-CF690EEF0AA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54" name="Page 3">
              <a:extLst>
                <a:ext uri="{FF2B5EF4-FFF2-40B4-BE49-F238E27FC236}">
                  <a16:creationId xmlns:a16="http://schemas.microsoft.com/office/drawing/2014/main" id="{F0C548A7-A492-8C10-80AD-8C52F1181F07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55" name="Page 4">
              <a:extLst>
                <a:ext uri="{FF2B5EF4-FFF2-40B4-BE49-F238E27FC236}">
                  <a16:creationId xmlns:a16="http://schemas.microsoft.com/office/drawing/2014/main" id="{DA52B47A-14BA-B0B7-03DF-7A08F273C158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56" name="Page 5">
              <a:extLst>
                <a:ext uri="{FF2B5EF4-FFF2-40B4-BE49-F238E27FC236}">
                  <a16:creationId xmlns:a16="http://schemas.microsoft.com/office/drawing/2014/main" id="{6F7C5015-A073-81C6-F0F8-FA9BB41254F6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57" name="Next">
              <a:extLst>
                <a:ext uri="{FF2B5EF4-FFF2-40B4-BE49-F238E27FC236}">
                  <a16:creationId xmlns:a16="http://schemas.microsoft.com/office/drawing/2014/main" id="{5F5D35A9-512E-B817-8BC6-7308274AF717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58" name="Page 1">
              <a:extLst>
                <a:ext uri="{FF2B5EF4-FFF2-40B4-BE49-F238E27FC236}">
                  <a16:creationId xmlns:a16="http://schemas.microsoft.com/office/drawing/2014/main" id="{98115961-83B3-AEFE-DDF4-CB2BF75C44A4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59" name="Page 2">
              <a:extLst>
                <a:ext uri="{FF2B5EF4-FFF2-40B4-BE49-F238E27FC236}">
                  <a16:creationId xmlns:a16="http://schemas.microsoft.com/office/drawing/2014/main" id="{1D3E95BB-CC87-03EF-E0F6-8EB7B45AF86D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60" name="Page 3">
              <a:extLst>
                <a:ext uri="{FF2B5EF4-FFF2-40B4-BE49-F238E27FC236}">
                  <a16:creationId xmlns:a16="http://schemas.microsoft.com/office/drawing/2014/main" id="{D2E5D7F3-01D9-A0C0-6C06-79E15FEFD11D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61" name="Page 4">
              <a:extLst>
                <a:ext uri="{FF2B5EF4-FFF2-40B4-BE49-F238E27FC236}">
                  <a16:creationId xmlns:a16="http://schemas.microsoft.com/office/drawing/2014/main" id="{BF964D45-5052-084E-6E2B-B68E6165D704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62" name="Page 5">
              <a:extLst>
                <a:ext uri="{FF2B5EF4-FFF2-40B4-BE49-F238E27FC236}">
                  <a16:creationId xmlns:a16="http://schemas.microsoft.com/office/drawing/2014/main" id="{D2A7DF36-1CC6-D603-A9C6-A34CBD1C880F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63" name="Page 5">
              <a:extLst>
                <a:ext uri="{FF2B5EF4-FFF2-40B4-BE49-F238E27FC236}">
                  <a16:creationId xmlns:a16="http://schemas.microsoft.com/office/drawing/2014/main" id="{BEBA5BEB-D040-EFDB-5000-9C3C8B593C44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6" name="Page 2">
              <a:extLst>
                <a:ext uri="{FF2B5EF4-FFF2-40B4-BE49-F238E27FC236}">
                  <a16:creationId xmlns:a16="http://schemas.microsoft.com/office/drawing/2014/main" id="{1129F369-74FE-53FD-E555-D5D0CF9F1803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45617C5-3977-7878-9DE7-7B5A61AF9F9F}"/>
              </a:ext>
            </a:extLst>
          </p:cNvPr>
          <p:cNvSpPr/>
          <p:nvPr/>
        </p:nvSpPr>
        <p:spPr>
          <a:xfrm>
            <a:off x="1684765" y="2323701"/>
            <a:ext cx="7679367" cy="327591"/>
          </a:xfrm>
          <a:prstGeom prst="rect">
            <a:avLst/>
          </a:prstGeom>
          <a:noFill/>
          <a:ln w="317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497CB168-C662-EBA6-E953-F04265E81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998498"/>
              </p:ext>
            </p:extLst>
          </p:nvPr>
        </p:nvGraphicFramePr>
        <p:xfrm>
          <a:off x="1684764" y="1015975"/>
          <a:ext cx="767937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874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535874">
                  <a:extLst>
                    <a:ext uri="{9D8B030D-6E8A-4147-A177-3AD203B41FA5}">
                      <a16:colId xmlns:a16="http://schemas.microsoft.com/office/drawing/2014/main" val="2774496437"/>
                    </a:ext>
                  </a:extLst>
                </a:gridCol>
                <a:gridCol w="1535874">
                  <a:extLst>
                    <a:ext uri="{9D8B030D-6E8A-4147-A177-3AD203B41FA5}">
                      <a16:colId xmlns:a16="http://schemas.microsoft.com/office/drawing/2014/main" val="4217021123"/>
                    </a:ext>
                  </a:extLst>
                </a:gridCol>
                <a:gridCol w="1535874">
                  <a:extLst>
                    <a:ext uri="{9D8B030D-6E8A-4147-A177-3AD203B41FA5}">
                      <a16:colId xmlns:a16="http://schemas.microsoft.com/office/drawing/2014/main" val="28499647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역량진단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학습모듈</a:t>
                      </a:r>
                      <a:endParaRPr lang="ko-KR" altLang="en-US" sz="900" b="1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9" name="타원 98">
            <a:extLst>
              <a:ext uri="{FF2B5EF4-FFF2-40B4-BE49-F238E27FC236}">
                <a16:creationId xmlns:a16="http://schemas.microsoft.com/office/drawing/2014/main" id="{7C3E2194-45CA-C493-C16B-46BDFAE63C7E}"/>
              </a:ext>
            </a:extLst>
          </p:cNvPr>
          <p:cNvSpPr/>
          <p:nvPr/>
        </p:nvSpPr>
        <p:spPr>
          <a:xfrm>
            <a:off x="1513109" y="104395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AEAF1479-6EBC-8731-688B-FA93199E5569}"/>
              </a:ext>
            </a:extLst>
          </p:cNvPr>
          <p:cNvSpPr/>
          <p:nvPr/>
        </p:nvSpPr>
        <p:spPr>
          <a:xfrm>
            <a:off x="1513109" y="226315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7C02F963-736F-86CF-77B6-02C5B0AE9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619556"/>
              </p:ext>
            </p:extLst>
          </p:nvPr>
        </p:nvGraphicFramePr>
        <p:xfrm>
          <a:off x="47625" y="549274"/>
          <a:ext cx="1368425" cy="112847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하이코칭안내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공지사항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FAQ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900" b="1" u="sng" dirty="0"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r>
                        <a:rPr lang="en-US" altLang="ko-KR" sz="900" b="1" u="sng" dirty="0"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900" b="1" u="sng" dirty="0"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Q&amp;A</a:t>
                      </a:r>
                      <a:endParaRPr kumimoji="1" lang="ko-KR" altLang="en-US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87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2418F5F-0187-3919-8112-BD81CF5F3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37F851C-5F7B-0783-C470-82FEF82F5E17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375FB9B6-313A-7503-DFA3-0FA86E395AE4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6BCC5C1E-6768-8860-9548-A472260A1099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FCB9B2E0-ACC6-D519-D229-85E706A64E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3701130"/>
              </p:ext>
            </p:extLst>
          </p:nvPr>
        </p:nvGraphicFramePr>
        <p:xfrm>
          <a:off x="9655174" y="276226"/>
          <a:ext cx="2532687" cy="4454627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lang="ko-KR" altLang="en-US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ko-KR" altLang="en-US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7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7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필터 및 검색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구분 전체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(Default)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</a:t>
                      </a:r>
                      <a:br>
                        <a:rPr lang="en-US" altLang="ko-KR" sz="800" dirty="0"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- </a:t>
                      </a:r>
                      <a:r>
                        <a:rPr kumimoji="1"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선택 시 해당 구분만 필터링</a:t>
                      </a:r>
                      <a:endParaRPr kumimoji="1" lang="en-US" altLang="ko-KR" sz="800" b="0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7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목록 정보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N/N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표시</a:t>
                      </a:r>
                      <a:endParaRPr kumimoji="1" lang="en-US" altLang="ko-KR" sz="800" b="0" i="0" u="none" strike="noStrike" cap="non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7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Q&amp;A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목록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No,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등록일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답변상태</a:t>
                      </a:r>
                      <a:br>
                        <a:rPr kumimoji="1" lang="en-US" altLang="ko-KR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</a:br>
                      <a:r>
                        <a:rPr kumimoji="1" lang="en-US" altLang="ko-KR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역량진단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학습모듈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콘텐츠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시스템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전문가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br>
                        <a:rPr lang="en-US" altLang="ko-KR" sz="800" dirty="0">
                          <a:latin typeface="+mn-ea"/>
                          <a:ea typeface="+mn-ea"/>
                        </a:rPr>
                      </a:b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비밀글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본인만 열람 가능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아이디 기준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비밀글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클릭 시 본인 외 접근 불가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Alert</a:t>
                      </a:r>
                      <a:br>
                        <a:rPr lang="en-US" altLang="ko-KR" sz="800" dirty="0">
                          <a:latin typeface="+mn-ea"/>
                          <a:ea typeface="+mn-ea"/>
                        </a:rPr>
                      </a:b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답변상태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답변대기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답변완료</a:t>
                      </a:r>
                      <a:br>
                        <a:rPr lang="en-US" altLang="ko-KR" sz="800" dirty="0">
                          <a:latin typeface="+mn-ea"/>
                          <a:ea typeface="+mn-ea"/>
                        </a:rPr>
                      </a:b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공개글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 사용자 열람 가능</a:t>
                      </a:r>
                      <a:br>
                        <a:rPr lang="en-US" altLang="ko-KR" sz="800" dirty="0">
                          <a:latin typeface="+mn-ea"/>
                          <a:ea typeface="+mn-ea"/>
                        </a:rPr>
                      </a:b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기본 정렬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등록일 최신순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클릭 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Q&amp;A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 화면 이동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7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질문하기 버튼 클릭 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Q&amp;A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등록 화면 이동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17071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Alert/Confirm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 err="1"/>
                        <a:t>비밀글</a:t>
                      </a:r>
                      <a:r>
                        <a:rPr lang="ko-KR" altLang="en-US" sz="800" dirty="0"/>
                        <a:t> 접근 시 </a:t>
                      </a:r>
                      <a:r>
                        <a:rPr lang="en-US" altLang="ko-KR" sz="800" dirty="0"/>
                        <a:t>Alert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"</a:t>
                      </a:r>
                      <a:r>
                        <a:rPr lang="ko-KR" altLang="en-US" sz="800" dirty="0" err="1"/>
                        <a:t>비밀글은</a:t>
                      </a:r>
                      <a:r>
                        <a:rPr lang="ko-KR" altLang="en-US" sz="800" dirty="0"/>
                        <a:t> 작성자만 열람할 수 있습니다</a:t>
                      </a:r>
                      <a:r>
                        <a:rPr lang="en-US" altLang="ko-KR" sz="800" dirty="0"/>
                        <a:t>."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버튼 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확인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8096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33C1C98-A985-9E0F-728D-805D2463F31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하이코칭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Q&amp;A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5C6249-52B4-9284-F959-35BDE4889681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Q&amp;A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6F70D2-7BA7-7A49-16EA-EF9BF7CC6910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V-HFC-01-005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C3F5AD-0762-DF80-911A-2239025A4D60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2D5496-8B78-D57D-AD39-66D04C01B427}"/>
              </a:ext>
            </a:extLst>
          </p:cNvPr>
          <p:cNvSpPr/>
          <p:nvPr/>
        </p:nvSpPr>
        <p:spPr>
          <a:xfrm>
            <a:off x="47625" y="6585858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05EF7210-5E49-2468-C195-DA1189501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55847"/>
              </p:ext>
            </p:extLst>
          </p:nvPr>
        </p:nvGraphicFramePr>
        <p:xfrm>
          <a:off x="47625" y="549274"/>
          <a:ext cx="1368425" cy="145766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하이코칭안내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공지사항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FAQ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Q&amp;A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900" b="1" u="sng" dirty="0"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lang="en-US" altLang="ko-KR" sz="900" b="1" u="sng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lang="ko-KR" altLang="en-US" sz="900" b="0" u="none" dirty="0"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lang="en-US" altLang="ko-KR" sz="900" b="0" u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등록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8" name="모서리가 둥근 직사각형 25">
            <a:extLst>
              <a:ext uri="{FF2B5EF4-FFF2-40B4-BE49-F238E27FC236}">
                <a16:creationId xmlns:a16="http://schemas.microsoft.com/office/drawing/2014/main" id="{0D389A7F-6A64-4443-A52E-2E0AE257E05B}"/>
              </a:ext>
            </a:extLst>
          </p:cNvPr>
          <p:cNvSpPr/>
          <p:nvPr/>
        </p:nvSpPr>
        <p:spPr>
          <a:xfrm>
            <a:off x="1547130" y="886858"/>
            <a:ext cx="7968204" cy="437612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7DB59A-68BC-5E41-6171-3BCB51DCD6A8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Q&amp;A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61F1174C-F454-FFC2-E7AA-553304D25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947466"/>
              </p:ext>
            </p:extLst>
          </p:nvPr>
        </p:nvGraphicFramePr>
        <p:xfrm>
          <a:off x="1684767" y="1627767"/>
          <a:ext cx="7679366" cy="292512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084139657"/>
                    </a:ext>
                  </a:extLst>
                </a:gridCol>
                <a:gridCol w="4326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534">
                  <a:extLst>
                    <a:ext uri="{9D8B030D-6E8A-4147-A177-3AD203B41FA5}">
                      <a16:colId xmlns:a16="http://schemas.microsoft.com/office/drawing/2014/main" val="156250901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49875416"/>
                    </a:ext>
                  </a:extLst>
                </a:gridCol>
                <a:gridCol w="694266">
                  <a:extLst>
                    <a:ext uri="{9D8B030D-6E8A-4147-A177-3AD203B41FA5}">
                      <a16:colId xmlns:a16="http://schemas.microsoft.com/office/drawing/2014/main" val="9086714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답변상태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sym typeface="Arial"/>
                        </a:rPr>
                        <a:t>역량진단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역량 진단 </a:t>
                      </a:r>
                      <a:r>
                        <a:rPr lang="ko-KR" altLang="en-US" sz="800" dirty="0" err="1"/>
                        <a:t>재응답</a:t>
                      </a:r>
                      <a:r>
                        <a:rPr lang="ko-KR" altLang="en-US" sz="800" dirty="0"/>
                        <a:t> 관련 문의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2025-12-08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답변완료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학습모듈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추천 모듈이 표시되지 않아요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김철수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2025-12-07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답변대기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콘텐츠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콘텐츠 업로드 오류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이영희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2025-12-06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답변완료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시스템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로그인이 안 됩니다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박민수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2025-12-05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답변완료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전문가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전문가 매칭 취소 방법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최지은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2025-12-04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답변대기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학습모듈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/>
                        <a:t>학습모듈</a:t>
                      </a:r>
                      <a:r>
                        <a:rPr lang="ko-KR" altLang="en-US" sz="800" dirty="0"/>
                        <a:t> 이수 확인서 발급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정수민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2025-12-03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답변완료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역량진단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진단 결과 해석 문의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강동훈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답변완료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콘텐츠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콘텐츠 승인 소요 기간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윤서연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답변대기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비밀번호 변경 방법 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조현우</a:t>
                      </a: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2025-12-29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답변완료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사용 매뉴얼 다운로드 문의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신예린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2025-11-28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답변완료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F0E39F9-DBDC-8BF1-199F-57CA8BD92077}"/>
              </a:ext>
            </a:extLst>
          </p:cNvPr>
          <p:cNvSpPr txBox="1"/>
          <p:nvPr/>
        </p:nvSpPr>
        <p:spPr>
          <a:xfrm>
            <a:off x="1684767" y="1390995"/>
            <a:ext cx="1295128" cy="215444"/>
          </a:xfrm>
          <a:prstGeom prst="rect">
            <a:avLst/>
          </a:prstGeom>
          <a:noFill/>
        </p:spPr>
        <p:txBody>
          <a:bodyPr wrap="square" lIns="18000" rtlCol="0" anchor="ctr">
            <a:spAutoFit/>
          </a:bodyPr>
          <a:lstStyle/>
          <a:p>
            <a:pPr algn="l"/>
            <a:r>
              <a:rPr lang="ko-KR" altLang="en-US" sz="800" dirty="0"/>
              <a:t>총 </a:t>
            </a:r>
            <a:r>
              <a:rPr lang="en-US" altLang="ko-KR" sz="800" b="1" dirty="0"/>
              <a:t>183</a:t>
            </a:r>
            <a:r>
              <a:rPr lang="ko-KR" altLang="en-US" sz="800" dirty="0"/>
              <a:t>건  </a:t>
            </a:r>
            <a:r>
              <a:rPr lang="en-US" altLang="ko-KR" sz="800" dirty="0"/>
              <a:t>|  </a:t>
            </a:r>
            <a:r>
              <a:rPr lang="ko-KR" altLang="en-US" sz="800" dirty="0"/>
              <a:t>페이지 </a:t>
            </a:r>
            <a:r>
              <a:rPr lang="en-US" altLang="ko-KR" sz="800" b="1" dirty="0"/>
              <a:t>1</a:t>
            </a:r>
            <a:r>
              <a:rPr lang="en-US" altLang="ko-KR" sz="800" dirty="0"/>
              <a:t>/19</a:t>
            </a:r>
            <a:r>
              <a:rPr lang="ko-KR" altLang="en-US" sz="800" dirty="0"/>
              <a:t> </a:t>
            </a:r>
          </a:p>
        </p:txBody>
      </p:sp>
      <p:grpSp>
        <p:nvGrpSpPr>
          <p:cNvPr id="31" name="Pagination">
            <a:extLst>
              <a:ext uri="{FF2B5EF4-FFF2-40B4-BE49-F238E27FC236}">
                <a16:creationId xmlns:a16="http://schemas.microsoft.com/office/drawing/2014/main" id="{FDBE5067-2969-E2D5-1983-292F0CA9BE15}"/>
              </a:ext>
            </a:extLst>
          </p:cNvPr>
          <p:cNvGrpSpPr/>
          <p:nvPr/>
        </p:nvGrpSpPr>
        <p:grpSpPr>
          <a:xfrm>
            <a:off x="3836194" y="4772986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32" name="Previous">
              <a:extLst>
                <a:ext uri="{FF2B5EF4-FFF2-40B4-BE49-F238E27FC236}">
                  <a16:creationId xmlns:a16="http://schemas.microsoft.com/office/drawing/2014/main" id="{E277A8B0-2A24-BEC6-E0DD-417A115E6B82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102" name="Page 1">
              <a:extLst>
                <a:ext uri="{FF2B5EF4-FFF2-40B4-BE49-F238E27FC236}">
                  <a16:creationId xmlns:a16="http://schemas.microsoft.com/office/drawing/2014/main" id="{AE6DE6F8-5051-703C-5F5C-0A2F3D28186A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03" name="Page 2">
              <a:extLst>
                <a:ext uri="{FF2B5EF4-FFF2-40B4-BE49-F238E27FC236}">
                  <a16:creationId xmlns:a16="http://schemas.microsoft.com/office/drawing/2014/main" id="{52A5F980-8113-79EF-0BB9-636085917B48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04" name="Page 3">
              <a:extLst>
                <a:ext uri="{FF2B5EF4-FFF2-40B4-BE49-F238E27FC236}">
                  <a16:creationId xmlns:a16="http://schemas.microsoft.com/office/drawing/2014/main" id="{BA94333E-06DE-C551-A33B-B278BD22E85A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05" name="Page 4">
              <a:extLst>
                <a:ext uri="{FF2B5EF4-FFF2-40B4-BE49-F238E27FC236}">
                  <a16:creationId xmlns:a16="http://schemas.microsoft.com/office/drawing/2014/main" id="{FB6ECD46-A158-E580-A8DE-2D967E3A8C72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06" name="Page 5">
              <a:extLst>
                <a:ext uri="{FF2B5EF4-FFF2-40B4-BE49-F238E27FC236}">
                  <a16:creationId xmlns:a16="http://schemas.microsoft.com/office/drawing/2014/main" id="{D37875EE-BF39-4469-DE12-CFA8B7636A24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09" name="Next">
              <a:extLst>
                <a:ext uri="{FF2B5EF4-FFF2-40B4-BE49-F238E27FC236}">
                  <a16:creationId xmlns:a16="http://schemas.microsoft.com/office/drawing/2014/main" id="{4012B6D6-B56A-AB5F-F50A-365FF8514287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110" name="Page 1">
              <a:extLst>
                <a:ext uri="{FF2B5EF4-FFF2-40B4-BE49-F238E27FC236}">
                  <a16:creationId xmlns:a16="http://schemas.microsoft.com/office/drawing/2014/main" id="{1B148ADD-1656-EBC1-5EAA-69C3978520A0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112" name="Page 2">
              <a:extLst>
                <a:ext uri="{FF2B5EF4-FFF2-40B4-BE49-F238E27FC236}">
                  <a16:creationId xmlns:a16="http://schemas.microsoft.com/office/drawing/2014/main" id="{617169C4-9DE7-3A41-01E5-A5D2C054522F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113" name="Page 3">
              <a:extLst>
                <a:ext uri="{FF2B5EF4-FFF2-40B4-BE49-F238E27FC236}">
                  <a16:creationId xmlns:a16="http://schemas.microsoft.com/office/drawing/2014/main" id="{4A2BC8CF-E8FD-D374-8B7F-7BA3C6E053CD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14" name="Page 4">
              <a:extLst>
                <a:ext uri="{FF2B5EF4-FFF2-40B4-BE49-F238E27FC236}">
                  <a16:creationId xmlns:a16="http://schemas.microsoft.com/office/drawing/2014/main" id="{A05A4412-C8A4-36C9-06CC-CBB02A5C58F2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15" name="Page 5">
              <a:extLst>
                <a:ext uri="{FF2B5EF4-FFF2-40B4-BE49-F238E27FC236}">
                  <a16:creationId xmlns:a16="http://schemas.microsoft.com/office/drawing/2014/main" id="{35FCC030-6136-9D88-D9D5-BBCEB198255C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16" name="Page 5">
              <a:extLst>
                <a:ext uri="{FF2B5EF4-FFF2-40B4-BE49-F238E27FC236}">
                  <a16:creationId xmlns:a16="http://schemas.microsoft.com/office/drawing/2014/main" id="{4A13B28A-6EB4-F36F-FADB-5C074D53461D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7" name="Page 2">
              <a:extLst>
                <a:ext uri="{FF2B5EF4-FFF2-40B4-BE49-F238E27FC236}">
                  <a16:creationId xmlns:a16="http://schemas.microsoft.com/office/drawing/2014/main" id="{8A7DD66D-D75E-1A9D-B369-928855DBC625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DDED5E3-FC1D-4B5B-CC93-7F8961BEEC41}"/>
              </a:ext>
            </a:extLst>
          </p:cNvPr>
          <p:cNvSpPr/>
          <p:nvPr/>
        </p:nvSpPr>
        <p:spPr>
          <a:xfrm>
            <a:off x="1665949" y="1866836"/>
            <a:ext cx="7698184" cy="327591"/>
          </a:xfrm>
          <a:prstGeom prst="rect">
            <a:avLst/>
          </a:prstGeom>
          <a:noFill/>
          <a:ln w="317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Input">
            <a:extLst>
              <a:ext uri="{FF2B5EF4-FFF2-40B4-BE49-F238E27FC236}">
                <a16:creationId xmlns:a16="http://schemas.microsoft.com/office/drawing/2014/main" id="{3412DFEA-EA74-2C9E-268B-8FA5E08191E1}"/>
              </a:ext>
            </a:extLst>
          </p:cNvPr>
          <p:cNvSpPr/>
          <p:nvPr/>
        </p:nvSpPr>
        <p:spPr>
          <a:xfrm>
            <a:off x="1677558" y="983102"/>
            <a:ext cx="935289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전체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0" name="Chevron Right">
            <a:extLst>
              <a:ext uri="{FF2B5EF4-FFF2-40B4-BE49-F238E27FC236}">
                <a16:creationId xmlns:a16="http://schemas.microsoft.com/office/drawing/2014/main" id="{4BF89928-5E62-D7FB-482F-568326FFAD0A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2468818" y="1086947"/>
            <a:ext cx="39561" cy="72000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1" name="Input">
            <a:extLst>
              <a:ext uri="{FF2B5EF4-FFF2-40B4-BE49-F238E27FC236}">
                <a16:creationId xmlns:a16="http://schemas.microsoft.com/office/drawing/2014/main" id="{D82D7803-9B87-C382-75C5-5931E7D715F1}"/>
              </a:ext>
            </a:extLst>
          </p:cNvPr>
          <p:cNvSpPr/>
          <p:nvPr/>
        </p:nvSpPr>
        <p:spPr>
          <a:xfrm>
            <a:off x="2676667" y="978979"/>
            <a:ext cx="6221718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2" name="Input">
            <a:extLst>
              <a:ext uri="{FF2B5EF4-FFF2-40B4-BE49-F238E27FC236}">
                <a16:creationId xmlns:a16="http://schemas.microsoft.com/office/drawing/2014/main" id="{7E97EAF8-C823-5930-D894-861660127B18}"/>
              </a:ext>
            </a:extLst>
          </p:cNvPr>
          <p:cNvSpPr/>
          <p:nvPr/>
        </p:nvSpPr>
        <p:spPr>
          <a:xfrm>
            <a:off x="8902524" y="989188"/>
            <a:ext cx="468000" cy="251300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3" name="Input">
            <a:extLst>
              <a:ext uri="{FF2B5EF4-FFF2-40B4-BE49-F238E27FC236}">
                <a16:creationId xmlns:a16="http://schemas.microsoft.com/office/drawing/2014/main" id="{691A922D-D630-7B70-8F59-35968D591E5A}"/>
              </a:ext>
            </a:extLst>
          </p:cNvPr>
          <p:cNvSpPr/>
          <p:nvPr/>
        </p:nvSpPr>
        <p:spPr>
          <a:xfrm>
            <a:off x="8695966" y="4772986"/>
            <a:ext cx="668167" cy="226800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질문하기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124" name="그림 123">
            <a:extLst>
              <a:ext uri="{FF2B5EF4-FFF2-40B4-BE49-F238E27FC236}">
                <a16:creationId xmlns:a16="http://schemas.microsoft.com/office/drawing/2014/main" id="{AF3686D8-B7F4-EFFD-3288-0F8EB03EF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311" y="1959690"/>
            <a:ext cx="130380" cy="130380"/>
          </a:xfrm>
          <a:prstGeom prst="rect">
            <a:avLst/>
          </a:prstGeom>
        </p:spPr>
      </p:pic>
      <p:pic>
        <p:nvPicPr>
          <p:cNvPr id="125" name="그림 124">
            <a:extLst>
              <a:ext uri="{FF2B5EF4-FFF2-40B4-BE49-F238E27FC236}">
                <a16:creationId xmlns:a16="http://schemas.microsoft.com/office/drawing/2014/main" id="{1BED54DE-A3D7-C896-6094-96E27F041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711" y="3822780"/>
            <a:ext cx="130380" cy="130380"/>
          </a:xfrm>
          <a:prstGeom prst="rect">
            <a:avLst/>
          </a:prstGeom>
        </p:spPr>
      </p:pic>
      <p:sp>
        <p:nvSpPr>
          <p:cNvPr id="126" name="타원 125">
            <a:extLst>
              <a:ext uri="{FF2B5EF4-FFF2-40B4-BE49-F238E27FC236}">
                <a16:creationId xmlns:a16="http://schemas.microsoft.com/office/drawing/2014/main" id="{7A88ADDF-DD7F-CE38-B7FB-7C3A04B1948B}"/>
              </a:ext>
            </a:extLst>
          </p:cNvPr>
          <p:cNvSpPr/>
          <p:nvPr/>
        </p:nvSpPr>
        <p:spPr>
          <a:xfrm>
            <a:off x="1513548" y="98310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1</a:t>
            </a:r>
            <a:endParaRPr lang="ko-KR" altLang="en-US" sz="800" b="1" spc="-80" dirty="0">
              <a:ea typeface="나눔고딕" pitchFamily="2" charset="-127"/>
            </a:endParaRP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44C69D80-BCAD-53AC-7094-6B6423EA57B8}"/>
              </a:ext>
            </a:extLst>
          </p:cNvPr>
          <p:cNvSpPr/>
          <p:nvPr/>
        </p:nvSpPr>
        <p:spPr>
          <a:xfrm>
            <a:off x="1513548" y="142234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2</a:t>
            </a:r>
            <a:endParaRPr lang="ko-KR" altLang="en-US" sz="800" b="1" spc="-80" dirty="0">
              <a:ea typeface="나눔고딕" pitchFamily="2" charset="-127"/>
            </a:endParaRPr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F2E95554-C682-E95B-4BF0-B376D2A052E6}"/>
              </a:ext>
            </a:extLst>
          </p:cNvPr>
          <p:cNvSpPr/>
          <p:nvPr/>
        </p:nvSpPr>
        <p:spPr>
          <a:xfrm>
            <a:off x="1513548" y="166999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3</a:t>
            </a:r>
            <a:endParaRPr lang="ko-KR" altLang="en-US" sz="800" b="1" spc="-80" dirty="0">
              <a:ea typeface="나눔고딕" pitchFamily="2" charset="-127"/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4B513D33-229E-0D25-6DAE-2D5FD9784EFA}"/>
              </a:ext>
            </a:extLst>
          </p:cNvPr>
          <p:cNvSpPr/>
          <p:nvPr/>
        </p:nvSpPr>
        <p:spPr>
          <a:xfrm>
            <a:off x="8534249" y="477602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4</a:t>
            </a:r>
            <a:endParaRPr lang="ko-KR" altLang="en-US" sz="800" b="1" spc="-80" dirty="0"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0216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C028DFF-8523-6764-77A3-1F547883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EAE1F69-9B81-0566-8859-82D3C8BD65F1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B417A590-D59E-083F-9817-4B74C644FB47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C2577604-F830-57F1-F0B6-C50F1C63681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02CEC66F-273A-64DC-B560-58E2ADE1A2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1011505"/>
              </p:ext>
            </p:extLst>
          </p:nvPr>
        </p:nvGraphicFramePr>
        <p:xfrm>
          <a:off x="9655174" y="276226"/>
          <a:ext cx="2532687" cy="421572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lang="ko-KR" altLang="en-US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ko-KR" altLang="en-US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7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7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첨부파일 다운로드 클릭 시 </a:t>
                      </a:r>
                      <a:b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</a:b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－ 파일 다운로드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7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삭제 버튼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삭제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본인 작성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답변대기 상태일 경우만 노출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7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목록 버튼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목록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클릭 시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Q&amp;A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목록 화면 이동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7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Verdana" pitchFamily="34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수정 버튼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수정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본인 작성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+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Arial"/>
                          <a:sym typeface="Arial"/>
                        </a:rPr>
                        <a:t>답변대기 상태일 경우만 노출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170711"/>
                  </a:ext>
                </a:extLst>
              </a:tr>
              <a:tr h="141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Alert/Confirm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삭제 </a:t>
                      </a:r>
                      <a:r>
                        <a:rPr lang="en-US" altLang="ko-KR" sz="800" dirty="0"/>
                        <a:t>Confirm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＂</a:t>
                      </a:r>
                      <a:r>
                        <a:rPr lang="ko-KR" altLang="en-US" sz="800" dirty="0" err="1"/>
                        <a:t>삭제하시겠습니까</a:t>
                      </a:r>
                      <a:r>
                        <a:rPr lang="en-US" altLang="ko-KR" sz="800" dirty="0"/>
                        <a:t>?"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버튼 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취소</a:t>
                      </a:r>
                      <a:r>
                        <a:rPr lang="en-US" altLang="ko-KR" sz="800" dirty="0"/>
                        <a:t> / </a:t>
                      </a:r>
                      <a:r>
                        <a:rPr lang="ko-KR" altLang="en-US" sz="800" dirty="0"/>
                        <a:t>삭제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삭제 완료 </a:t>
                      </a:r>
                      <a:r>
                        <a:rPr lang="en-US" altLang="ko-KR" sz="800" dirty="0"/>
                        <a:t>Toast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＂</a:t>
                      </a:r>
                      <a:r>
                        <a:rPr lang="ko-KR" altLang="en-US" sz="800" dirty="0"/>
                        <a:t>삭제되었습니다</a:t>
                      </a:r>
                      <a:r>
                        <a:rPr lang="en-US" altLang="ko-KR" sz="800" dirty="0"/>
                        <a:t>.“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수정 </a:t>
                      </a:r>
                      <a:r>
                        <a:rPr lang="en-US" altLang="ko-KR" sz="800" dirty="0"/>
                        <a:t>Confirm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＂</a:t>
                      </a:r>
                      <a:r>
                        <a:rPr lang="ko-KR" altLang="en-US" sz="800" dirty="0"/>
                        <a:t>변경사항을 </a:t>
                      </a:r>
                      <a:r>
                        <a:rPr lang="ko-KR" altLang="en-US" sz="800" dirty="0" err="1"/>
                        <a:t>저장하시겠습니까</a:t>
                      </a:r>
                      <a:r>
                        <a:rPr lang="en-US" altLang="ko-KR" sz="800" dirty="0"/>
                        <a:t>?"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버튼 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취소</a:t>
                      </a:r>
                      <a:r>
                        <a:rPr lang="en-US" altLang="ko-KR" sz="800" dirty="0"/>
                        <a:t> / </a:t>
                      </a:r>
                      <a:r>
                        <a:rPr lang="ko-KR" altLang="en-US" sz="800" dirty="0"/>
                        <a:t>저장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수정 완료 </a:t>
                      </a:r>
                      <a:r>
                        <a:rPr lang="en-US" altLang="ko-KR" sz="800" dirty="0"/>
                        <a:t>Toast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＂</a:t>
                      </a:r>
                      <a:r>
                        <a:rPr lang="ko-KR" altLang="en-US" sz="800" dirty="0"/>
                        <a:t>저장되었습니다</a:t>
                      </a:r>
                      <a:r>
                        <a:rPr lang="en-US" altLang="ko-KR" sz="800" dirty="0"/>
                        <a:t>.“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89473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705BA1B-03AB-7C6E-52B5-7EF2A7E3206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하이코칭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Q&amp;A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956435-1A0C-A778-A56B-8B58D26D0B78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Q&amp;A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수정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70BFD-191D-46D9-F616-B2783F55B18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V-HFC-01-006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462597-CA93-A2F4-669E-3CA2DB796C39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03B9D6-7F41-5BC2-23E6-D72B601FBB24}"/>
              </a:ext>
            </a:extLst>
          </p:cNvPr>
          <p:cNvSpPr/>
          <p:nvPr/>
        </p:nvSpPr>
        <p:spPr>
          <a:xfrm>
            <a:off x="47625" y="6585858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502B88BC-7E86-B195-F100-397E99C43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125406"/>
              </p:ext>
            </p:extLst>
          </p:nvPr>
        </p:nvGraphicFramePr>
        <p:xfrm>
          <a:off x="47625" y="549274"/>
          <a:ext cx="1368425" cy="145766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하이코칭안내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공지사항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FAQ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Q&amp;A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900" b="0" u="none" dirty="0"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lang="en-US" altLang="ko-KR" sz="900" b="0" u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lang="ko-KR" altLang="en-US" sz="900" b="1" u="sng" dirty="0"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lang="en-US" altLang="ko-KR" sz="900" b="1" u="sng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등록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AEDD34-4B43-C441-54BF-28FD12A1AED7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Q&amp;A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모서리가 둥근 직사각형 25">
            <a:extLst>
              <a:ext uri="{FF2B5EF4-FFF2-40B4-BE49-F238E27FC236}">
                <a16:creationId xmlns:a16="http://schemas.microsoft.com/office/drawing/2014/main" id="{19AEC182-4FF6-1973-6060-620CFEF04A48}"/>
              </a:ext>
            </a:extLst>
          </p:cNvPr>
          <p:cNvSpPr/>
          <p:nvPr/>
        </p:nvSpPr>
        <p:spPr>
          <a:xfrm>
            <a:off x="1547130" y="886859"/>
            <a:ext cx="7968204" cy="342652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모서리가 둥근 직사각형 25">
            <a:extLst>
              <a:ext uri="{FF2B5EF4-FFF2-40B4-BE49-F238E27FC236}">
                <a16:creationId xmlns:a16="http://schemas.microsoft.com/office/drawing/2014/main" id="{7ACB5561-9855-7722-737B-94A492EF1AAA}"/>
              </a:ext>
            </a:extLst>
          </p:cNvPr>
          <p:cNvSpPr/>
          <p:nvPr/>
        </p:nvSpPr>
        <p:spPr>
          <a:xfrm>
            <a:off x="1680628" y="1020003"/>
            <a:ext cx="7683505" cy="276637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BFC6E1-2DA3-542B-C399-44D4E9F66527}"/>
              </a:ext>
            </a:extLst>
          </p:cNvPr>
          <p:cNvSpPr/>
          <p:nvPr/>
        </p:nvSpPr>
        <p:spPr>
          <a:xfrm>
            <a:off x="1684768" y="1386591"/>
            <a:ext cx="7683504" cy="96569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715C8655-E21C-88C2-1E59-B5A98D8EE9B4}"/>
              </a:ext>
            </a:extLst>
          </p:cNvPr>
          <p:cNvSpPr/>
          <p:nvPr/>
        </p:nvSpPr>
        <p:spPr>
          <a:xfrm>
            <a:off x="1794293" y="1492226"/>
            <a:ext cx="7453225" cy="372628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>
                <a:solidFill>
                  <a:schemeClr val="tx1"/>
                </a:solidFill>
              </a:rPr>
              <a:t>역량진단을 완료했는데 결과 화면에서 아무것도 안 나옵니다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확인 부탁드립니다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  </a:t>
            </a:r>
            <a:endParaRPr kumimoji="1" lang="ko-KR" altLang="ko-KR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Input">
            <a:extLst>
              <a:ext uri="{FF2B5EF4-FFF2-40B4-BE49-F238E27FC236}">
                <a16:creationId xmlns:a16="http://schemas.microsoft.com/office/drawing/2014/main" id="{CFEFC8B9-91CF-0631-ADAE-B23CC6802D23}"/>
              </a:ext>
            </a:extLst>
          </p:cNvPr>
          <p:cNvSpPr/>
          <p:nvPr/>
        </p:nvSpPr>
        <p:spPr>
          <a:xfrm>
            <a:off x="1809000" y="1999136"/>
            <a:ext cx="7453225" cy="224895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첨부파일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오류화면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</a:t>
            </a:r>
            <a:r>
              <a:rPr lang="en-US" altLang="ko-KR" sz="800" dirty="0" err="1">
                <a:solidFill>
                  <a:schemeClr val="tx1"/>
                </a:solidFill>
                <a:latin typeface="+mn-ea"/>
              </a:rPr>
              <a:t>png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CEB032-8904-D5B7-6EF7-5023D44A1BD2}"/>
              </a:ext>
            </a:extLst>
          </p:cNvPr>
          <p:cNvSpPr/>
          <p:nvPr/>
        </p:nvSpPr>
        <p:spPr>
          <a:xfrm>
            <a:off x="3070058" y="2019577"/>
            <a:ext cx="597816" cy="1655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다운로드</a:t>
            </a:r>
          </a:p>
        </p:txBody>
      </p:sp>
      <p:sp>
        <p:nvSpPr>
          <p:cNvPr id="15" name="Input">
            <a:extLst>
              <a:ext uri="{FF2B5EF4-FFF2-40B4-BE49-F238E27FC236}">
                <a16:creationId xmlns:a16="http://schemas.microsoft.com/office/drawing/2014/main" id="{B303D5E8-B256-CB39-365A-2CDF85868806}"/>
              </a:ext>
            </a:extLst>
          </p:cNvPr>
          <p:cNvSpPr/>
          <p:nvPr/>
        </p:nvSpPr>
        <p:spPr>
          <a:xfrm>
            <a:off x="7918973" y="3911635"/>
            <a:ext cx="668167" cy="2268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EE08759-A9F3-6D1B-1EF0-0D6AE71D700E}"/>
              </a:ext>
            </a:extLst>
          </p:cNvPr>
          <p:cNvCxnSpPr>
            <a:cxnSpLocks/>
          </p:cNvCxnSpPr>
          <p:nvPr/>
        </p:nvCxnSpPr>
        <p:spPr>
          <a:xfrm>
            <a:off x="1903274" y="1956429"/>
            <a:ext cx="72382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C278F7-43F5-097D-FD4E-B74CCE032A2F}"/>
              </a:ext>
            </a:extLst>
          </p:cNvPr>
          <p:cNvSpPr/>
          <p:nvPr/>
        </p:nvSpPr>
        <p:spPr>
          <a:xfrm>
            <a:off x="1684767" y="2361384"/>
            <a:ext cx="7676719" cy="1424998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CD6CF6AF-9214-3156-368C-9D0745DB5456}"/>
              </a:ext>
            </a:extLst>
          </p:cNvPr>
          <p:cNvSpPr/>
          <p:nvPr/>
        </p:nvSpPr>
        <p:spPr>
          <a:xfrm>
            <a:off x="1680627" y="1020003"/>
            <a:ext cx="7687645" cy="36658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30EF33FA-C327-4B8E-FDBE-872C6C7649D2}"/>
              </a:ext>
            </a:extLst>
          </p:cNvPr>
          <p:cNvSpPr/>
          <p:nvPr/>
        </p:nvSpPr>
        <p:spPr>
          <a:xfrm>
            <a:off x="1684768" y="1069548"/>
            <a:ext cx="7562750" cy="26266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Q. [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역량진단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]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역량 진단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재응답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관련 문의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홍길동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2025-12-08</a:t>
            </a:r>
            <a:endParaRPr lang="en-US" altLang="ko-KR" sz="800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0705182-F059-D403-3418-7B1CE00C0762}"/>
              </a:ext>
            </a:extLst>
          </p:cNvPr>
          <p:cNvSpPr/>
          <p:nvPr/>
        </p:nvSpPr>
        <p:spPr>
          <a:xfrm>
            <a:off x="8714067" y="1098173"/>
            <a:ext cx="575733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Input">
            <a:extLst>
              <a:ext uri="{FF2B5EF4-FFF2-40B4-BE49-F238E27FC236}">
                <a16:creationId xmlns:a16="http://schemas.microsoft.com/office/drawing/2014/main" id="{4C067975-7E25-AEB4-08B3-2061A5A0ED9D}"/>
              </a:ext>
            </a:extLst>
          </p:cNvPr>
          <p:cNvSpPr/>
          <p:nvPr/>
        </p:nvSpPr>
        <p:spPr>
          <a:xfrm>
            <a:off x="8679043" y="1069548"/>
            <a:ext cx="661381" cy="26266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답변완료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800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2" name="Input">
            <a:extLst>
              <a:ext uri="{FF2B5EF4-FFF2-40B4-BE49-F238E27FC236}">
                <a16:creationId xmlns:a16="http://schemas.microsoft.com/office/drawing/2014/main" id="{C0E24179-0712-3213-4C5A-0B176BECD84D}"/>
              </a:ext>
            </a:extLst>
          </p:cNvPr>
          <p:cNvSpPr/>
          <p:nvPr/>
        </p:nvSpPr>
        <p:spPr>
          <a:xfrm>
            <a:off x="2243353" y="2863757"/>
            <a:ext cx="7124919" cy="815826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안녕하세요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하이코칭입니다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  </a:t>
            </a:r>
          </a:p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역량진단 결과는 진단 완료 후 약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1~2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분 정도 소요될 수 있습니다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새로고침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후에도 동일한 증상이 발생한다면 다시 문의 부탁드립니다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endParaRPr lang="en-US" altLang="ko-KR" sz="800" dirty="0">
              <a:solidFill>
                <a:schemeClr val="tx1"/>
              </a:solidFill>
              <a:latin typeface="+mn-ea"/>
            </a:endParaRPr>
          </a:p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감사합니다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 </a:t>
            </a:r>
            <a:endParaRPr kumimoji="1" lang="ko-KR" altLang="ko-KR" sz="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A2A9B9A-B8CC-C0AB-39F1-0914F2A51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75687" y="2519416"/>
            <a:ext cx="164861" cy="164861"/>
          </a:xfrm>
          <a:prstGeom prst="rect">
            <a:avLst/>
          </a:prstGeom>
        </p:spPr>
      </p:pic>
      <p:sp>
        <p:nvSpPr>
          <p:cNvPr id="24" name="Input">
            <a:extLst>
              <a:ext uri="{FF2B5EF4-FFF2-40B4-BE49-F238E27FC236}">
                <a16:creationId xmlns:a16="http://schemas.microsoft.com/office/drawing/2014/main" id="{8DA25370-8732-41B7-29FC-3CAC7BE72F73}"/>
              </a:ext>
            </a:extLst>
          </p:cNvPr>
          <p:cNvSpPr/>
          <p:nvPr/>
        </p:nvSpPr>
        <p:spPr>
          <a:xfrm>
            <a:off x="2237390" y="2505905"/>
            <a:ext cx="1699609" cy="224895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답변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관리자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) 2025-12-19</a:t>
            </a:r>
            <a:endParaRPr lang="en-US" altLang="ko-KR" sz="800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C536D8F-EB60-FD4C-343E-562389D84D31}"/>
              </a:ext>
            </a:extLst>
          </p:cNvPr>
          <p:cNvCxnSpPr>
            <a:cxnSpLocks/>
          </p:cNvCxnSpPr>
          <p:nvPr/>
        </p:nvCxnSpPr>
        <p:spPr>
          <a:xfrm>
            <a:off x="2328333" y="2787556"/>
            <a:ext cx="681315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Input">
            <a:extLst>
              <a:ext uri="{FF2B5EF4-FFF2-40B4-BE49-F238E27FC236}">
                <a16:creationId xmlns:a16="http://schemas.microsoft.com/office/drawing/2014/main" id="{81D0353F-8828-7298-BB15-A148D28AF805}"/>
              </a:ext>
            </a:extLst>
          </p:cNvPr>
          <p:cNvSpPr/>
          <p:nvPr/>
        </p:nvSpPr>
        <p:spPr>
          <a:xfrm>
            <a:off x="8694344" y="3914794"/>
            <a:ext cx="668167" cy="21762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수정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BEB6F77-AA04-E6C4-BE06-432AFFCADE66}"/>
              </a:ext>
            </a:extLst>
          </p:cNvPr>
          <p:cNvSpPr/>
          <p:nvPr/>
        </p:nvSpPr>
        <p:spPr>
          <a:xfrm>
            <a:off x="2973925" y="195502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1</a:t>
            </a:r>
            <a:endParaRPr lang="ko-KR" altLang="en-US" sz="800" b="1" spc="-80" dirty="0">
              <a:ea typeface="나눔고딕" pitchFamily="2" charset="-127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005F1450-ADC5-66D1-E691-4094E51432CC}"/>
              </a:ext>
            </a:extLst>
          </p:cNvPr>
          <p:cNvSpPr/>
          <p:nvPr/>
        </p:nvSpPr>
        <p:spPr>
          <a:xfrm>
            <a:off x="1670352" y="3916222"/>
            <a:ext cx="668167" cy="2176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삭제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7D23EED-9735-D831-789E-54CA5D79A3D6}"/>
              </a:ext>
            </a:extLst>
          </p:cNvPr>
          <p:cNvSpPr/>
          <p:nvPr/>
        </p:nvSpPr>
        <p:spPr>
          <a:xfrm>
            <a:off x="1591862" y="38889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2</a:t>
            </a:r>
            <a:endParaRPr lang="ko-KR" altLang="en-US" sz="800" b="1" spc="-80" dirty="0">
              <a:ea typeface="나눔고딕" pitchFamily="2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9132CB86-D056-C34D-E922-953CB12FE9D0}"/>
              </a:ext>
            </a:extLst>
          </p:cNvPr>
          <p:cNvSpPr/>
          <p:nvPr/>
        </p:nvSpPr>
        <p:spPr>
          <a:xfrm>
            <a:off x="7840262" y="38889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3</a:t>
            </a:r>
            <a:endParaRPr lang="ko-KR" altLang="en-US" sz="800" b="1" spc="-80" dirty="0">
              <a:ea typeface="나눔고딕" pitchFamily="2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09699D5-5E24-E922-9B2C-B4B802694D0C}"/>
              </a:ext>
            </a:extLst>
          </p:cNvPr>
          <p:cNvSpPr/>
          <p:nvPr/>
        </p:nvSpPr>
        <p:spPr>
          <a:xfrm>
            <a:off x="8630837" y="38889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4</a:t>
            </a:r>
            <a:endParaRPr lang="ko-KR" altLang="en-US" sz="800" b="1" spc="-80" dirty="0"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7995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1FA8EAB-8C86-2F47-39DE-122608AC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0BC2ABB6-49C2-FFD0-4FBC-10FAA4BBBB64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20A84AA-AC05-A2A6-9625-5CA783FB9D62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940AD372-9FA4-D910-266E-3CB593B41274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AEC54EB-D8EC-4838-B5EA-1D5CB809D6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7717563"/>
              </p:ext>
            </p:extLst>
          </p:nvPr>
        </p:nvGraphicFramePr>
        <p:xfrm>
          <a:off x="9655174" y="276226"/>
          <a:ext cx="2532687" cy="510038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lang="ko-KR" altLang="en-US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ko-KR" altLang="en-US"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필터</a:t>
                      </a:r>
                      <a:r>
                        <a:rPr kumimoji="1" lang="en-US" altLang="ko-KR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전체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(Default),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학습모듈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시스템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계정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권한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기타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첨부파일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[</a:t>
                      </a:r>
                      <a:r>
                        <a:rPr lang="ko-KR" altLang="en-US" sz="800" dirty="0"/>
                        <a:t>찾아보기</a:t>
                      </a:r>
                      <a:r>
                        <a:rPr lang="en-US" altLang="ko-KR" sz="800" dirty="0"/>
                        <a:t>] </a:t>
                      </a:r>
                      <a:r>
                        <a:rPr lang="ko-KR" altLang="en-US" sz="800" dirty="0"/>
                        <a:t>클릭 시 파일 선택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파일 선택 후 파일명 표시</a:t>
                      </a:r>
                      <a:r>
                        <a:rPr lang="en-US" altLang="ko-KR" sz="800" dirty="0"/>
                        <a:t>, [X] </a:t>
                      </a:r>
                      <a:r>
                        <a:rPr lang="ko-KR" altLang="en-US" sz="800" dirty="0"/>
                        <a:t>클릭 시 삭제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최대 </a:t>
                      </a:r>
                      <a:r>
                        <a:rPr lang="en-US" altLang="ko-KR" sz="800" dirty="0"/>
                        <a:t>10MB, </a:t>
                      </a:r>
                      <a:r>
                        <a:rPr lang="ko-KR" altLang="en-US" sz="800" dirty="0"/>
                        <a:t>허용 형식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jpg, </a:t>
                      </a:r>
                      <a:r>
                        <a:rPr lang="en-US" altLang="ko-KR" sz="800" dirty="0" err="1"/>
                        <a:t>png</a:t>
                      </a:r>
                      <a:r>
                        <a:rPr lang="en-US" altLang="ko-KR" sz="800" dirty="0"/>
                        <a:t>, pdf, </a:t>
                      </a:r>
                      <a:r>
                        <a:rPr lang="en-US" altLang="ko-KR" sz="800" dirty="0" err="1"/>
                        <a:t>hwp</a:t>
                      </a:r>
                      <a:r>
                        <a:rPr lang="en-US" altLang="ko-KR" sz="800" dirty="0"/>
                        <a:t>, docx)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공개여부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공개 </a:t>
                      </a:r>
                      <a:r>
                        <a:rPr lang="en-US" altLang="ko-KR" sz="800" dirty="0"/>
                        <a:t>/ </a:t>
                      </a:r>
                      <a:r>
                        <a:rPr lang="ko-KR" altLang="en-US" sz="800" dirty="0"/>
                        <a:t>비공개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비 노출 시 공지사항 목록에 </a:t>
                      </a:r>
                      <a:r>
                        <a:rPr lang="ko-KR" altLang="en-US" sz="800" dirty="0" err="1"/>
                        <a:t>미표시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취소 버튼 클릭 시 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Q&amp;A </a:t>
                      </a: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목록</a:t>
                      </a:r>
                      <a:r>
                        <a:rPr kumimoji="1"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 화면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17071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버튼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등록 버튼 클릭 시 </a:t>
                      </a:r>
                      <a:r>
                        <a:rPr lang="en-US" altLang="ko-KR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Q&amp;A </a:t>
                      </a:r>
                      <a:r>
                        <a:rPr lang="ko-KR" altLang="en-US" sz="8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목록</a:t>
                      </a:r>
                      <a:r>
                        <a:rPr kumimoji="1"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Arial"/>
                          <a:cs typeface="Arial"/>
                          <a:sym typeface="Arial"/>
                        </a:rPr>
                        <a:t> 화면 이동</a:t>
                      </a:r>
                      <a:br>
                        <a:rPr lang="en-US" altLang="ko-KR" sz="800" dirty="0"/>
                      </a:b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89473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Alert/Confirm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등록 </a:t>
                      </a:r>
                      <a:r>
                        <a:rPr lang="en-US" altLang="ko-KR" sz="800" dirty="0"/>
                        <a:t>Confirm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＂</a:t>
                      </a:r>
                      <a:r>
                        <a:rPr lang="ko-KR" altLang="en-US" sz="800" dirty="0" err="1"/>
                        <a:t>등록하시겠습니까</a:t>
                      </a:r>
                      <a:r>
                        <a:rPr lang="en-US" altLang="ko-KR" sz="800" dirty="0"/>
                        <a:t>?"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버튼 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취소</a:t>
                      </a:r>
                      <a:r>
                        <a:rPr lang="en-US" altLang="ko-KR" sz="800" dirty="0"/>
                        <a:t> / </a:t>
                      </a:r>
                      <a:r>
                        <a:rPr lang="ko-KR" altLang="en-US" sz="800" dirty="0"/>
                        <a:t>등록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등록 완료 </a:t>
                      </a:r>
                      <a:r>
                        <a:rPr lang="en-US" altLang="ko-KR" sz="800" dirty="0"/>
                        <a:t>Toast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＂</a:t>
                      </a:r>
                      <a:r>
                        <a:rPr lang="ko-KR" altLang="en-US" sz="800" dirty="0"/>
                        <a:t>등록되었습니다</a:t>
                      </a:r>
                      <a:r>
                        <a:rPr lang="en-US" altLang="ko-KR" sz="800" dirty="0"/>
                        <a:t>.“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취소 </a:t>
                      </a:r>
                      <a:r>
                        <a:rPr lang="en-US" altLang="ko-KR" sz="800" dirty="0"/>
                        <a:t>Confirm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＂</a:t>
                      </a:r>
                      <a:r>
                        <a:rPr lang="ko-KR" altLang="en-US" sz="800" dirty="0"/>
                        <a:t>변경사항이 저장되지 않습니다</a:t>
                      </a:r>
                      <a:r>
                        <a:rPr lang="en-US" altLang="ko-KR" sz="800" dirty="0"/>
                        <a:t>. </a:t>
                      </a:r>
                      <a:r>
                        <a:rPr lang="ko-KR" altLang="en-US" sz="800" dirty="0" err="1"/>
                        <a:t>취소하시겠습니까</a:t>
                      </a:r>
                      <a:r>
                        <a:rPr lang="en-US" altLang="ko-KR" sz="800" dirty="0"/>
                        <a:t>?"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버튼 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 err="1"/>
                        <a:t>아니오</a:t>
                      </a:r>
                      <a:r>
                        <a:rPr lang="en-US" altLang="ko-KR" sz="800" dirty="0"/>
                        <a:t> / </a:t>
                      </a:r>
                      <a:r>
                        <a:rPr lang="ko-KR" altLang="en-US" sz="800" dirty="0"/>
                        <a:t>예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취소 완료 </a:t>
                      </a:r>
                      <a:r>
                        <a:rPr lang="en-US" altLang="ko-KR" sz="800" dirty="0"/>
                        <a:t>Toast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＂</a:t>
                      </a:r>
                      <a:r>
                        <a:rPr lang="ko-KR" altLang="en-US" sz="800" dirty="0"/>
                        <a:t>취소되었습니다</a:t>
                      </a:r>
                      <a:r>
                        <a:rPr lang="en-US" altLang="ko-KR" sz="800" dirty="0"/>
                        <a:t>.“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7368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EA5380F-4A74-96E0-0295-52A136E2233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하이코칭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Q&amp;A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53B73-843F-0B58-6030-099A4D2B007B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Q&amp;A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4F9CE-72C5-D4CD-13AF-DDE7A75F48C6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V-HFC-01-007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1CF072-5650-4140-940F-810CF86E9140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7B9B1B-4DC0-9D8D-D06E-C4C4A501A237}"/>
              </a:ext>
            </a:extLst>
          </p:cNvPr>
          <p:cNvSpPr/>
          <p:nvPr/>
        </p:nvSpPr>
        <p:spPr>
          <a:xfrm>
            <a:off x="47625" y="6585858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0AA07C9F-AA1F-77D4-0B9D-74428EE7F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808313"/>
              </p:ext>
            </p:extLst>
          </p:nvPr>
        </p:nvGraphicFramePr>
        <p:xfrm>
          <a:off x="47625" y="549274"/>
          <a:ext cx="1368425" cy="145766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하이코칭안내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공지사항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FAQ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Q&amp;A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</a:t>
                      </a:r>
                      <a:r>
                        <a:rPr lang="ko-KR" altLang="en-US" sz="900" b="0" u="none" dirty="0">
                          <a:latin typeface="나눔고딕" pitchFamily="2" charset="-127"/>
                          <a:ea typeface="나눔고딕" pitchFamily="2" charset="-127"/>
                        </a:rPr>
                        <a:t>목록</a:t>
                      </a:r>
                      <a:endParaRPr lang="en-US" altLang="ko-KR" sz="900" b="0" u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dirty="0"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lang="ko-KR" altLang="en-US" sz="900" b="0" u="none" dirty="0">
                          <a:latin typeface="나눔고딕" pitchFamily="2" charset="-127"/>
                          <a:ea typeface="나눔고딕" pitchFamily="2" charset="-127"/>
                        </a:rPr>
                        <a:t>상세</a:t>
                      </a:r>
                      <a:endParaRPr lang="en-US" altLang="ko-KR" sz="900" b="0" u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   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등록</a:t>
                      </a:r>
                      <a:endParaRPr kumimoji="1" lang="ko-KR" altLang="en-US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CFC5D0-0461-3886-0043-D831356995BA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Q&amp;A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모서리가 둥근 직사각형 25">
            <a:extLst>
              <a:ext uri="{FF2B5EF4-FFF2-40B4-BE49-F238E27FC236}">
                <a16:creationId xmlns:a16="http://schemas.microsoft.com/office/drawing/2014/main" id="{0BCD9384-8098-F23B-EA1D-0F196549D2EE}"/>
              </a:ext>
            </a:extLst>
          </p:cNvPr>
          <p:cNvSpPr/>
          <p:nvPr/>
        </p:nvSpPr>
        <p:spPr>
          <a:xfrm>
            <a:off x="1547130" y="886859"/>
            <a:ext cx="7968204" cy="342652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모서리가 둥근 직사각형 25">
            <a:extLst>
              <a:ext uri="{FF2B5EF4-FFF2-40B4-BE49-F238E27FC236}">
                <a16:creationId xmlns:a16="http://schemas.microsoft.com/office/drawing/2014/main" id="{0088DC1C-A892-E293-4A4F-4DFD6470C0AF}"/>
              </a:ext>
            </a:extLst>
          </p:cNvPr>
          <p:cNvSpPr/>
          <p:nvPr/>
        </p:nvSpPr>
        <p:spPr>
          <a:xfrm>
            <a:off x="1680628" y="1020003"/>
            <a:ext cx="7683505" cy="276637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49C86F-50B1-2A0E-0011-BA3154A6C000}"/>
              </a:ext>
            </a:extLst>
          </p:cNvPr>
          <p:cNvSpPr/>
          <p:nvPr/>
        </p:nvSpPr>
        <p:spPr>
          <a:xfrm>
            <a:off x="1684768" y="1386591"/>
            <a:ext cx="7683504" cy="96569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202718D9-249C-DE7E-8BA6-C8716434DC21}"/>
              </a:ext>
            </a:extLst>
          </p:cNvPr>
          <p:cNvSpPr/>
          <p:nvPr/>
        </p:nvSpPr>
        <p:spPr>
          <a:xfrm>
            <a:off x="1794293" y="1492226"/>
            <a:ext cx="7453225" cy="372628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>
                <a:solidFill>
                  <a:schemeClr val="tx1"/>
                </a:solidFill>
              </a:rPr>
              <a:t>역량진단을 완료했는데 결과 화면에서 아무것도 안 나옵니다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확인 부탁드립니다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  </a:t>
            </a:r>
            <a:endParaRPr kumimoji="1" lang="ko-KR" altLang="ko-KR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Input">
            <a:extLst>
              <a:ext uri="{FF2B5EF4-FFF2-40B4-BE49-F238E27FC236}">
                <a16:creationId xmlns:a16="http://schemas.microsoft.com/office/drawing/2014/main" id="{1414EF2A-7E80-1268-5304-BFA1B4E35A1B}"/>
              </a:ext>
            </a:extLst>
          </p:cNvPr>
          <p:cNvSpPr/>
          <p:nvPr/>
        </p:nvSpPr>
        <p:spPr>
          <a:xfrm>
            <a:off x="1809000" y="1999136"/>
            <a:ext cx="7453225" cy="224895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첨부파일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오류화면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</a:t>
            </a:r>
            <a:r>
              <a:rPr lang="en-US" altLang="ko-KR" sz="800" dirty="0" err="1">
                <a:solidFill>
                  <a:schemeClr val="tx1"/>
                </a:solidFill>
                <a:latin typeface="+mn-ea"/>
              </a:rPr>
              <a:t>png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FF523D-EA02-A589-D7DC-80A94F705AA0}"/>
              </a:ext>
            </a:extLst>
          </p:cNvPr>
          <p:cNvSpPr/>
          <p:nvPr/>
        </p:nvSpPr>
        <p:spPr>
          <a:xfrm>
            <a:off x="3070058" y="2019577"/>
            <a:ext cx="597816" cy="16552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다운로드</a:t>
            </a:r>
          </a:p>
        </p:txBody>
      </p:sp>
      <p:sp>
        <p:nvSpPr>
          <p:cNvPr id="15" name="Input">
            <a:extLst>
              <a:ext uri="{FF2B5EF4-FFF2-40B4-BE49-F238E27FC236}">
                <a16:creationId xmlns:a16="http://schemas.microsoft.com/office/drawing/2014/main" id="{40D4C060-4F8A-6D25-034E-3CB87DCE3F7B}"/>
              </a:ext>
            </a:extLst>
          </p:cNvPr>
          <p:cNvSpPr/>
          <p:nvPr/>
        </p:nvSpPr>
        <p:spPr>
          <a:xfrm>
            <a:off x="7918973" y="3911635"/>
            <a:ext cx="668167" cy="2268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67DA277-76C4-4901-1007-F38AFB6A100F}"/>
              </a:ext>
            </a:extLst>
          </p:cNvPr>
          <p:cNvCxnSpPr>
            <a:cxnSpLocks/>
          </p:cNvCxnSpPr>
          <p:nvPr/>
        </p:nvCxnSpPr>
        <p:spPr>
          <a:xfrm>
            <a:off x="1903274" y="1956429"/>
            <a:ext cx="72382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86976E-D13B-B285-C0A5-E9BCA66E44AC}"/>
              </a:ext>
            </a:extLst>
          </p:cNvPr>
          <p:cNvSpPr/>
          <p:nvPr/>
        </p:nvSpPr>
        <p:spPr>
          <a:xfrm>
            <a:off x="1684767" y="2361384"/>
            <a:ext cx="7676719" cy="1424998"/>
          </a:xfrm>
          <a:prstGeom prst="rect">
            <a:avLst/>
          </a:prstGeom>
          <a:solidFill>
            <a:schemeClr val="tx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43FA6A9F-94AC-11A3-6F9F-F5168670D936}"/>
              </a:ext>
            </a:extLst>
          </p:cNvPr>
          <p:cNvSpPr/>
          <p:nvPr/>
        </p:nvSpPr>
        <p:spPr>
          <a:xfrm>
            <a:off x="1680627" y="1020003"/>
            <a:ext cx="7687645" cy="366588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E1221AAD-0224-ED52-50FB-38E93F4728E8}"/>
              </a:ext>
            </a:extLst>
          </p:cNvPr>
          <p:cNvSpPr/>
          <p:nvPr/>
        </p:nvSpPr>
        <p:spPr>
          <a:xfrm>
            <a:off x="1684768" y="1069548"/>
            <a:ext cx="7562750" cy="26266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Q. [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역량진단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] 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역량 진단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재응답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관련 문의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홍길동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2025-12-08</a:t>
            </a:r>
            <a:endParaRPr lang="en-US" altLang="ko-KR" sz="800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1048590-3319-DA7D-A5A3-063490C36BC9}"/>
              </a:ext>
            </a:extLst>
          </p:cNvPr>
          <p:cNvSpPr/>
          <p:nvPr/>
        </p:nvSpPr>
        <p:spPr>
          <a:xfrm>
            <a:off x="8714067" y="1098173"/>
            <a:ext cx="575733" cy="21958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Input">
            <a:extLst>
              <a:ext uri="{FF2B5EF4-FFF2-40B4-BE49-F238E27FC236}">
                <a16:creationId xmlns:a16="http://schemas.microsoft.com/office/drawing/2014/main" id="{F570A2CA-A510-486D-2451-D3BECF3ACADB}"/>
              </a:ext>
            </a:extLst>
          </p:cNvPr>
          <p:cNvSpPr/>
          <p:nvPr/>
        </p:nvSpPr>
        <p:spPr>
          <a:xfrm>
            <a:off x="8679043" y="1069548"/>
            <a:ext cx="661381" cy="26266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답변완료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800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2" name="Input">
            <a:extLst>
              <a:ext uri="{FF2B5EF4-FFF2-40B4-BE49-F238E27FC236}">
                <a16:creationId xmlns:a16="http://schemas.microsoft.com/office/drawing/2014/main" id="{7437A697-EE52-6CD9-05B8-47E91D63258C}"/>
              </a:ext>
            </a:extLst>
          </p:cNvPr>
          <p:cNvSpPr/>
          <p:nvPr/>
        </p:nvSpPr>
        <p:spPr>
          <a:xfrm>
            <a:off x="2243353" y="2863757"/>
            <a:ext cx="7124919" cy="815826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안녕하세요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하이코칭입니다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  </a:t>
            </a:r>
          </a:p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역량진단 결과는 진단 완료 후 약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1~2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분 정도 소요될 수 있습니다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새로고침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후에도 동일한 증상이 발생한다면 다시 문의 부탁드립니다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endParaRPr lang="en-US" altLang="ko-KR" sz="800" dirty="0">
              <a:solidFill>
                <a:schemeClr val="tx1"/>
              </a:solidFill>
              <a:latin typeface="+mn-ea"/>
            </a:endParaRPr>
          </a:p>
          <a:p>
            <a:pPr marL="90488" lvl="0" indent="-90488" defTabSz="939800" fontAlgn="base" latinLnBrk="1">
              <a:spcBef>
                <a:spcPct val="20000"/>
              </a:spcBef>
              <a:spcAft>
                <a:spcPct val="0"/>
              </a:spcAft>
              <a:buClrTx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감사합니다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. </a:t>
            </a:r>
            <a:endParaRPr kumimoji="1" lang="ko-KR" altLang="ko-KR" sz="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144ABCF-8694-6D41-9E7B-8311CD82F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75687" y="2519416"/>
            <a:ext cx="164861" cy="164861"/>
          </a:xfrm>
          <a:prstGeom prst="rect">
            <a:avLst/>
          </a:prstGeom>
        </p:spPr>
      </p:pic>
      <p:sp>
        <p:nvSpPr>
          <p:cNvPr id="24" name="Input">
            <a:extLst>
              <a:ext uri="{FF2B5EF4-FFF2-40B4-BE49-F238E27FC236}">
                <a16:creationId xmlns:a16="http://schemas.microsoft.com/office/drawing/2014/main" id="{BA473122-4ACC-6BCA-2E08-BB6393B7F56F}"/>
              </a:ext>
            </a:extLst>
          </p:cNvPr>
          <p:cNvSpPr/>
          <p:nvPr/>
        </p:nvSpPr>
        <p:spPr>
          <a:xfrm>
            <a:off x="2237390" y="2505905"/>
            <a:ext cx="1699609" cy="224895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답변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관리자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) 2025-12-19</a:t>
            </a:r>
            <a:endParaRPr lang="en-US" altLang="ko-KR" sz="800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87A9BF2-7954-0E5D-F67A-8DB02D322E4D}"/>
              </a:ext>
            </a:extLst>
          </p:cNvPr>
          <p:cNvCxnSpPr>
            <a:cxnSpLocks/>
          </p:cNvCxnSpPr>
          <p:nvPr/>
        </p:nvCxnSpPr>
        <p:spPr>
          <a:xfrm>
            <a:off x="2328333" y="2787556"/>
            <a:ext cx="681315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Input">
            <a:extLst>
              <a:ext uri="{FF2B5EF4-FFF2-40B4-BE49-F238E27FC236}">
                <a16:creationId xmlns:a16="http://schemas.microsoft.com/office/drawing/2014/main" id="{EF304429-AE87-A532-E002-C177A4BFB495}"/>
              </a:ext>
            </a:extLst>
          </p:cNvPr>
          <p:cNvSpPr/>
          <p:nvPr/>
        </p:nvSpPr>
        <p:spPr>
          <a:xfrm>
            <a:off x="8694344" y="3914794"/>
            <a:ext cx="668167" cy="21762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수정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89C440C-2365-8723-B345-C0504072FA4B}"/>
              </a:ext>
            </a:extLst>
          </p:cNvPr>
          <p:cNvSpPr/>
          <p:nvPr/>
        </p:nvSpPr>
        <p:spPr>
          <a:xfrm>
            <a:off x="2973925" y="195502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1</a:t>
            </a:r>
            <a:endParaRPr lang="ko-KR" altLang="en-US" sz="800" b="1" spc="-80" dirty="0">
              <a:ea typeface="나눔고딕" pitchFamily="2" charset="-127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3B35F3C4-5C5C-FC7A-F75A-FE39FA877746}"/>
              </a:ext>
            </a:extLst>
          </p:cNvPr>
          <p:cNvSpPr/>
          <p:nvPr/>
        </p:nvSpPr>
        <p:spPr>
          <a:xfrm>
            <a:off x="1670352" y="3916222"/>
            <a:ext cx="668167" cy="2176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삭제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59BA110-5A31-BA9C-7FDE-BF0EC7436646}"/>
              </a:ext>
            </a:extLst>
          </p:cNvPr>
          <p:cNvSpPr/>
          <p:nvPr/>
        </p:nvSpPr>
        <p:spPr>
          <a:xfrm>
            <a:off x="1591862" y="38889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2</a:t>
            </a:r>
            <a:endParaRPr lang="ko-KR" altLang="en-US" sz="800" b="1" spc="-80" dirty="0">
              <a:ea typeface="나눔고딕" pitchFamily="2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58559EC0-BF90-38B3-9E4A-30266D050680}"/>
              </a:ext>
            </a:extLst>
          </p:cNvPr>
          <p:cNvSpPr/>
          <p:nvPr/>
        </p:nvSpPr>
        <p:spPr>
          <a:xfrm>
            <a:off x="7840262" y="38889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3</a:t>
            </a:r>
            <a:endParaRPr lang="ko-KR" altLang="en-US" sz="800" b="1" spc="-80" dirty="0">
              <a:ea typeface="나눔고딕" pitchFamily="2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9E79030-6D2E-8792-A476-8A5265DD5459}"/>
              </a:ext>
            </a:extLst>
          </p:cNvPr>
          <p:cNvSpPr/>
          <p:nvPr/>
        </p:nvSpPr>
        <p:spPr>
          <a:xfrm>
            <a:off x="8630837" y="38889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ea typeface="나눔고딕" pitchFamily="2" charset="-127"/>
              </a:rPr>
              <a:t>4</a:t>
            </a:r>
            <a:endParaRPr lang="ko-KR" altLang="en-US" sz="800" b="1" spc="-80" dirty="0"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6594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27289</TotalTime>
  <Words>1641</Words>
  <Application>Microsoft Office PowerPoint</Application>
  <PresentationFormat>와이드스크린</PresentationFormat>
  <Paragraphs>487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바탕체</vt:lpstr>
      <vt:lpstr>맑은 고딕</vt:lpstr>
      <vt:lpstr>Segoe UI</vt:lpstr>
      <vt:lpstr>나눔고딕</vt:lpstr>
      <vt:lpstr>맑은 고딕</vt:lpstr>
      <vt:lpstr>Arial</vt:lpstr>
      <vt:lpstr>굴림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netive</cp:lastModifiedBy>
  <cp:revision>988</cp:revision>
  <dcterms:created xsi:type="dcterms:W3CDTF">2023-06-09T00:38:08Z</dcterms:created>
  <dcterms:modified xsi:type="dcterms:W3CDTF">2025-12-31T06:31:37Z</dcterms:modified>
</cp:coreProperties>
</file>